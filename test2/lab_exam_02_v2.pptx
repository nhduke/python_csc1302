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8B18C-FB67-464B-BEB7-6887AD9F5328}" v="12" dt="2025-11-24T20:00:17.6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292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davan Sassani" userId="4576cf50-cc58-47c5-ae97-f174e2109531" providerId="ADAL" clId="{FEAD2C1F-50A5-4C33-8FA3-A238CB273191}"/>
    <pc:docChg chg="undo custSel addSld modSld">
      <pc:chgData name="Ardavan Sassani" userId="4576cf50-cc58-47c5-ae97-f174e2109531" providerId="ADAL" clId="{FEAD2C1F-50A5-4C33-8FA3-A238CB273191}" dt="2025-11-24T20:29:06.834" v="89" actId="6549"/>
      <pc:docMkLst>
        <pc:docMk/>
      </pc:docMkLst>
      <pc:sldChg chg="modSp new mod">
        <pc:chgData name="Ardavan Sassani" userId="4576cf50-cc58-47c5-ae97-f174e2109531" providerId="ADAL" clId="{FEAD2C1F-50A5-4C33-8FA3-A238CB273191}" dt="2025-11-24T19:49:28.396" v="10" actId="20577"/>
        <pc:sldMkLst>
          <pc:docMk/>
          <pc:sldMk cId="3549203203" sldId="256"/>
        </pc:sldMkLst>
        <pc:spChg chg="mod">
          <ac:chgData name="Ardavan Sassani" userId="4576cf50-cc58-47c5-ae97-f174e2109531" providerId="ADAL" clId="{FEAD2C1F-50A5-4C33-8FA3-A238CB273191}" dt="2025-11-24T19:49:28.396" v="10" actId="20577"/>
          <ac:spMkLst>
            <pc:docMk/>
            <pc:sldMk cId="3549203203" sldId="256"/>
            <ac:spMk id="2" creationId="{0498773F-7DD7-9714-D31B-32264251BD01}"/>
          </ac:spMkLst>
        </pc:spChg>
      </pc:sldChg>
      <pc:sldChg chg="modSp new mod">
        <pc:chgData name="Ardavan Sassani" userId="4576cf50-cc58-47c5-ae97-f174e2109531" providerId="ADAL" clId="{FEAD2C1F-50A5-4C33-8FA3-A238CB273191}" dt="2025-11-24T19:50:52.629" v="24" actId="27636"/>
        <pc:sldMkLst>
          <pc:docMk/>
          <pc:sldMk cId="2507233207" sldId="257"/>
        </pc:sldMkLst>
        <pc:spChg chg="mod">
          <ac:chgData name="Ardavan Sassani" userId="4576cf50-cc58-47c5-ae97-f174e2109531" providerId="ADAL" clId="{FEAD2C1F-50A5-4C33-8FA3-A238CB273191}" dt="2025-11-24T19:49:58.021" v="13" actId="20577"/>
          <ac:spMkLst>
            <pc:docMk/>
            <pc:sldMk cId="2507233207" sldId="257"/>
            <ac:spMk id="2" creationId="{01764117-0447-07FA-856F-4B666E9CD333}"/>
          </ac:spMkLst>
        </pc:spChg>
        <pc:spChg chg="mod">
          <ac:chgData name="Ardavan Sassani" userId="4576cf50-cc58-47c5-ae97-f174e2109531" providerId="ADAL" clId="{FEAD2C1F-50A5-4C33-8FA3-A238CB273191}" dt="2025-11-24T19:50:52.629" v="24" actId="27636"/>
          <ac:spMkLst>
            <pc:docMk/>
            <pc:sldMk cId="2507233207" sldId="257"/>
            <ac:spMk id="3" creationId="{5C0974E7-42BE-5199-07D8-A637F5046376}"/>
          </ac:spMkLst>
        </pc:spChg>
      </pc:sldChg>
      <pc:sldChg chg="modSp new mod">
        <pc:chgData name="Ardavan Sassani" userId="4576cf50-cc58-47c5-ae97-f174e2109531" providerId="ADAL" clId="{FEAD2C1F-50A5-4C33-8FA3-A238CB273191}" dt="2025-11-24T19:53:02.692" v="48" actId="20577"/>
        <pc:sldMkLst>
          <pc:docMk/>
          <pc:sldMk cId="3800865413" sldId="258"/>
        </pc:sldMkLst>
        <pc:spChg chg="mod">
          <ac:chgData name="Ardavan Sassani" userId="4576cf50-cc58-47c5-ae97-f174e2109531" providerId="ADAL" clId="{FEAD2C1F-50A5-4C33-8FA3-A238CB273191}" dt="2025-11-24T19:51:11.518" v="26"/>
          <ac:spMkLst>
            <pc:docMk/>
            <pc:sldMk cId="3800865413" sldId="258"/>
            <ac:spMk id="2" creationId="{A324CB60-D11B-3F14-7571-285EDE2ED6EB}"/>
          </ac:spMkLst>
        </pc:spChg>
        <pc:spChg chg="mod">
          <ac:chgData name="Ardavan Sassani" userId="4576cf50-cc58-47c5-ae97-f174e2109531" providerId="ADAL" clId="{FEAD2C1F-50A5-4C33-8FA3-A238CB273191}" dt="2025-11-24T19:53:02.692" v="48" actId="20577"/>
          <ac:spMkLst>
            <pc:docMk/>
            <pc:sldMk cId="3800865413" sldId="258"/>
            <ac:spMk id="3" creationId="{CD8E8675-7564-BE91-39B4-70744CBDEE01}"/>
          </ac:spMkLst>
        </pc:spChg>
      </pc:sldChg>
      <pc:sldChg chg="modSp new mod">
        <pc:chgData name="Ardavan Sassani" userId="4576cf50-cc58-47c5-ae97-f174e2109531" providerId="ADAL" clId="{FEAD2C1F-50A5-4C33-8FA3-A238CB273191}" dt="2025-11-24T19:52:56.468" v="46" actId="20577"/>
        <pc:sldMkLst>
          <pc:docMk/>
          <pc:sldMk cId="2464438851" sldId="259"/>
        </pc:sldMkLst>
        <pc:spChg chg="mod">
          <ac:chgData name="Ardavan Sassani" userId="4576cf50-cc58-47c5-ae97-f174e2109531" providerId="ADAL" clId="{FEAD2C1F-50A5-4C33-8FA3-A238CB273191}" dt="2025-11-24T19:51:19.503" v="28"/>
          <ac:spMkLst>
            <pc:docMk/>
            <pc:sldMk cId="2464438851" sldId="259"/>
            <ac:spMk id="2" creationId="{9C05328B-6E57-7152-8D3C-729F1FB0F1FF}"/>
          </ac:spMkLst>
        </pc:spChg>
        <pc:spChg chg="mod">
          <ac:chgData name="Ardavan Sassani" userId="4576cf50-cc58-47c5-ae97-f174e2109531" providerId="ADAL" clId="{FEAD2C1F-50A5-4C33-8FA3-A238CB273191}" dt="2025-11-24T19:52:56.468" v="46" actId="20577"/>
          <ac:spMkLst>
            <pc:docMk/>
            <pc:sldMk cId="2464438851" sldId="259"/>
            <ac:spMk id="3" creationId="{F3F371AA-867C-BCF9-5F82-B33AAEF8CB5B}"/>
          </ac:spMkLst>
        </pc:spChg>
      </pc:sldChg>
      <pc:sldChg chg="modSp new mod">
        <pc:chgData name="Ardavan Sassani" userId="4576cf50-cc58-47c5-ae97-f174e2109531" providerId="ADAL" clId="{FEAD2C1F-50A5-4C33-8FA3-A238CB273191}" dt="2025-11-24T19:52:52.822" v="45" actId="20577"/>
        <pc:sldMkLst>
          <pc:docMk/>
          <pc:sldMk cId="2345541245" sldId="260"/>
        </pc:sldMkLst>
        <pc:spChg chg="mod">
          <ac:chgData name="Ardavan Sassani" userId="4576cf50-cc58-47c5-ae97-f174e2109531" providerId="ADAL" clId="{FEAD2C1F-50A5-4C33-8FA3-A238CB273191}" dt="2025-11-24T19:51:28.082" v="30"/>
          <ac:spMkLst>
            <pc:docMk/>
            <pc:sldMk cId="2345541245" sldId="260"/>
            <ac:spMk id="2" creationId="{9149F253-5CDF-BDE1-4067-FD706DE66959}"/>
          </ac:spMkLst>
        </pc:spChg>
        <pc:spChg chg="mod">
          <ac:chgData name="Ardavan Sassani" userId="4576cf50-cc58-47c5-ae97-f174e2109531" providerId="ADAL" clId="{FEAD2C1F-50A5-4C33-8FA3-A238CB273191}" dt="2025-11-24T19:52:52.822" v="45" actId="20577"/>
          <ac:spMkLst>
            <pc:docMk/>
            <pc:sldMk cId="2345541245" sldId="260"/>
            <ac:spMk id="3" creationId="{12331554-A94F-0AD5-5C27-101082BECE66}"/>
          </ac:spMkLst>
        </pc:spChg>
      </pc:sldChg>
      <pc:sldChg chg="addSp modSp new mod">
        <pc:chgData name="Ardavan Sassani" userId="4576cf50-cc58-47c5-ae97-f174e2109531" providerId="ADAL" clId="{FEAD2C1F-50A5-4C33-8FA3-A238CB273191}" dt="2025-11-24T19:54:53.124" v="63" actId="1076"/>
        <pc:sldMkLst>
          <pc:docMk/>
          <pc:sldMk cId="1902487404" sldId="261"/>
        </pc:sldMkLst>
        <pc:spChg chg="mod">
          <ac:chgData name="Ardavan Sassani" userId="4576cf50-cc58-47c5-ae97-f174e2109531" providerId="ADAL" clId="{FEAD2C1F-50A5-4C33-8FA3-A238CB273191}" dt="2025-11-24T19:53:44.129" v="54" actId="20577"/>
          <ac:spMkLst>
            <pc:docMk/>
            <pc:sldMk cId="1902487404" sldId="261"/>
            <ac:spMk id="2" creationId="{49C8B3CA-5D15-6F4F-622B-A30451751EB3}"/>
          </ac:spMkLst>
        </pc:spChg>
        <pc:spChg chg="mod">
          <ac:chgData name="Ardavan Sassani" userId="4576cf50-cc58-47c5-ae97-f174e2109531" providerId="ADAL" clId="{FEAD2C1F-50A5-4C33-8FA3-A238CB273191}" dt="2025-11-24T19:54:12.268" v="59" actId="20577"/>
          <ac:spMkLst>
            <pc:docMk/>
            <pc:sldMk cId="1902487404" sldId="261"/>
            <ac:spMk id="3" creationId="{55406231-E468-DBE7-F363-F1BAED6CAAA8}"/>
          </ac:spMkLst>
        </pc:spChg>
        <pc:picChg chg="add mod">
          <ac:chgData name="Ardavan Sassani" userId="4576cf50-cc58-47c5-ae97-f174e2109531" providerId="ADAL" clId="{FEAD2C1F-50A5-4C33-8FA3-A238CB273191}" dt="2025-11-24T19:54:53.124" v="63" actId="1076"/>
          <ac:picMkLst>
            <pc:docMk/>
            <pc:sldMk cId="1902487404" sldId="261"/>
            <ac:picMk id="5" creationId="{24319D95-00FC-7CE7-7589-0F697F44E6F7}"/>
          </ac:picMkLst>
        </pc:picChg>
      </pc:sldChg>
      <pc:sldChg chg="modSp new mod">
        <pc:chgData name="Ardavan Sassani" userId="4576cf50-cc58-47c5-ae97-f174e2109531" providerId="ADAL" clId="{FEAD2C1F-50A5-4C33-8FA3-A238CB273191}" dt="2025-11-24T20:29:06.834" v="89" actId="6549"/>
        <pc:sldMkLst>
          <pc:docMk/>
          <pc:sldMk cId="3944188799" sldId="262"/>
        </pc:sldMkLst>
        <pc:spChg chg="mod">
          <ac:chgData name="Ardavan Sassani" userId="4576cf50-cc58-47c5-ae97-f174e2109531" providerId="ADAL" clId="{FEAD2C1F-50A5-4C33-8FA3-A238CB273191}" dt="2025-11-24T20:01:14.048" v="87" actId="20577"/>
          <ac:spMkLst>
            <pc:docMk/>
            <pc:sldMk cId="3944188799" sldId="262"/>
            <ac:spMk id="2" creationId="{8727D786-8AAA-E879-1A83-38A9DDCC444E}"/>
          </ac:spMkLst>
        </pc:spChg>
        <pc:spChg chg="mod">
          <ac:chgData name="Ardavan Sassani" userId="4576cf50-cc58-47c5-ae97-f174e2109531" providerId="ADAL" clId="{FEAD2C1F-50A5-4C33-8FA3-A238CB273191}" dt="2025-11-24T20:29:06.834" v="89" actId="6549"/>
          <ac:spMkLst>
            <pc:docMk/>
            <pc:sldMk cId="3944188799" sldId="262"/>
            <ac:spMk id="3" creationId="{A02583EB-0296-655B-1CE3-D1D7DAD9B3A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FF03A-5925-5E59-FDF6-7DB8599993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8B4D0F-0B48-69AE-7798-89FF8A13A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6872A-D7E6-DD7E-0645-3911F60B7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499B6-0C8A-4C3A-8A73-BA73454589F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8047A-7895-5675-5C9F-AEB16E8CB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317E0-B6A3-99A8-B15C-520CBFD47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54D8-4890-455A-97A9-04C38930E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92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88B33-CDCD-6561-EAB5-798CDB5A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DF0EC-ADA6-EECB-8017-E8C6220D0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0B5AF-9E39-7778-574A-77B5A09B7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499B6-0C8A-4C3A-8A73-BA73454589F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932ED-45E5-F32D-3425-E970E53FA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4838D-0C42-66D8-9013-FAB91894F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54D8-4890-455A-97A9-04C38930E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013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DE7AE-484E-5395-B7E4-BC7B8EDF9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64BD2-3255-03BD-EAC0-D826FD225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D1B27-5C80-B82E-AF25-99689A601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499B6-0C8A-4C3A-8A73-BA73454589F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B6391-5CE0-277D-64AA-CC900E5B9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A6DA5-1CC1-2137-4669-A81B08FB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54D8-4890-455A-97A9-04C38930E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582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2FE2B-8F05-04A8-EE20-9BBC60E9E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BD940-2358-2CDE-98FB-27F605DABE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40FC31-A8A2-DB45-3511-902A084F6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992150-B51F-7572-CA3C-073C6FDAF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499B6-0C8A-4C3A-8A73-BA73454589F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EE500-1135-FFD6-1454-401855321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719FF2-8046-1F07-2A04-5D05844B5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54D8-4890-455A-97A9-04C38930E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558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F61D-2D26-09E9-E857-B24365AE0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32C68-6472-789D-BDD1-E5BD64186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54761-6376-4E6A-60BF-AA3A70A4B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00CB52-784B-AE97-7CF0-67361C45E6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E1ECBF-E266-596D-5871-B4FED827DB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56EE4F-0729-6ACF-7C09-835529D81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499B6-0C8A-4C3A-8A73-BA73454589F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B59047-0B60-82AC-5B30-D0C844F57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E80437-AFF4-2365-3148-4AE25C82F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54D8-4890-455A-97A9-04C38930E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9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85E07-EE4E-1289-D997-F90D7F1DC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F534E2-1808-B0B5-432C-1ADF6D987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499B6-0C8A-4C3A-8A73-BA73454589F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84AB3C-8875-43E9-01A2-6E751751C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8B7BF5-90B3-1D8C-A1EC-667C1CFCA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54D8-4890-455A-97A9-04C38930E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764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7C3240-7F9A-6833-820D-24B493FA2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499B6-0C8A-4C3A-8A73-BA73454589F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BEE9CB-1954-65DC-C440-9B2F4E5E6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4928D-12F4-8322-5228-575308DD1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54D8-4890-455A-97A9-04C38930E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9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1D1E-8EDA-B442-2C10-190758E43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2E774-180C-E728-68B2-EC1E2D04A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242BFF-8509-BDC4-2F39-37048B446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8CD65-8559-9F5B-3C5C-B7FA9587F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499B6-0C8A-4C3A-8A73-BA73454589F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48D1A-AC02-0DF2-E256-D71EAC726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8C3614-C85B-6CE7-410F-12E61595D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54D8-4890-455A-97A9-04C38930E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27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292F8-AB0A-AABC-8A84-5CDCF2B8D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49864B-8984-5758-87CA-47B29EFA8F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CB0098-5633-BC99-451D-51ADAD670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1F350A-F682-C4C3-8BE2-2C3B6962C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499B6-0C8A-4C3A-8A73-BA73454589F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84E09-62D2-D8EC-FE38-7A6F52490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D1B07-7F71-74DE-0A25-4A38E4EC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54D8-4890-455A-97A9-04C38930E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5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71E0-1EBC-A7BC-F331-052FA1003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9560F0-1CF8-E4E6-90B8-EE9A7AC0F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DE971-24A8-4744-C468-C03D46D83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499B6-0C8A-4C3A-8A73-BA73454589F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26E5A-DA6C-439F-6368-20645F938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530BD-30A5-F5B1-C70E-3ED506850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54D8-4890-455A-97A9-04C38930E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004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57D59C-9FCD-4A33-E21A-4B1B7B3776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87A29F-493D-C8E4-1E3A-C51A43A4B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9D2CB-DDBA-66CB-F44B-CE4ED52B8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499B6-0C8A-4C3A-8A73-BA73454589F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A946E-69B4-39EF-B4FF-8A491EFAA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3C481-83B9-D6CB-29A6-2D8000324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C54D8-4890-455A-97A9-04C38930E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627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135EB2-757F-B79D-387E-5E44F3F19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0720C-F02E-4F56-754F-0BD9D4849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65422-6B58-96B5-F6A6-446BA100E9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4499B6-0C8A-4C3A-8A73-BA73454589F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EDE3E-FF0A-4EBC-272C-45DEB57AA1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3C593-A257-82A1-E8A8-4BEAC696BD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C54D8-4890-455A-97A9-04C38930E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858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8773F-7DD7-9714-D31B-32264251BD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Exam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20F95-58BA-A8FD-E922-A1E864B50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203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64117-0447-07FA-856F-4B666E9CD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974E7-42BE-5199-07D8-A637F5046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Overview</a:t>
            </a:r>
          </a:p>
          <a:p>
            <a:pPr marL="0" indent="0">
              <a:buNone/>
            </a:pPr>
            <a:r>
              <a:rPr lang="en-US" dirty="0"/>
              <a:t>In this assignment, you will work with a </a:t>
            </a:r>
            <a:r>
              <a:rPr lang="en-US" b="1" dirty="0"/>
              <a:t>Binary Search Tree (BST)</a:t>
            </a:r>
            <a:r>
              <a:rPr lang="en-US" dirty="0"/>
              <a:t>, a data structure where:</a:t>
            </a:r>
          </a:p>
          <a:p>
            <a:pPr lvl="1"/>
            <a:r>
              <a:rPr lang="en-US" dirty="0"/>
              <a:t>Left subtree values are </a:t>
            </a:r>
            <a:r>
              <a:rPr lang="en-US" b="1" dirty="0"/>
              <a:t>less than</a:t>
            </a:r>
            <a:r>
              <a:rPr lang="en-US" dirty="0"/>
              <a:t> the node’s value</a:t>
            </a:r>
          </a:p>
          <a:p>
            <a:pPr lvl="1"/>
            <a:r>
              <a:rPr lang="en-US" dirty="0"/>
              <a:t>Right subtree values are </a:t>
            </a:r>
            <a:r>
              <a:rPr lang="en-US" b="1" dirty="0"/>
              <a:t>greater than</a:t>
            </a:r>
            <a:r>
              <a:rPr lang="en-US" dirty="0"/>
              <a:t> the node’s value</a:t>
            </a:r>
          </a:p>
          <a:p>
            <a:pPr lvl="1"/>
            <a:r>
              <a:rPr lang="en-US" dirty="0"/>
              <a:t>Duplicate values are </a:t>
            </a:r>
            <a:r>
              <a:rPr lang="en-US" b="1" dirty="0"/>
              <a:t>ignored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You are provided with:</a:t>
            </a:r>
          </a:p>
          <a:p>
            <a:pPr lvl="1"/>
            <a:r>
              <a:rPr lang="en-US" dirty="0"/>
              <a:t>A Node class</a:t>
            </a:r>
          </a:p>
          <a:p>
            <a:pPr lvl="1"/>
            <a:r>
              <a:rPr lang="en-US" dirty="0"/>
              <a:t>A </a:t>
            </a:r>
            <a:r>
              <a:rPr lang="en-US" dirty="0" err="1"/>
              <a:t>BinarySearchTree</a:t>
            </a:r>
            <a:r>
              <a:rPr lang="en-US" dirty="0"/>
              <a:t> class containing </a:t>
            </a:r>
            <a:r>
              <a:rPr lang="en-US" b="1" dirty="0"/>
              <a:t>three incomplete methods</a:t>
            </a:r>
            <a:endParaRPr lang="en-US" dirty="0"/>
          </a:p>
          <a:p>
            <a:pPr lvl="1"/>
            <a:r>
              <a:rPr lang="en-US" dirty="0"/>
              <a:t>A separate automatic grader that evaluates each method independently</a:t>
            </a:r>
          </a:p>
          <a:p>
            <a:pPr marL="0" indent="0">
              <a:buNone/>
            </a:pPr>
            <a:r>
              <a:rPr lang="en-US" dirty="0"/>
              <a:t>Your task is to correctly implement these methods following BST rules.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233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4CB60-D11B-3F14-7571-285EDE2ED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 — insert(self, value) (4 pts)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E8675-7564-BE91-39B4-70744CBDE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Implement the logic to insert a new value into the BST: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If the tree is empty → the new value becomes the root</a:t>
            </a:r>
          </a:p>
          <a:p>
            <a:pPr lvl="1"/>
            <a:r>
              <a:rPr lang="en-US" dirty="0"/>
              <a:t>Otherwise → traverse left or right based on comparisons</a:t>
            </a:r>
          </a:p>
          <a:p>
            <a:pPr lvl="1"/>
            <a:r>
              <a:rPr lang="en-US" dirty="0"/>
              <a:t>Stop when you find the correct empty position</a:t>
            </a:r>
          </a:p>
          <a:p>
            <a:pPr lvl="1"/>
            <a:r>
              <a:rPr lang="en-US" dirty="0"/>
              <a:t>Ignore duplicate values</a:t>
            </a:r>
          </a:p>
          <a:p>
            <a:pPr lvl="1"/>
            <a:r>
              <a:rPr lang="en-US" dirty="0"/>
              <a:t>Do </a:t>
            </a:r>
            <a:r>
              <a:rPr lang="en-US" b="1" dirty="0"/>
              <a:t>not</a:t>
            </a:r>
            <a:r>
              <a:rPr lang="en-US" dirty="0"/>
              <a:t> return anything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must preserve the BST’s ordering properties.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865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5328B-6E57-7152-8D3C-729F1FB0F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 — contains(self, value) (3 pts)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371AA-867C-BCF9-5F82-B33AAEF8C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Implement a method to search for a given value in the tree:</a:t>
            </a:r>
          </a:p>
          <a:p>
            <a:pPr lvl="1"/>
            <a:r>
              <a:rPr lang="en-US" dirty="0"/>
              <a:t>Traverse from the root toward left or right</a:t>
            </a:r>
          </a:p>
          <a:p>
            <a:pPr lvl="1"/>
            <a:r>
              <a:rPr lang="en-US" dirty="0"/>
              <a:t>Follow comparison rules until you either:</a:t>
            </a:r>
          </a:p>
          <a:p>
            <a:pPr lvl="2"/>
            <a:r>
              <a:rPr lang="en-US" dirty="0"/>
              <a:t>Find the value → return True</a:t>
            </a:r>
          </a:p>
          <a:p>
            <a:pPr lvl="2"/>
            <a:r>
              <a:rPr lang="en-US" dirty="0"/>
              <a:t>Reach a missing child → return False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question tests your understanding of how BST lookup works.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438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9F253-5CDF-BDE1-4067-FD706DE66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3 — </a:t>
            </a:r>
            <a:r>
              <a:rPr lang="en-US" dirty="0" err="1"/>
              <a:t>to_list_inorder</a:t>
            </a:r>
            <a:r>
              <a:rPr lang="en-US" dirty="0"/>
              <a:t>(self) (3 pts)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31554-A94F-0AD5-5C27-101082BEC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Return all node values in </a:t>
            </a:r>
            <a:r>
              <a:rPr lang="en-US" b="1" dirty="0"/>
              <a:t>ascending order</a:t>
            </a:r>
            <a:r>
              <a:rPr lang="en-US" dirty="0"/>
              <a:t> using </a:t>
            </a:r>
            <a:r>
              <a:rPr lang="en-US" b="1" dirty="0"/>
              <a:t>in-order traversal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Visit left subtree</a:t>
            </a:r>
          </a:p>
          <a:p>
            <a:pPr lvl="1"/>
            <a:r>
              <a:rPr lang="en-US" dirty="0"/>
              <a:t>Visit current node</a:t>
            </a:r>
          </a:p>
          <a:p>
            <a:pPr lvl="1"/>
            <a:r>
              <a:rPr lang="en-US" dirty="0"/>
              <a:t>Visit right subtree</a:t>
            </a:r>
          </a:p>
          <a:p>
            <a:pPr lvl="1"/>
            <a:r>
              <a:rPr lang="en-US" dirty="0"/>
              <a:t>Collect values in a list and return it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may use recursion or an explicit stack—both approaches are acceptable.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541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8B3CA-5D15-6F4F-622B-A30451751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Important Notes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06231-E468-DBE7-F363-F1BAED6CA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</a:t>
            </a:r>
            <a:r>
              <a:rPr lang="en-US" i="1" dirty="0"/>
              <a:t>not</a:t>
            </a:r>
            <a:r>
              <a:rPr lang="en-US" dirty="0"/>
              <a:t> import extra libraries.</a:t>
            </a:r>
          </a:p>
          <a:p>
            <a:r>
              <a:rPr lang="en-US" dirty="0"/>
              <a:t>Modify </a:t>
            </a:r>
            <a:r>
              <a:rPr lang="en-US" b="1" dirty="0"/>
              <a:t>only</a:t>
            </a:r>
            <a:r>
              <a:rPr lang="en-US" dirty="0"/>
              <a:t> the TODO sections.</a:t>
            </a:r>
          </a:p>
          <a:p>
            <a:r>
              <a:rPr lang="en-US" dirty="0"/>
              <a:t>The grader builds its own test trees, so each question is graded </a:t>
            </a:r>
            <a:r>
              <a:rPr lang="en-US" b="1" dirty="0"/>
              <a:t>independently.</a:t>
            </a:r>
            <a:endParaRPr lang="en-US" dirty="0"/>
          </a:p>
          <a:p>
            <a:r>
              <a:rPr lang="en-US" dirty="0"/>
              <a:t>Run your code by executing your file; the grader will display your score.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319D95-00FC-7CE7-7589-0F697F44E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822" y="4555399"/>
            <a:ext cx="4339183" cy="162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487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7D786-8AAA-E879-1A83-38A9DDCC4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583EB-0296-655B-1CE3-D1D7DAD9B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fontAlgn="base">
              <a:buNone/>
            </a:pPr>
            <a:r>
              <a:rPr lang="en-US" dirty="0"/>
              <a:t>Submit the following in </a:t>
            </a:r>
            <a:r>
              <a:rPr lang="en-US" dirty="0" err="1"/>
              <a:t>iCollege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Your solution/python script (</a:t>
            </a:r>
            <a:r>
              <a:rPr lang="en-US" dirty="0">
                <a:highlight>
                  <a:srgbClr val="FFFF00"/>
                </a:highlight>
              </a:rPr>
              <a:t>YOUR_FULL_NAME_LabExam2.py</a:t>
            </a:r>
            <a:r>
              <a:rPr lang="en-US" dirty="0"/>
              <a:t>)</a:t>
            </a:r>
            <a:endParaRPr lang="en-US" b="0" dirty="0">
              <a:effectLst/>
            </a:endParaRPr>
          </a:p>
          <a:p>
            <a:pPr marL="0" indent="0" fontAlgn="base">
              <a:buNone/>
            </a:pPr>
            <a:r>
              <a:rPr lang="en-US" dirty="0"/>
              <a:t>Due date/time: Same Day within the lab exam period. (</a:t>
            </a:r>
            <a:r>
              <a:rPr lang="en-US" b="1" dirty="0">
                <a:solidFill>
                  <a:srgbClr val="FF0000"/>
                </a:solidFill>
              </a:rPr>
              <a:t>No late submission</a:t>
            </a:r>
            <a:r>
              <a:rPr lang="en-US" dirty="0"/>
              <a:t>)</a:t>
            </a:r>
          </a:p>
          <a:p>
            <a:pPr marL="0" indent="0" fontAlgn="base">
              <a:buNone/>
            </a:pPr>
            <a:r>
              <a:rPr lang="en-US" dirty="0"/>
              <a:t>Demonstrate your solution to the Lab Instructor and be prepared to answer</a:t>
            </a:r>
          </a:p>
          <a:p>
            <a:pPr marL="0" indent="0">
              <a:buNone/>
            </a:pPr>
            <a:r>
              <a:rPr lang="en-US" dirty="0"/>
              <a:t>    a few questions on your solution. </a:t>
            </a:r>
            <a:endParaRPr lang="en-US" b="0" dirty="0">
              <a:effectLst/>
            </a:endParaRP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Important: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An </a:t>
            </a:r>
            <a:r>
              <a:rPr lang="en-US" b="1" dirty="0">
                <a:solidFill>
                  <a:srgbClr val="FF0000"/>
                </a:solidFill>
              </a:rPr>
              <a:t>oral evaluation is required</a:t>
            </a:r>
            <a:r>
              <a:rPr lang="en-US" dirty="0">
                <a:solidFill>
                  <a:srgbClr val="FF0000"/>
                </a:solidFill>
              </a:rPr>
              <a:t>. You </a:t>
            </a:r>
            <a:r>
              <a:rPr lang="en-US" b="1" dirty="0">
                <a:solidFill>
                  <a:srgbClr val="FF0000"/>
                </a:solidFill>
              </a:rPr>
              <a:t>must not leave the room</a:t>
            </a:r>
            <a:r>
              <a:rPr lang="en-US" dirty="0">
                <a:solidFill>
                  <a:srgbClr val="FF0000"/>
                </a:solidFill>
              </a:rPr>
              <a:t> before completing it.</a:t>
            </a:r>
          </a:p>
          <a:p>
            <a:pPr marL="0" indent="0">
              <a:buNone/>
            </a:pPr>
            <a:r>
              <a:rPr lang="en-US" dirty="0"/>
              <a:t>If you leave without the oral test, your exam score will be </a:t>
            </a:r>
            <a:r>
              <a:rPr lang="en-US" b="1" dirty="0"/>
              <a:t>0%</a:t>
            </a:r>
            <a:r>
              <a:rPr lang="en-US" dirty="0"/>
              <a:t>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188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416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LAB Exam 2</vt:lpstr>
      <vt:lpstr>Binary Search Trees</vt:lpstr>
      <vt:lpstr>Question 1 — insert(self, value) (4 pts)</vt:lpstr>
      <vt:lpstr>Question 2 — contains(self, value) (3 pts)</vt:lpstr>
      <vt:lpstr>Question 3 — to_list_inorder(self) (3 pts)</vt:lpstr>
      <vt:lpstr>Important Notes</vt:lpstr>
      <vt:lpstr>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Ardavan Sassani</dc:creator>
  <cp:lastModifiedBy>Ardavan Sassani</cp:lastModifiedBy>
  <cp:revision>1</cp:revision>
  <dcterms:created xsi:type="dcterms:W3CDTF">2025-11-24T19:48:40Z</dcterms:created>
  <dcterms:modified xsi:type="dcterms:W3CDTF">2025-11-24T20:29:11Z</dcterms:modified>
</cp:coreProperties>
</file>