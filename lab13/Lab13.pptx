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350" r:id="rId3"/>
    <p:sldId id="29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8D7B05-B57F-4CF8-8FD5-0192FA23B03C}" v="12" dt="2025-11-17T18:54:02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9"/>
    <p:restoredTop sz="94614"/>
  </p:normalViewPr>
  <p:slideViewPr>
    <p:cSldViewPr snapToGrid="0">
      <p:cViewPr varScale="1">
        <p:scale>
          <a:sx n="107" d="100"/>
          <a:sy n="107" d="100"/>
        </p:scale>
        <p:origin x="12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davan Sassani" userId="4576cf50-cc58-47c5-ae97-f174e2109531" providerId="ADAL" clId="{FEAD2C1F-50A5-4C33-8FA3-A238CB273191}"/>
    <pc:docChg chg="custSel delSld modSld">
      <pc:chgData name="Ardavan Sassani" userId="4576cf50-cc58-47c5-ae97-f174e2109531" providerId="ADAL" clId="{FEAD2C1F-50A5-4C33-8FA3-A238CB273191}" dt="2025-11-17T18:54:26.284" v="442" actId="20577"/>
      <pc:docMkLst>
        <pc:docMk/>
      </pc:docMkLst>
      <pc:sldChg chg="modSp mod">
        <pc:chgData name="Ardavan Sassani" userId="4576cf50-cc58-47c5-ae97-f174e2109531" providerId="ADAL" clId="{FEAD2C1F-50A5-4C33-8FA3-A238CB273191}" dt="2025-11-17T18:54:26.284" v="442" actId="20577"/>
        <pc:sldMkLst>
          <pc:docMk/>
          <pc:sldMk cId="298344549" sldId="294"/>
        </pc:sldMkLst>
        <pc:spChg chg="mod">
          <ac:chgData name="Ardavan Sassani" userId="4576cf50-cc58-47c5-ae97-f174e2109531" providerId="ADAL" clId="{FEAD2C1F-50A5-4C33-8FA3-A238CB273191}" dt="2025-11-17T18:54:26.284" v="442" actId="20577"/>
          <ac:spMkLst>
            <pc:docMk/>
            <pc:sldMk cId="298344549" sldId="294"/>
            <ac:spMk id="9" creationId="{F2338A41-AB0C-6620-52B8-F9F3B7089747}"/>
          </ac:spMkLst>
        </pc:spChg>
      </pc:sldChg>
      <pc:sldChg chg="del">
        <pc:chgData name="Ardavan Sassani" userId="4576cf50-cc58-47c5-ae97-f174e2109531" providerId="ADAL" clId="{FEAD2C1F-50A5-4C33-8FA3-A238CB273191}" dt="2025-11-17T17:21:51.512" v="285" actId="47"/>
        <pc:sldMkLst>
          <pc:docMk/>
          <pc:sldMk cId="3954137157" sldId="349"/>
        </pc:sldMkLst>
      </pc:sldChg>
      <pc:sldChg chg="modSp mod">
        <pc:chgData name="Ardavan Sassani" userId="4576cf50-cc58-47c5-ae97-f174e2109531" providerId="ADAL" clId="{FEAD2C1F-50A5-4C33-8FA3-A238CB273191}" dt="2025-11-17T18:10:42.065" v="421" actId="20577"/>
        <pc:sldMkLst>
          <pc:docMk/>
          <pc:sldMk cId="3210530984" sldId="350"/>
        </pc:sldMkLst>
        <pc:spChg chg="mod">
          <ac:chgData name="Ardavan Sassani" userId="4576cf50-cc58-47c5-ae97-f174e2109531" providerId="ADAL" clId="{FEAD2C1F-50A5-4C33-8FA3-A238CB273191}" dt="2025-11-17T18:10:42.065" v="421" actId="20577"/>
          <ac:spMkLst>
            <pc:docMk/>
            <pc:sldMk cId="3210530984" sldId="350"/>
            <ac:spMk id="10" creationId="{EBA42DB3-4659-AD87-5AFD-11D9F86840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06D7-9D6C-9FC1-BD6C-9A4E79EF0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C51F4-7ACE-1847-01E1-92BBD57F9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F9873-A6DE-5B29-ABD5-7111B6C3E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394AC-1AD0-E52F-1E33-AC49DAC9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23EC6-D3AE-E733-D284-2368D8813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9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3289-D234-2435-F133-DA2F9F5B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AD302-E1F5-4F93-4C42-769D633F1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04694-3B1D-54C9-1BE7-DE350494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64C74-B0CB-397B-DAFA-22E509AC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FA5AF-5D7D-2833-0D51-55A6BBDDA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3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7730-C25B-6C76-721E-BFCB1394D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9DE3B-7736-128F-FB35-73CAC8C9B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D7A69-023D-40E8-D5BE-487B7F67F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15E2-F279-CBE0-D185-A17012E3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D0450-3365-C18D-D4C9-143F46E6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0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6F3F-A7DF-89D4-680E-91EFADEF8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3A71-B928-DCA4-80D9-6735AC4D8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44F5C-65F9-D9B6-4389-713C4ECD4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5A164-A9D0-F823-282E-F1A54DFA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A6904-9EBA-D910-9A9A-463CD69C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912DF-7D19-85DD-F087-94BDA64C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41A5-FAA8-67F0-0ECE-FC06302D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71F02-F86C-FF4F-C8ED-8B8FC7413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727197-986D-EB95-8157-4ED9C051B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2675B-EAEF-8B03-D8F2-0E7A04B60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A07473-BAAC-5DFD-4A20-B6D831508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0C2C80-2596-933C-0155-12B2781F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353883-8302-256A-76EB-107CF948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275C9-3707-086A-A67E-A7F3444E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4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AFC9-80E8-AF0C-4DD1-30F193C36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103FD-DFF9-C577-F9DE-EF9A9979B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39C4F-496E-23C7-BFCF-0DE178122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02848-683D-DC53-60B2-A65A9AE4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D2F47-9AD0-5DA1-2691-3E229545D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B8356-6304-2F2B-11A3-5028D8D04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19423-2C9F-91F9-EF1D-27E94903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2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11298-DAD3-19D3-C500-5D27057A4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E66DB-FC3F-F8C6-55B8-70C41E213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D63B1-F9E5-0B50-2EEA-A4F388C86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921CC-6CCC-85F1-145B-6A1E5B82D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FA0CD-D149-884A-E321-F13D72682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D80E3-9DBD-6E47-EAD1-4BDA22F3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2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316F-764A-8861-76F9-CCE85CED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A76B7-CBEC-87AF-1D58-21950C2D8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263E5-6813-3EFD-27F2-F3CA05A0B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E5672-EA76-B642-821F-7F91EB67D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27E4D-DDA8-B9C3-799F-ACE01942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37205-2626-D1D8-BBB6-2A3D6342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6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5F27B-E703-371E-FFF4-11293ED0B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C92B4-2FAF-0C70-4EA2-F323209A5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AE42-8C75-07CA-C5E0-B8B3B92F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42A1A-4BED-CC92-8441-9C8D02D3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6042E-E6F9-6524-3494-B8389EEA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5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A7BBA3-59BE-C161-8036-E50BDEBDE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D5E2B-25DA-B23D-6282-81F5B3DCB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CF5EE-7885-7C2B-ADE9-87F0B12C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212A0-6388-5CB9-2FB4-B2990A29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B6915-5A02-5257-2690-50EBA135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6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155144-D87A-D9A3-CF88-D7FE80DCE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0005B-109D-DB35-FB0F-EABC939C5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14DA8-B3AA-142A-5FC7-833C0DDAD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4D2F8-925D-BF4C-8239-F76F38CF31E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A1C91-B928-D56B-1F9A-6629C3EC2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A6C6C-D444-920E-6FD4-7F6B8124B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02666-1CC2-C746-A6C1-15E636F5A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5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1DCF-245F-C6EA-E4C3-E8977FD1A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Lab 13</a:t>
            </a:r>
          </a:p>
        </p:txBody>
      </p:sp>
    </p:spTree>
    <p:extLst>
      <p:ext uri="{BB962C8B-B14F-4D97-AF65-F5344CB8AC3E}">
        <p14:creationId xmlns:p14="http://schemas.microsoft.com/office/powerpoint/2010/main" val="2740656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ACE80-04FC-F321-B8B7-2F1D8A77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BA42DB3-4659-AD87-5AFD-11D9F8684075}"/>
              </a:ext>
            </a:extLst>
          </p:cNvPr>
          <p:cNvSpPr txBox="1"/>
          <p:nvPr/>
        </p:nvSpPr>
        <p:spPr>
          <a:xfrm>
            <a:off x="954281" y="898647"/>
            <a:ext cx="1081683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this lab, you will work with two CSV files containing greenhouse gas emissions and population data from 1970 to 2024. </a:t>
            </a:r>
          </a:p>
          <a:p>
            <a:r>
              <a:rPr lang="en-US" sz="2400" dirty="0"/>
              <a:t>Your tasks are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Load both files into pandas </a:t>
            </a:r>
            <a:r>
              <a:rPr lang="en-US" sz="2400" dirty="0" err="1"/>
              <a:t>DataFrames</a:t>
            </a:r>
            <a:r>
              <a:rPr lang="en-US" sz="2400" dirty="0"/>
              <a:t>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Filter out some rows and select data for 2024 only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Merge them by key attribute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 per capita values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Show the results using different types of charts and figures.</a:t>
            </a:r>
          </a:p>
          <a:p>
            <a:endParaRPr lang="en-US" dirty="0"/>
          </a:p>
          <a:p>
            <a:r>
              <a:rPr lang="en-US" sz="2400" dirty="0"/>
              <a:t>You can find the detailed instructions inside the code. </a:t>
            </a:r>
          </a:p>
          <a:p>
            <a:r>
              <a:rPr lang="en-US" sz="2400" dirty="0"/>
              <a:t>Please read TODOs carefully.</a:t>
            </a:r>
          </a:p>
        </p:txBody>
      </p:sp>
    </p:spTree>
    <p:extLst>
      <p:ext uri="{BB962C8B-B14F-4D97-AF65-F5344CB8AC3E}">
        <p14:creationId xmlns:p14="http://schemas.microsoft.com/office/powerpoint/2010/main" val="321053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FD35-8A4D-3B4A-AC25-A89E0E5C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Submission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38A41-AB0C-6620-52B8-F9F3B7089747}"/>
              </a:ext>
            </a:extLst>
          </p:cNvPr>
          <p:cNvSpPr txBox="1"/>
          <p:nvPr/>
        </p:nvSpPr>
        <p:spPr>
          <a:xfrm>
            <a:off x="838200" y="1647579"/>
            <a:ext cx="11342914" cy="477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Submit the following in iCollege: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code file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FULL_NAME_Lab13.py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Saved figures as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(4 files) with the following names:</a:t>
            </a:r>
          </a:p>
          <a:p>
            <a:pPr marL="1257300" lvl="2" indent="-342900">
              <a:buFont typeface="+mj-lt"/>
              <a:buAutoNum type="arabicParenR"/>
            </a:pPr>
            <a:r>
              <a:rPr lang="en-US" dirty="0"/>
              <a:t>ghg_vs_population.png</a:t>
            </a:r>
          </a:p>
          <a:p>
            <a:pPr marL="1257300" lvl="2" indent="-342900">
              <a:buFont typeface="+mj-lt"/>
              <a:buAutoNum type="arabicParenR"/>
            </a:pPr>
            <a:r>
              <a:rPr lang="en-US" dirty="0"/>
              <a:t>ghg_vs_population_per_capita.png</a:t>
            </a:r>
          </a:p>
          <a:p>
            <a:pPr marL="1257300" lvl="2" indent="-342900">
              <a:buFont typeface="+mj-lt"/>
              <a:buAutoNum type="arabicParenR"/>
            </a:pPr>
            <a:r>
              <a:rPr lang="en-US" dirty="0"/>
              <a:t>top_10_ghg_emissions.png</a:t>
            </a:r>
          </a:p>
          <a:p>
            <a:pPr marL="1257300" lvl="2" indent="-342900">
              <a:buFont typeface="+mj-lt"/>
              <a:buAutoNum type="arabicParenR"/>
            </a:pPr>
            <a:r>
              <a:rPr lang="en-US" dirty="0"/>
              <a:t>top_10_ghg_per_capita.png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Due date/time: Same Day within the lab period (strongly recommended)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submission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 late submission penalty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Same Day - after the lab period but before 11:59PM 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24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Demonstrate your solution to the Lab Instructor and be prepared to answer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     a few questions on your solution.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4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207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Wingdings</vt:lpstr>
      <vt:lpstr>Office Theme</vt:lpstr>
      <vt:lpstr>Lab 13</vt:lpstr>
      <vt:lpstr>PowerPoint Presentation</vt:lpstr>
      <vt:lpstr>Submission Instructions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 M Towhidul Islam</dc:creator>
  <cp:keywords/>
  <dc:description/>
  <cp:lastModifiedBy>Ardavan Sassani</cp:lastModifiedBy>
  <cp:revision>18</cp:revision>
  <dcterms:created xsi:type="dcterms:W3CDTF">2024-11-10T20:09:03Z</dcterms:created>
  <dcterms:modified xsi:type="dcterms:W3CDTF">2025-11-17T18:54:30Z</dcterms:modified>
  <cp:category/>
</cp:coreProperties>
</file>