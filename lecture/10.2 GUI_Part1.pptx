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9"/>
  </p:notesMasterIdLst>
  <p:sldIdLst>
    <p:sldId id="316" r:id="rId5"/>
    <p:sldId id="312" r:id="rId6"/>
    <p:sldId id="313" r:id="rId7"/>
    <p:sldId id="314" r:id="rId8"/>
    <p:sldId id="315" r:id="rId9"/>
    <p:sldId id="275" r:id="rId10"/>
    <p:sldId id="276" r:id="rId11"/>
    <p:sldId id="277" r:id="rId12"/>
    <p:sldId id="289" r:id="rId13"/>
    <p:sldId id="278" r:id="rId14"/>
    <p:sldId id="279" r:id="rId15"/>
    <p:sldId id="280" r:id="rId16"/>
    <p:sldId id="281" r:id="rId17"/>
    <p:sldId id="282" r:id="rId18"/>
    <p:sldId id="283" r:id="rId19"/>
    <p:sldId id="286" r:id="rId20"/>
    <p:sldId id="284" r:id="rId21"/>
    <p:sldId id="285" r:id="rId22"/>
    <p:sldId id="287" r:id="rId23"/>
    <p:sldId id="288" r:id="rId24"/>
    <p:sldId id="290" r:id="rId25"/>
    <p:sldId id="292" r:id="rId26"/>
    <p:sldId id="310" r:id="rId27"/>
    <p:sldId id="291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01CA67A-3F33-44DB-BA29-3EE860FF9B54}" v="1645" dt="2023-07-05T15:25:25.5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796" autoAdjust="0"/>
    <p:restoredTop sz="94660"/>
  </p:normalViewPr>
  <p:slideViewPr>
    <p:cSldViewPr snapToGrid="0" showGuides="1">
      <p:cViewPr varScale="1">
        <p:scale>
          <a:sx n="107" d="100"/>
          <a:sy n="107" d="100"/>
        </p:scale>
        <p:origin x="336" y="176"/>
      </p:cViewPr>
      <p:guideLst>
        <p:guide orient="horz" pos="2136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 M Towhidul Islam" userId="f0c7a54b-59a3-4574-a7d3-38d3921eb4d8" providerId="ADAL" clId="{F01CA67A-3F33-44DB-BA29-3EE860FF9B54}"/>
    <pc:docChg chg="undo redo custSel addSld delSld modSld sldOrd">
      <pc:chgData name="S M Towhidul Islam" userId="f0c7a54b-59a3-4574-a7d3-38d3921eb4d8" providerId="ADAL" clId="{F01CA67A-3F33-44DB-BA29-3EE860FF9B54}" dt="2023-07-05T15:25:25.515" v="3829"/>
      <pc:docMkLst>
        <pc:docMk/>
      </pc:docMkLst>
      <pc:sldChg chg="addSp delSp modSp mod modAnim">
        <pc:chgData name="S M Towhidul Islam" userId="f0c7a54b-59a3-4574-a7d3-38d3921eb4d8" providerId="ADAL" clId="{F01CA67A-3F33-44DB-BA29-3EE860FF9B54}" dt="2023-06-28T17:30:10.937" v="3448"/>
        <pc:sldMkLst>
          <pc:docMk/>
          <pc:sldMk cId="1513938649" sldId="257"/>
        </pc:sldMkLst>
        <pc:spChg chg="add mod">
          <ac:chgData name="S M Towhidul Islam" userId="f0c7a54b-59a3-4574-a7d3-38d3921eb4d8" providerId="ADAL" clId="{F01CA67A-3F33-44DB-BA29-3EE860FF9B54}" dt="2023-06-26T03:32:53.683" v="261" actId="20577"/>
          <ac:spMkLst>
            <pc:docMk/>
            <pc:sldMk cId="1513938649" sldId="257"/>
            <ac:spMk id="3" creationId="{608FD066-8460-C8D4-10E9-05E3BB4ED5C0}"/>
          </ac:spMkLst>
        </pc:spChg>
        <pc:spChg chg="add mod">
          <ac:chgData name="S M Towhidul Islam" userId="f0c7a54b-59a3-4574-a7d3-38d3921eb4d8" providerId="ADAL" clId="{F01CA67A-3F33-44DB-BA29-3EE860FF9B54}" dt="2023-06-26T03:31:32.647" v="188" actId="1076"/>
          <ac:spMkLst>
            <pc:docMk/>
            <pc:sldMk cId="1513938649" sldId="257"/>
            <ac:spMk id="7" creationId="{CD3C3B88-3E14-F305-B84A-7BBF2FD4FAA8}"/>
          </ac:spMkLst>
        </pc:spChg>
        <pc:spChg chg="add mod">
          <ac:chgData name="S M Towhidul Islam" userId="f0c7a54b-59a3-4574-a7d3-38d3921eb4d8" providerId="ADAL" clId="{F01CA67A-3F33-44DB-BA29-3EE860FF9B54}" dt="2023-06-26T03:31:32.647" v="188" actId="1076"/>
          <ac:spMkLst>
            <pc:docMk/>
            <pc:sldMk cId="1513938649" sldId="257"/>
            <ac:spMk id="8" creationId="{8216515D-FB71-70C1-57DF-7D6E5810A5D9}"/>
          </ac:spMkLst>
        </pc:spChg>
        <pc:spChg chg="add mod">
          <ac:chgData name="S M Towhidul Islam" userId="f0c7a54b-59a3-4574-a7d3-38d3921eb4d8" providerId="ADAL" clId="{F01CA67A-3F33-44DB-BA29-3EE860FF9B54}" dt="2023-06-26T03:31:32.647" v="188" actId="1076"/>
          <ac:spMkLst>
            <pc:docMk/>
            <pc:sldMk cId="1513938649" sldId="257"/>
            <ac:spMk id="16" creationId="{9075E656-FCC4-027B-FBFC-614E1E2458D4}"/>
          </ac:spMkLst>
        </pc:spChg>
        <pc:spChg chg="add mod">
          <ac:chgData name="S M Towhidul Islam" userId="f0c7a54b-59a3-4574-a7d3-38d3921eb4d8" providerId="ADAL" clId="{F01CA67A-3F33-44DB-BA29-3EE860FF9B54}" dt="2023-06-26T03:33:12.504" v="269" actId="1076"/>
          <ac:spMkLst>
            <pc:docMk/>
            <pc:sldMk cId="1513938649" sldId="257"/>
            <ac:spMk id="17" creationId="{1584BC78-28EB-DA57-850A-1AECEDEAEDCC}"/>
          </ac:spMkLst>
        </pc:spChg>
        <pc:spChg chg="add mod">
          <ac:chgData name="S M Towhidul Islam" userId="f0c7a54b-59a3-4574-a7d3-38d3921eb4d8" providerId="ADAL" clId="{F01CA67A-3F33-44DB-BA29-3EE860FF9B54}" dt="2023-06-26T03:33:25.520" v="277" actId="1076"/>
          <ac:spMkLst>
            <pc:docMk/>
            <pc:sldMk cId="1513938649" sldId="257"/>
            <ac:spMk id="18" creationId="{105C4AD8-C556-5756-6BB6-8528C6D66ED7}"/>
          </ac:spMkLst>
        </pc:spChg>
        <pc:spChg chg="add mod">
          <ac:chgData name="S M Towhidul Islam" userId="f0c7a54b-59a3-4574-a7d3-38d3921eb4d8" providerId="ADAL" clId="{F01CA67A-3F33-44DB-BA29-3EE860FF9B54}" dt="2023-06-26T03:33:39.704" v="284" actId="1076"/>
          <ac:spMkLst>
            <pc:docMk/>
            <pc:sldMk cId="1513938649" sldId="257"/>
            <ac:spMk id="19" creationId="{3E19E1D1-8C24-EB35-D6EC-BDF732DDF821}"/>
          </ac:spMkLst>
        </pc:spChg>
        <pc:cxnChg chg="add mod">
          <ac:chgData name="S M Towhidul Islam" userId="f0c7a54b-59a3-4574-a7d3-38d3921eb4d8" providerId="ADAL" clId="{F01CA67A-3F33-44DB-BA29-3EE860FF9B54}" dt="2023-06-26T03:31:32.647" v="188" actId="1076"/>
          <ac:cxnSpMkLst>
            <pc:docMk/>
            <pc:sldMk cId="1513938649" sldId="257"/>
            <ac:cxnSpMk id="4" creationId="{452B381D-E58E-335B-8A6B-E414CF0331C7}"/>
          </ac:cxnSpMkLst>
        </pc:cxnChg>
        <pc:cxnChg chg="add del mod">
          <ac:chgData name="S M Towhidul Islam" userId="f0c7a54b-59a3-4574-a7d3-38d3921eb4d8" providerId="ADAL" clId="{F01CA67A-3F33-44DB-BA29-3EE860FF9B54}" dt="2023-06-26T02:50:24.142" v="81" actId="478"/>
          <ac:cxnSpMkLst>
            <pc:docMk/>
            <pc:sldMk cId="1513938649" sldId="257"/>
            <ac:cxnSpMk id="5" creationId="{C1305C06-EDA2-D0D1-C96D-BA3AF151D1FA}"/>
          </ac:cxnSpMkLst>
        </pc:cxnChg>
        <pc:cxnChg chg="add mod">
          <ac:chgData name="S M Towhidul Islam" userId="f0c7a54b-59a3-4574-a7d3-38d3921eb4d8" providerId="ADAL" clId="{F01CA67A-3F33-44DB-BA29-3EE860FF9B54}" dt="2023-06-26T03:31:32.647" v="188" actId="1076"/>
          <ac:cxnSpMkLst>
            <pc:docMk/>
            <pc:sldMk cId="1513938649" sldId="257"/>
            <ac:cxnSpMk id="6" creationId="{D6D15ED0-F3CA-51E0-5A22-FFABB9939C71}"/>
          </ac:cxnSpMkLst>
        </pc:cxnChg>
      </pc:sldChg>
      <pc:sldChg chg="addSp modSp mod modAnim">
        <pc:chgData name="S M Towhidul Islam" userId="f0c7a54b-59a3-4574-a7d3-38d3921eb4d8" providerId="ADAL" clId="{F01CA67A-3F33-44DB-BA29-3EE860FF9B54}" dt="2023-06-26T04:59:14.214" v="1335" actId="1076"/>
        <pc:sldMkLst>
          <pc:docMk/>
          <pc:sldMk cId="3764581669" sldId="258"/>
        </pc:sldMkLst>
        <pc:spChg chg="add mod">
          <ac:chgData name="S M Towhidul Islam" userId="f0c7a54b-59a3-4574-a7d3-38d3921eb4d8" providerId="ADAL" clId="{F01CA67A-3F33-44DB-BA29-3EE860FF9B54}" dt="2023-06-26T04:59:14.214" v="1335" actId="1076"/>
          <ac:spMkLst>
            <pc:docMk/>
            <pc:sldMk cId="3764581669" sldId="258"/>
            <ac:spMk id="3" creationId="{0D92EDCD-47D2-F435-139C-9B3B05B9CF53}"/>
          </ac:spMkLst>
        </pc:spChg>
        <pc:spChg chg="add mod">
          <ac:chgData name="S M Towhidul Islam" userId="f0c7a54b-59a3-4574-a7d3-38d3921eb4d8" providerId="ADAL" clId="{F01CA67A-3F33-44DB-BA29-3EE860FF9B54}" dt="2023-06-26T04:08:54.795" v="531" actId="1076"/>
          <ac:spMkLst>
            <pc:docMk/>
            <pc:sldMk cId="3764581669" sldId="258"/>
            <ac:spMk id="4" creationId="{2458284D-3A72-AF89-8073-38A027A6C2A3}"/>
          </ac:spMkLst>
        </pc:spChg>
        <pc:spChg chg="add mod">
          <ac:chgData name="S M Towhidul Islam" userId="f0c7a54b-59a3-4574-a7d3-38d3921eb4d8" providerId="ADAL" clId="{F01CA67A-3F33-44DB-BA29-3EE860FF9B54}" dt="2023-06-26T04:08:54.795" v="531" actId="1076"/>
          <ac:spMkLst>
            <pc:docMk/>
            <pc:sldMk cId="3764581669" sldId="258"/>
            <ac:spMk id="5" creationId="{BD828F9C-154E-6A0A-AF2B-C9D3CCD9E089}"/>
          </ac:spMkLst>
        </pc:spChg>
        <pc:spChg chg="add mod">
          <ac:chgData name="S M Towhidul Islam" userId="f0c7a54b-59a3-4574-a7d3-38d3921eb4d8" providerId="ADAL" clId="{F01CA67A-3F33-44DB-BA29-3EE860FF9B54}" dt="2023-06-26T04:08:54.795" v="531" actId="1076"/>
          <ac:spMkLst>
            <pc:docMk/>
            <pc:sldMk cId="3764581669" sldId="258"/>
            <ac:spMk id="6" creationId="{C278EFB4-6E9C-18D5-9211-4BCBAC1DE856}"/>
          </ac:spMkLst>
        </pc:spChg>
        <pc:spChg chg="add mod">
          <ac:chgData name="S M Towhidul Islam" userId="f0c7a54b-59a3-4574-a7d3-38d3921eb4d8" providerId="ADAL" clId="{F01CA67A-3F33-44DB-BA29-3EE860FF9B54}" dt="2023-06-26T04:08:54.795" v="531" actId="1076"/>
          <ac:spMkLst>
            <pc:docMk/>
            <pc:sldMk cId="3764581669" sldId="258"/>
            <ac:spMk id="7" creationId="{4D138C2A-ADB9-D802-27BA-7B6B6849C36E}"/>
          </ac:spMkLst>
        </pc:spChg>
        <pc:spChg chg="add mod">
          <ac:chgData name="S M Towhidul Islam" userId="f0c7a54b-59a3-4574-a7d3-38d3921eb4d8" providerId="ADAL" clId="{F01CA67A-3F33-44DB-BA29-3EE860FF9B54}" dt="2023-06-26T04:08:54.795" v="531" actId="1076"/>
          <ac:spMkLst>
            <pc:docMk/>
            <pc:sldMk cId="3764581669" sldId="258"/>
            <ac:spMk id="8" creationId="{37B6C996-45ED-02A4-9A44-218F38D27F61}"/>
          </ac:spMkLst>
        </pc:spChg>
        <pc:spChg chg="add mod">
          <ac:chgData name="S M Towhidul Islam" userId="f0c7a54b-59a3-4574-a7d3-38d3921eb4d8" providerId="ADAL" clId="{F01CA67A-3F33-44DB-BA29-3EE860FF9B54}" dt="2023-06-26T04:08:54.795" v="531" actId="1076"/>
          <ac:spMkLst>
            <pc:docMk/>
            <pc:sldMk cId="3764581669" sldId="258"/>
            <ac:spMk id="9" creationId="{B62AAC73-48B9-B4EA-36A5-C63D6E6D6EBC}"/>
          </ac:spMkLst>
        </pc:spChg>
        <pc:spChg chg="add mod">
          <ac:chgData name="S M Towhidul Islam" userId="f0c7a54b-59a3-4574-a7d3-38d3921eb4d8" providerId="ADAL" clId="{F01CA67A-3F33-44DB-BA29-3EE860FF9B54}" dt="2023-06-26T04:08:03.626" v="494" actId="20577"/>
          <ac:spMkLst>
            <pc:docMk/>
            <pc:sldMk cId="3764581669" sldId="258"/>
            <ac:spMk id="25" creationId="{F4AFA0F1-D2EA-603C-4304-47AE062AC5AE}"/>
          </ac:spMkLst>
        </pc:spChg>
        <pc:spChg chg="add mod">
          <ac:chgData name="S M Towhidul Islam" userId="f0c7a54b-59a3-4574-a7d3-38d3921eb4d8" providerId="ADAL" clId="{F01CA67A-3F33-44DB-BA29-3EE860FF9B54}" dt="2023-06-26T04:08:33.680" v="530" actId="20577"/>
          <ac:spMkLst>
            <pc:docMk/>
            <pc:sldMk cId="3764581669" sldId="258"/>
            <ac:spMk id="26" creationId="{C37205E6-1A2E-3658-1C58-57940695EDED}"/>
          </ac:spMkLst>
        </pc:spChg>
        <pc:spChg chg="add mod">
          <ac:chgData name="S M Towhidul Islam" userId="f0c7a54b-59a3-4574-a7d3-38d3921eb4d8" providerId="ADAL" clId="{F01CA67A-3F33-44DB-BA29-3EE860FF9B54}" dt="2023-06-26T04:10:53.853" v="568" actId="1076"/>
          <ac:spMkLst>
            <pc:docMk/>
            <pc:sldMk cId="3764581669" sldId="258"/>
            <ac:spMk id="27" creationId="{6D869BB9-4543-67D5-5667-FC250CBA3F49}"/>
          </ac:spMkLst>
        </pc:spChg>
        <pc:spChg chg="add mod">
          <ac:chgData name="S M Towhidul Islam" userId="f0c7a54b-59a3-4574-a7d3-38d3921eb4d8" providerId="ADAL" clId="{F01CA67A-3F33-44DB-BA29-3EE860FF9B54}" dt="2023-06-26T04:11:03.719" v="570" actId="1076"/>
          <ac:spMkLst>
            <pc:docMk/>
            <pc:sldMk cId="3764581669" sldId="258"/>
            <ac:spMk id="28" creationId="{007A5141-5BC9-5F40-8817-4A2A792D39AE}"/>
          </ac:spMkLst>
        </pc:spChg>
        <pc:spChg chg="add mod">
          <ac:chgData name="S M Towhidul Islam" userId="f0c7a54b-59a3-4574-a7d3-38d3921eb4d8" providerId="ADAL" clId="{F01CA67A-3F33-44DB-BA29-3EE860FF9B54}" dt="2023-06-26T04:11:34.822" v="581" actId="1076"/>
          <ac:spMkLst>
            <pc:docMk/>
            <pc:sldMk cId="3764581669" sldId="258"/>
            <ac:spMk id="29" creationId="{A890014F-EDC0-9F23-340B-F4ED0C2CD04B}"/>
          </ac:spMkLst>
        </pc:spChg>
        <pc:cxnChg chg="add mod">
          <ac:chgData name="S M Towhidul Islam" userId="f0c7a54b-59a3-4574-a7d3-38d3921eb4d8" providerId="ADAL" clId="{F01CA67A-3F33-44DB-BA29-3EE860FF9B54}" dt="2023-06-26T04:08:54.795" v="531" actId="1076"/>
          <ac:cxnSpMkLst>
            <pc:docMk/>
            <pc:sldMk cId="3764581669" sldId="258"/>
            <ac:cxnSpMk id="11" creationId="{AD2085D1-BBF3-D805-DB28-7E75C6C1A311}"/>
          </ac:cxnSpMkLst>
        </pc:cxnChg>
        <pc:cxnChg chg="add mod">
          <ac:chgData name="S M Towhidul Islam" userId="f0c7a54b-59a3-4574-a7d3-38d3921eb4d8" providerId="ADAL" clId="{F01CA67A-3F33-44DB-BA29-3EE860FF9B54}" dt="2023-06-26T04:08:54.795" v="531" actId="1076"/>
          <ac:cxnSpMkLst>
            <pc:docMk/>
            <pc:sldMk cId="3764581669" sldId="258"/>
            <ac:cxnSpMk id="12" creationId="{030E94C2-D7C8-7948-E371-0F6F06B2B2CB}"/>
          </ac:cxnSpMkLst>
        </pc:cxnChg>
        <pc:cxnChg chg="add mod">
          <ac:chgData name="S M Towhidul Islam" userId="f0c7a54b-59a3-4574-a7d3-38d3921eb4d8" providerId="ADAL" clId="{F01CA67A-3F33-44DB-BA29-3EE860FF9B54}" dt="2023-06-26T04:08:54.795" v="531" actId="1076"/>
          <ac:cxnSpMkLst>
            <pc:docMk/>
            <pc:sldMk cId="3764581669" sldId="258"/>
            <ac:cxnSpMk id="15" creationId="{B1994081-6582-9EB1-BAA0-89BCCFB25E64}"/>
          </ac:cxnSpMkLst>
        </pc:cxnChg>
        <pc:cxnChg chg="add mod">
          <ac:chgData name="S M Towhidul Islam" userId="f0c7a54b-59a3-4574-a7d3-38d3921eb4d8" providerId="ADAL" clId="{F01CA67A-3F33-44DB-BA29-3EE860FF9B54}" dt="2023-06-26T04:08:54.795" v="531" actId="1076"/>
          <ac:cxnSpMkLst>
            <pc:docMk/>
            <pc:sldMk cId="3764581669" sldId="258"/>
            <ac:cxnSpMk id="18" creationId="{BBAE73C7-D735-F8E3-05C8-AFBDB5C55754}"/>
          </ac:cxnSpMkLst>
        </pc:cxnChg>
        <pc:cxnChg chg="add mod">
          <ac:chgData name="S M Towhidul Islam" userId="f0c7a54b-59a3-4574-a7d3-38d3921eb4d8" providerId="ADAL" clId="{F01CA67A-3F33-44DB-BA29-3EE860FF9B54}" dt="2023-06-26T04:08:54.795" v="531" actId="1076"/>
          <ac:cxnSpMkLst>
            <pc:docMk/>
            <pc:sldMk cId="3764581669" sldId="258"/>
            <ac:cxnSpMk id="22" creationId="{7DFC97DD-7BE2-175F-B1AE-CF281918AB16}"/>
          </ac:cxnSpMkLst>
        </pc:cxnChg>
      </pc:sldChg>
      <pc:sldChg chg="del">
        <pc:chgData name="S M Towhidul Islam" userId="f0c7a54b-59a3-4574-a7d3-38d3921eb4d8" providerId="ADAL" clId="{F01CA67A-3F33-44DB-BA29-3EE860FF9B54}" dt="2023-06-26T04:29:34.464" v="846" actId="47"/>
        <pc:sldMkLst>
          <pc:docMk/>
          <pc:sldMk cId="2529218971" sldId="259"/>
        </pc:sldMkLst>
      </pc:sldChg>
      <pc:sldChg chg="modAnim">
        <pc:chgData name="S M Towhidul Islam" userId="f0c7a54b-59a3-4574-a7d3-38d3921eb4d8" providerId="ADAL" clId="{F01CA67A-3F33-44DB-BA29-3EE860FF9B54}" dt="2023-06-28T17:26:05.256" v="3422"/>
        <pc:sldMkLst>
          <pc:docMk/>
          <pc:sldMk cId="2734029045" sldId="260"/>
        </pc:sldMkLst>
      </pc:sldChg>
      <pc:sldChg chg="addSp delSp modSp mod modAnim">
        <pc:chgData name="S M Towhidul Islam" userId="f0c7a54b-59a3-4574-a7d3-38d3921eb4d8" providerId="ADAL" clId="{F01CA67A-3F33-44DB-BA29-3EE860FF9B54}" dt="2023-06-28T17:28:52.690" v="3439"/>
        <pc:sldMkLst>
          <pc:docMk/>
          <pc:sldMk cId="3473861016" sldId="261"/>
        </pc:sldMkLst>
        <pc:spChg chg="mod">
          <ac:chgData name="S M Towhidul Islam" userId="f0c7a54b-59a3-4574-a7d3-38d3921eb4d8" providerId="ADAL" clId="{F01CA67A-3F33-44DB-BA29-3EE860FF9B54}" dt="2023-06-26T02:47:40.643" v="30" actId="1076"/>
          <ac:spMkLst>
            <pc:docMk/>
            <pc:sldMk cId="3473861016" sldId="261"/>
            <ac:spMk id="2" creationId="{1075874C-0179-3803-01A9-2A5F9094EBA0}"/>
          </ac:spMkLst>
        </pc:spChg>
        <pc:spChg chg="mod">
          <ac:chgData name="S M Towhidul Islam" userId="f0c7a54b-59a3-4574-a7d3-38d3921eb4d8" providerId="ADAL" clId="{F01CA67A-3F33-44DB-BA29-3EE860FF9B54}" dt="2023-06-26T03:31:21.191" v="187" actId="20577"/>
          <ac:spMkLst>
            <pc:docMk/>
            <pc:sldMk cId="3473861016" sldId="261"/>
            <ac:spMk id="3" creationId="{73EF308B-DF9B-424B-CD89-302C824BA4E7}"/>
          </ac:spMkLst>
        </pc:spChg>
        <pc:spChg chg="add mod">
          <ac:chgData name="S M Towhidul Islam" userId="f0c7a54b-59a3-4574-a7d3-38d3921eb4d8" providerId="ADAL" clId="{F01CA67A-3F33-44DB-BA29-3EE860FF9B54}" dt="2023-06-26T02:49:27.922" v="58" actId="1076"/>
          <ac:spMkLst>
            <pc:docMk/>
            <pc:sldMk cId="3473861016" sldId="261"/>
            <ac:spMk id="27" creationId="{54D50449-B11D-CA0E-FE94-2BB8BBA38C09}"/>
          </ac:spMkLst>
        </pc:spChg>
        <pc:spChg chg="add mod">
          <ac:chgData name="S M Towhidul Islam" userId="f0c7a54b-59a3-4574-a7d3-38d3921eb4d8" providerId="ADAL" clId="{F01CA67A-3F33-44DB-BA29-3EE860FF9B54}" dt="2023-06-26T02:49:27.922" v="58" actId="1076"/>
          <ac:spMkLst>
            <pc:docMk/>
            <pc:sldMk cId="3473861016" sldId="261"/>
            <ac:spMk id="28" creationId="{500B6678-7A3A-13BB-E588-14B3C3810053}"/>
          </ac:spMkLst>
        </pc:spChg>
        <pc:spChg chg="add mod">
          <ac:chgData name="S M Towhidul Islam" userId="f0c7a54b-59a3-4574-a7d3-38d3921eb4d8" providerId="ADAL" clId="{F01CA67A-3F33-44DB-BA29-3EE860FF9B54}" dt="2023-06-26T03:28:59.531" v="111" actId="1076"/>
          <ac:spMkLst>
            <pc:docMk/>
            <pc:sldMk cId="3473861016" sldId="261"/>
            <ac:spMk id="29" creationId="{6539ABC3-8E03-7230-65BD-D41C43B83D67}"/>
          </ac:spMkLst>
        </pc:spChg>
        <pc:spChg chg="add mod">
          <ac:chgData name="S M Towhidul Islam" userId="f0c7a54b-59a3-4574-a7d3-38d3921eb4d8" providerId="ADAL" clId="{F01CA67A-3F33-44DB-BA29-3EE860FF9B54}" dt="2023-06-26T03:29:19.977" v="117" actId="1076"/>
          <ac:spMkLst>
            <pc:docMk/>
            <pc:sldMk cId="3473861016" sldId="261"/>
            <ac:spMk id="30" creationId="{2947515E-15D3-D254-EC12-73001CAF3DD5}"/>
          </ac:spMkLst>
        </pc:spChg>
        <pc:cxnChg chg="add del mod">
          <ac:chgData name="S M Towhidul Islam" userId="f0c7a54b-59a3-4574-a7d3-38d3921eb4d8" providerId="ADAL" clId="{F01CA67A-3F33-44DB-BA29-3EE860FF9B54}" dt="2023-06-26T02:45:15.226" v="3" actId="478"/>
          <ac:cxnSpMkLst>
            <pc:docMk/>
            <pc:sldMk cId="3473861016" sldId="261"/>
            <ac:cxnSpMk id="5" creationId="{3CDD7CC5-A94E-25EF-8C63-C02C8119D04E}"/>
          </ac:cxnSpMkLst>
        </pc:cxnChg>
        <pc:cxnChg chg="add del mod">
          <ac:chgData name="S M Towhidul Islam" userId="f0c7a54b-59a3-4574-a7d3-38d3921eb4d8" providerId="ADAL" clId="{F01CA67A-3F33-44DB-BA29-3EE860FF9B54}" dt="2023-06-26T02:45:26.006" v="6" actId="478"/>
          <ac:cxnSpMkLst>
            <pc:docMk/>
            <pc:sldMk cId="3473861016" sldId="261"/>
            <ac:cxnSpMk id="9" creationId="{57F86BF4-C050-315A-E6D2-8641ABC7B3B0}"/>
          </ac:cxnSpMkLst>
        </pc:cxnChg>
        <pc:cxnChg chg="add del mod">
          <ac:chgData name="S M Towhidul Islam" userId="f0c7a54b-59a3-4574-a7d3-38d3921eb4d8" providerId="ADAL" clId="{F01CA67A-3F33-44DB-BA29-3EE860FF9B54}" dt="2023-06-26T02:46:14.781" v="13" actId="478"/>
          <ac:cxnSpMkLst>
            <pc:docMk/>
            <pc:sldMk cId="3473861016" sldId="261"/>
            <ac:cxnSpMk id="12" creationId="{3FA47B5C-25AA-FB32-0C25-0EFF31947680}"/>
          </ac:cxnSpMkLst>
        </pc:cxnChg>
        <pc:cxnChg chg="add mod">
          <ac:chgData name="S M Towhidul Islam" userId="f0c7a54b-59a3-4574-a7d3-38d3921eb4d8" providerId="ADAL" clId="{F01CA67A-3F33-44DB-BA29-3EE860FF9B54}" dt="2023-06-26T02:49:27.922" v="58" actId="1076"/>
          <ac:cxnSpMkLst>
            <pc:docMk/>
            <pc:sldMk cId="3473861016" sldId="261"/>
            <ac:cxnSpMk id="19" creationId="{A14DC3E7-F1DE-8B34-DD70-9E1067130D3E}"/>
          </ac:cxnSpMkLst>
        </pc:cxnChg>
        <pc:cxnChg chg="add mod">
          <ac:chgData name="S M Towhidul Islam" userId="f0c7a54b-59a3-4574-a7d3-38d3921eb4d8" providerId="ADAL" clId="{F01CA67A-3F33-44DB-BA29-3EE860FF9B54}" dt="2023-06-26T02:49:27.922" v="58" actId="1076"/>
          <ac:cxnSpMkLst>
            <pc:docMk/>
            <pc:sldMk cId="3473861016" sldId="261"/>
            <ac:cxnSpMk id="20" creationId="{C6F9EB76-773E-8D0A-EA22-A6CC50708B90}"/>
          </ac:cxnSpMkLst>
        </pc:cxnChg>
        <pc:cxnChg chg="add mod">
          <ac:chgData name="S M Towhidul Islam" userId="f0c7a54b-59a3-4574-a7d3-38d3921eb4d8" providerId="ADAL" clId="{F01CA67A-3F33-44DB-BA29-3EE860FF9B54}" dt="2023-06-26T02:49:27.922" v="58" actId="1076"/>
          <ac:cxnSpMkLst>
            <pc:docMk/>
            <pc:sldMk cId="3473861016" sldId="261"/>
            <ac:cxnSpMk id="25" creationId="{728F10A5-CF1B-685F-478C-DEA8ABADE7BF}"/>
          </ac:cxnSpMkLst>
        </pc:cxnChg>
      </pc:sldChg>
      <pc:sldChg chg="addSp modSp mod modAnim">
        <pc:chgData name="S M Towhidul Islam" userId="f0c7a54b-59a3-4574-a7d3-38d3921eb4d8" providerId="ADAL" clId="{F01CA67A-3F33-44DB-BA29-3EE860FF9B54}" dt="2023-06-28T17:27:57.950" v="3433"/>
        <pc:sldMkLst>
          <pc:docMk/>
          <pc:sldMk cId="745812491" sldId="262"/>
        </pc:sldMkLst>
        <pc:spChg chg="mod">
          <ac:chgData name="S M Towhidul Islam" userId="f0c7a54b-59a3-4574-a7d3-38d3921eb4d8" providerId="ADAL" clId="{F01CA67A-3F33-44DB-BA29-3EE860FF9B54}" dt="2023-06-26T03:34:16.397" v="285" actId="1076"/>
          <ac:spMkLst>
            <pc:docMk/>
            <pc:sldMk cId="745812491" sldId="262"/>
            <ac:spMk id="9" creationId="{D73BC24C-A978-1521-2934-78D5AA48E9FF}"/>
          </ac:spMkLst>
        </pc:spChg>
        <pc:spChg chg="mod">
          <ac:chgData name="S M Towhidul Islam" userId="f0c7a54b-59a3-4574-a7d3-38d3921eb4d8" providerId="ADAL" clId="{F01CA67A-3F33-44DB-BA29-3EE860FF9B54}" dt="2023-06-26T03:34:16.397" v="285" actId="1076"/>
          <ac:spMkLst>
            <pc:docMk/>
            <pc:sldMk cId="745812491" sldId="262"/>
            <ac:spMk id="10" creationId="{7A0A3A73-D95B-74FF-3376-FFBB278414DD}"/>
          </ac:spMkLst>
        </pc:spChg>
        <pc:spChg chg="mod">
          <ac:chgData name="S M Towhidul Islam" userId="f0c7a54b-59a3-4574-a7d3-38d3921eb4d8" providerId="ADAL" clId="{F01CA67A-3F33-44DB-BA29-3EE860FF9B54}" dt="2023-06-26T03:34:16.397" v="285" actId="1076"/>
          <ac:spMkLst>
            <pc:docMk/>
            <pc:sldMk cId="745812491" sldId="262"/>
            <ac:spMk id="11" creationId="{A4248916-B17A-D047-C4C0-297B89CCB87E}"/>
          </ac:spMkLst>
        </pc:spChg>
        <pc:spChg chg="mod">
          <ac:chgData name="S M Towhidul Islam" userId="f0c7a54b-59a3-4574-a7d3-38d3921eb4d8" providerId="ADAL" clId="{F01CA67A-3F33-44DB-BA29-3EE860FF9B54}" dt="2023-06-26T03:34:16.397" v="285" actId="1076"/>
          <ac:spMkLst>
            <pc:docMk/>
            <pc:sldMk cId="745812491" sldId="262"/>
            <ac:spMk id="12" creationId="{49DA688F-BD65-EADE-0BEC-8A69A41A3102}"/>
          </ac:spMkLst>
        </pc:spChg>
        <pc:spChg chg="mod">
          <ac:chgData name="S M Towhidul Islam" userId="f0c7a54b-59a3-4574-a7d3-38d3921eb4d8" providerId="ADAL" clId="{F01CA67A-3F33-44DB-BA29-3EE860FF9B54}" dt="2023-06-26T03:34:16.397" v="285" actId="1076"/>
          <ac:spMkLst>
            <pc:docMk/>
            <pc:sldMk cId="745812491" sldId="262"/>
            <ac:spMk id="13" creationId="{6AB783CB-96E2-CFF3-0ED5-8226E7DE5F94}"/>
          </ac:spMkLst>
        </pc:spChg>
        <pc:spChg chg="mod">
          <ac:chgData name="S M Towhidul Islam" userId="f0c7a54b-59a3-4574-a7d3-38d3921eb4d8" providerId="ADAL" clId="{F01CA67A-3F33-44DB-BA29-3EE860FF9B54}" dt="2023-06-26T03:34:16.397" v="285" actId="1076"/>
          <ac:spMkLst>
            <pc:docMk/>
            <pc:sldMk cId="745812491" sldId="262"/>
            <ac:spMk id="15" creationId="{BC7B920D-40C0-B1D6-8C11-4606DE4B7DC5}"/>
          </ac:spMkLst>
        </pc:spChg>
        <pc:spChg chg="mod">
          <ac:chgData name="S M Towhidul Islam" userId="f0c7a54b-59a3-4574-a7d3-38d3921eb4d8" providerId="ADAL" clId="{F01CA67A-3F33-44DB-BA29-3EE860FF9B54}" dt="2023-06-26T03:34:16.397" v="285" actId="1076"/>
          <ac:spMkLst>
            <pc:docMk/>
            <pc:sldMk cId="745812491" sldId="262"/>
            <ac:spMk id="16" creationId="{1E4E09BF-7875-CFCF-2959-8840411806C9}"/>
          </ac:spMkLst>
        </pc:spChg>
        <pc:spChg chg="add mod">
          <ac:chgData name="S M Towhidul Islam" userId="f0c7a54b-59a3-4574-a7d3-38d3921eb4d8" providerId="ADAL" clId="{F01CA67A-3F33-44DB-BA29-3EE860FF9B54}" dt="2023-06-26T03:51:56.275" v="312" actId="1076"/>
          <ac:spMkLst>
            <pc:docMk/>
            <pc:sldMk cId="745812491" sldId="262"/>
            <ac:spMk id="22" creationId="{FBF805E8-B765-B92E-3417-2E76A615BBB1}"/>
          </ac:spMkLst>
        </pc:spChg>
        <pc:spChg chg="add mod">
          <ac:chgData name="S M Towhidul Islam" userId="f0c7a54b-59a3-4574-a7d3-38d3921eb4d8" providerId="ADAL" clId="{F01CA67A-3F33-44DB-BA29-3EE860FF9B54}" dt="2023-06-26T03:51:56.275" v="312" actId="1076"/>
          <ac:spMkLst>
            <pc:docMk/>
            <pc:sldMk cId="745812491" sldId="262"/>
            <ac:spMk id="23" creationId="{B8C5CBAB-03E9-61FF-E712-5712583BFB27}"/>
          </ac:spMkLst>
        </pc:spChg>
        <pc:spChg chg="add mod">
          <ac:chgData name="S M Towhidul Islam" userId="f0c7a54b-59a3-4574-a7d3-38d3921eb4d8" providerId="ADAL" clId="{F01CA67A-3F33-44DB-BA29-3EE860FF9B54}" dt="2023-06-26T03:51:56.275" v="312" actId="1076"/>
          <ac:spMkLst>
            <pc:docMk/>
            <pc:sldMk cId="745812491" sldId="262"/>
            <ac:spMk id="24" creationId="{6B50D054-2A9E-F4E1-36D3-A0C2E7BD37B6}"/>
          </ac:spMkLst>
        </pc:spChg>
        <pc:spChg chg="add mod">
          <ac:chgData name="S M Towhidul Islam" userId="f0c7a54b-59a3-4574-a7d3-38d3921eb4d8" providerId="ADAL" clId="{F01CA67A-3F33-44DB-BA29-3EE860FF9B54}" dt="2023-06-26T03:51:56.275" v="312" actId="1076"/>
          <ac:spMkLst>
            <pc:docMk/>
            <pc:sldMk cId="745812491" sldId="262"/>
            <ac:spMk id="25" creationId="{14933037-69ED-14FA-7497-E0F7D058A1A3}"/>
          </ac:spMkLst>
        </pc:spChg>
        <pc:graphicFrameChg chg="mod">
          <ac:chgData name="S M Towhidul Islam" userId="f0c7a54b-59a3-4574-a7d3-38d3921eb4d8" providerId="ADAL" clId="{F01CA67A-3F33-44DB-BA29-3EE860FF9B54}" dt="2023-06-26T03:34:16.397" v="285" actId="1076"/>
          <ac:graphicFrameMkLst>
            <pc:docMk/>
            <pc:sldMk cId="745812491" sldId="262"/>
            <ac:graphicFrameMk id="3" creationId="{71FC2440-6161-4BDF-955C-0BCE43EFA818}"/>
          </ac:graphicFrameMkLst>
        </pc:graphicFrameChg>
        <pc:graphicFrameChg chg="mod">
          <ac:chgData name="S M Towhidul Islam" userId="f0c7a54b-59a3-4574-a7d3-38d3921eb4d8" providerId="ADAL" clId="{F01CA67A-3F33-44DB-BA29-3EE860FF9B54}" dt="2023-06-26T03:34:16.397" v="285" actId="1076"/>
          <ac:graphicFrameMkLst>
            <pc:docMk/>
            <pc:sldMk cId="745812491" sldId="262"/>
            <ac:graphicFrameMk id="4" creationId="{16D409D4-7DCD-BC34-023D-7C10DB97CA68}"/>
          </ac:graphicFrameMkLst>
        </pc:graphicFrameChg>
        <pc:graphicFrameChg chg="mod">
          <ac:chgData name="S M Towhidul Islam" userId="f0c7a54b-59a3-4574-a7d3-38d3921eb4d8" providerId="ADAL" clId="{F01CA67A-3F33-44DB-BA29-3EE860FF9B54}" dt="2023-06-26T03:34:16.397" v="285" actId="1076"/>
          <ac:graphicFrameMkLst>
            <pc:docMk/>
            <pc:sldMk cId="745812491" sldId="262"/>
            <ac:graphicFrameMk id="5" creationId="{E030114D-26D6-C75B-389B-D2F940452C54}"/>
          </ac:graphicFrameMkLst>
        </pc:graphicFrameChg>
        <pc:graphicFrameChg chg="mod">
          <ac:chgData name="S M Towhidul Islam" userId="f0c7a54b-59a3-4574-a7d3-38d3921eb4d8" providerId="ADAL" clId="{F01CA67A-3F33-44DB-BA29-3EE860FF9B54}" dt="2023-06-26T03:34:16.397" v="285" actId="1076"/>
          <ac:graphicFrameMkLst>
            <pc:docMk/>
            <pc:sldMk cId="745812491" sldId="262"/>
            <ac:graphicFrameMk id="6" creationId="{38221D24-5632-3804-E712-07157FFD1B33}"/>
          </ac:graphicFrameMkLst>
        </pc:graphicFrameChg>
        <pc:graphicFrameChg chg="add mod modGraphic">
          <ac:chgData name="S M Towhidul Islam" userId="f0c7a54b-59a3-4574-a7d3-38d3921eb4d8" providerId="ADAL" clId="{F01CA67A-3F33-44DB-BA29-3EE860FF9B54}" dt="2023-06-26T03:51:56.275" v="312" actId="1076"/>
          <ac:graphicFrameMkLst>
            <pc:docMk/>
            <pc:sldMk cId="745812491" sldId="262"/>
            <ac:graphicFrameMk id="19" creationId="{75BFF5B4-6C32-1681-5F27-C2ED0D5A37CF}"/>
          </ac:graphicFrameMkLst>
        </pc:graphicFrameChg>
        <pc:graphicFrameChg chg="add mod modGraphic">
          <ac:chgData name="S M Towhidul Islam" userId="f0c7a54b-59a3-4574-a7d3-38d3921eb4d8" providerId="ADAL" clId="{F01CA67A-3F33-44DB-BA29-3EE860FF9B54}" dt="2023-06-26T03:51:56.275" v="312" actId="1076"/>
          <ac:graphicFrameMkLst>
            <pc:docMk/>
            <pc:sldMk cId="745812491" sldId="262"/>
            <ac:graphicFrameMk id="20" creationId="{DFFC3066-08DF-DF99-7FD7-FA40B55976B4}"/>
          </ac:graphicFrameMkLst>
        </pc:graphicFrameChg>
        <pc:graphicFrameChg chg="add mod modGraphic">
          <ac:chgData name="S M Towhidul Islam" userId="f0c7a54b-59a3-4574-a7d3-38d3921eb4d8" providerId="ADAL" clId="{F01CA67A-3F33-44DB-BA29-3EE860FF9B54}" dt="2023-06-26T03:51:56.275" v="312" actId="1076"/>
          <ac:graphicFrameMkLst>
            <pc:docMk/>
            <pc:sldMk cId="745812491" sldId="262"/>
            <ac:graphicFrameMk id="21" creationId="{AD3FE622-0283-1BF6-E406-913BE2B15EB6}"/>
          </ac:graphicFrameMkLst>
        </pc:graphicFrameChg>
        <pc:picChg chg="add mod">
          <ac:chgData name="S M Towhidul Islam" userId="f0c7a54b-59a3-4574-a7d3-38d3921eb4d8" providerId="ADAL" clId="{F01CA67A-3F33-44DB-BA29-3EE860FF9B54}" dt="2023-06-26T03:52:05.553" v="313" actId="1076"/>
          <ac:picMkLst>
            <pc:docMk/>
            <pc:sldMk cId="745812491" sldId="262"/>
            <ac:picMk id="18" creationId="{D8084F0F-A5C9-7520-C2F3-DDF93C29FD6E}"/>
          </ac:picMkLst>
        </pc:picChg>
      </pc:sldChg>
      <pc:sldChg chg="addSp delSp modSp add mod modAnim">
        <pc:chgData name="S M Towhidul Islam" userId="f0c7a54b-59a3-4574-a7d3-38d3921eb4d8" providerId="ADAL" clId="{F01CA67A-3F33-44DB-BA29-3EE860FF9B54}" dt="2023-06-28T17:29:15.142" v="3441"/>
        <pc:sldMkLst>
          <pc:docMk/>
          <pc:sldMk cId="2817417292" sldId="263"/>
        </pc:sldMkLst>
        <pc:spChg chg="del">
          <ac:chgData name="S M Towhidul Islam" userId="f0c7a54b-59a3-4574-a7d3-38d3921eb4d8" providerId="ADAL" clId="{F01CA67A-3F33-44DB-BA29-3EE860FF9B54}" dt="2023-06-26T03:53:31.934" v="316" actId="478"/>
          <ac:spMkLst>
            <pc:docMk/>
            <pc:sldMk cId="2817417292" sldId="263"/>
            <ac:spMk id="3" creationId="{73EF308B-DF9B-424B-CD89-302C824BA4E7}"/>
          </ac:spMkLst>
        </pc:spChg>
        <pc:spChg chg="del">
          <ac:chgData name="S M Towhidul Islam" userId="f0c7a54b-59a3-4574-a7d3-38d3921eb4d8" providerId="ADAL" clId="{F01CA67A-3F33-44DB-BA29-3EE860FF9B54}" dt="2023-06-26T03:53:31.934" v="316" actId="478"/>
          <ac:spMkLst>
            <pc:docMk/>
            <pc:sldMk cId="2817417292" sldId="263"/>
            <ac:spMk id="27" creationId="{54D50449-B11D-CA0E-FE94-2BB8BBA38C09}"/>
          </ac:spMkLst>
        </pc:spChg>
        <pc:spChg chg="del">
          <ac:chgData name="S M Towhidul Islam" userId="f0c7a54b-59a3-4574-a7d3-38d3921eb4d8" providerId="ADAL" clId="{F01CA67A-3F33-44DB-BA29-3EE860FF9B54}" dt="2023-06-26T03:53:31.934" v="316" actId="478"/>
          <ac:spMkLst>
            <pc:docMk/>
            <pc:sldMk cId="2817417292" sldId="263"/>
            <ac:spMk id="28" creationId="{500B6678-7A3A-13BB-E588-14B3C3810053}"/>
          </ac:spMkLst>
        </pc:spChg>
        <pc:spChg chg="del">
          <ac:chgData name="S M Towhidul Islam" userId="f0c7a54b-59a3-4574-a7d3-38d3921eb4d8" providerId="ADAL" clId="{F01CA67A-3F33-44DB-BA29-3EE860FF9B54}" dt="2023-06-26T03:53:31.934" v="316" actId="478"/>
          <ac:spMkLst>
            <pc:docMk/>
            <pc:sldMk cId="2817417292" sldId="263"/>
            <ac:spMk id="29" creationId="{6539ABC3-8E03-7230-65BD-D41C43B83D67}"/>
          </ac:spMkLst>
        </pc:spChg>
        <pc:spChg chg="del">
          <ac:chgData name="S M Towhidul Islam" userId="f0c7a54b-59a3-4574-a7d3-38d3921eb4d8" providerId="ADAL" clId="{F01CA67A-3F33-44DB-BA29-3EE860FF9B54}" dt="2023-06-26T03:53:31.934" v="316" actId="478"/>
          <ac:spMkLst>
            <pc:docMk/>
            <pc:sldMk cId="2817417292" sldId="263"/>
            <ac:spMk id="30" creationId="{2947515E-15D3-D254-EC12-73001CAF3DD5}"/>
          </ac:spMkLst>
        </pc:spChg>
        <pc:picChg chg="add mod">
          <ac:chgData name="S M Towhidul Islam" userId="f0c7a54b-59a3-4574-a7d3-38d3921eb4d8" providerId="ADAL" clId="{F01CA67A-3F33-44DB-BA29-3EE860FF9B54}" dt="2023-06-26T03:58:11.387" v="325" actId="1076"/>
          <ac:picMkLst>
            <pc:docMk/>
            <pc:sldMk cId="2817417292" sldId="263"/>
            <ac:picMk id="5" creationId="{D86A977E-91B9-5B2F-2223-F5F4950D7FB7}"/>
          </ac:picMkLst>
        </pc:picChg>
        <pc:picChg chg="add mod">
          <ac:chgData name="S M Towhidul Islam" userId="f0c7a54b-59a3-4574-a7d3-38d3921eb4d8" providerId="ADAL" clId="{F01CA67A-3F33-44DB-BA29-3EE860FF9B54}" dt="2023-06-26T03:58:09.377" v="324" actId="1076"/>
          <ac:picMkLst>
            <pc:docMk/>
            <pc:sldMk cId="2817417292" sldId="263"/>
            <ac:picMk id="7" creationId="{AF050A7A-0E30-A216-B975-98C8850A04AF}"/>
          </ac:picMkLst>
        </pc:picChg>
        <pc:cxnChg chg="del">
          <ac:chgData name="S M Towhidul Islam" userId="f0c7a54b-59a3-4574-a7d3-38d3921eb4d8" providerId="ADAL" clId="{F01CA67A-3F33-44DB-BA29-3EE860FF9B54}" dt="2023-06-26T03:53:31.934" v="316" actId="478"/>
          <ac:cxnSpMkLst>
            <pc:docMk/>
            <pc:sldMk cId="2817417292" sldId="263"/>
            <ac:cxnSpMk id="19" creationId="{A14DC3E7-F1DE-8B34-DD70-9E1067130D3E}"/>
          </ac:cxnSpMkLst>
        </pc:cxnChg>
        <pc:cxnChg chg="del">
          <ac:chgData name="S M Towhidul Islam" userId="f0c7a54b-59a3-4574-a7d3-38d3921eb4d8" providerId="ADAL" clId="{F01CA67A-3F33-44DB-BA29-3EE860FF9B54}" dt="2023-06-26T03:53:31.934" v="316" actId="478"/>
          <ac:cxnSpMkLst>
            <pc:docMk/>
            <pc:sldMk cId="2817417292" sldId="263"/>
            <ac:cxnSpMk id="20" creationId="{C6F9EB76-773E-8D0A-EA22-A6CC50708B90}"/>
          </ac:cxnSpMkLst>
        </pc:cxnChg>
        <pc:cxnChg chg="del">
          <ac:chgData name="S M Towhidul Islam" userId="f0c7a54b-59a3-4574-a7d3-38d3921eb4d8" providerId="ADAL" clId="{F01CA67A-3F33-44DB-BA29-3EE860FF9B54}" dt="2023-06-26T03:53:31.934" v="316" actId="478"/>
          <ac:cxnSpMkLst>
            <pc:docMk/>
            <pc:sldMk cId="2817417292" sldId="263"/>
            <ac:cxnSpMk id="25" creationId="{728F10A5-CF1B-685F-478C-DEA8ABADE7BF}"/>
          </ac:cxnSpMkLst>
        </pc:cxnChg>
      </pc:sldChg>
      <pc:sldChg chg="del">
        <pc:chgData name="S M Towhidul Islam" userId="f0c7a54b-59a3-4574-a7d3-38d3921eb4d8" providerId="ADAL" clId="{F01CA67A-3F33-44DB-BA29-3EE860FF9B54}" dt="2023-06-26T03:52:11.597" v="314" actId="47"/>
        <pc:sldMkLst>
          <pc:docMk/>
          <pc:sldMk cId="3171778646" sldId="263"/>
        </pc:sldMkLst>
      </pc:sldChg>
      <pc:sldChg chg="addSp delSp modSp new mod modAnim">
        <pc:chgData name="S M Towhidul Islam" userId="f0c7a54b-59a3-4574-a7d3-38d3921eb4d8" providerId="ADAL" clId="{F01CA67A-3F33-44DB-BA29-3EE860FF9B54}" dt="2023-06-28T17:30:24.066" v="3450"/>
        <pc:sldMkLst>
          <pc:docMk/>
          <pc:sldMk cId="2416232370" sldId="264"/>
        </pc:sldMkLst>
        <pc:picChg chg="add del mod">
          <ac:chgData name="S M Towhidul Islam" userId="f0c7a54b-59a3-4574-a7d3-38d3921eb4d8" providerId="ADAL" clId="{F01CA67A-3F33-44DB-BA29-3EE860FF9B54}" dt="2023-06-26T04:01:04.608" v="329" actId="478"/>
          <ac:picMkLst>
            <pc:docMk/>
            <pc:sldMk cId="2416232370" sldId="264"/>
            <ac:picMk id="3" creationId="{0F126ED0-AE67-B8E9-4D23-8FECB4830A19}"/>
          </ac:picMkLst>
        </pc:picChg>
        <pc:picChg chg="add mod">
          <ac:chgData name="S M Towhidul Islam" userId="f0c7a54b-59a3-4574-a7d3-38d3921eb4d8" providerId="ADAL" clId="{F01CA67A-3F33-44DB-BA29-3EE860FF9B54}" dt="2023-06-26T04:01:36.023" v="333" actId="1076"/>
          <ac:picMkLst>
            <pc:docMk/>
            <pc:sldMk cId="2416232370" sldId="264"/>
            <ac:picMk id="5" creationId="{BB67D471-6F56-94F0-7C8A-F12076C6E8E0}"/>
          </ac:picMkLst>
        </pc:picChg>
        <pc:picChg chg="add mod">
          <ac:chgData name="S M Towhidul Islam" userId="f0c7a54b-59a3-4574-a7d3-38d3921eb4d8" providerId="ADAL" clId="{F01CA67A-3F33-44DB-BA29-3EE860FF9B54}" dt="2023-06-26T04:01:50.665" v="336" actId="1076"/>
          <ac:picMkLst>
            <pc:docMk/>
            <pc:sldMk cId="2416232370" sldId="264"/>
            <ac:picMk id="7" creationId="{BCEDAFAB-8D04-C793-BED9-F16C4B13DC1C}"/>
          </ac:picMkLst>
        </pc:picChg>
      </pc:sldChg>
      <pc:sldChg chg="addSp delSp modSp new mod delAnim modAnim">
        <pc:chgData name="S M Towhidul Islam" userId="f0c7a54b-59a3-4574-a7d3-38d3921eb4d8" providerId="ADAL" clId="{F01CA67A-3F33-44DB-BA29-3EE860FF9B54}" dt="2023-06-26T04:17:56.132" v="774"/>
        <pc:sldMkLst>
          <pc:docMk/>
          <pc:sldMk cId="3112729241" sldId="265"/>
        </pc:sldMkLst>
        <pc:spChg chg="add mod">
          <ac:chgData name="S M Towhidul Islam" userId="f0c7a54b-59a3-4574-a7d3-38d3921eb4d8" providerId="ADAL" clId="{F01CA67A-3F33-44DB-BA29-3EE860FF9B54}" dt="2023-06-26T04:13:14.326" v="602" actId="20577"/>
          <ac:spMkLst>
            <pc:docMk/>
            <pc:sldMk cId="3112729241" sldId="265"/>
            <ac:spMk id="2" creationId="{60C7CF92-453A-C857-96AD-43933278B922}"/>
          </ac:spMkLst>
        </pc:spChg>
        <pc:spChg chg="add mod">
          <ac:chgData name="S M Towhidul Islam" userId="f0c7a54b-59a3-4574-a7d3-38d3921eb4d8" providerId="ADAL" clId="{F01CA67A-3F33-44DB-BA29-3EE860FF9B54}" dt="2023-06-26T04:14:11.503" v="720" actId="20577"/>
          <ac:spMkLst>
            <pc:docMk/>
            <pc:sldMk cId="3112729241" sldId="265"/>
            <ac:spMk id="3" creationId="{045AE5CB-2EC4-86CE-C5B9-42ADF27C81EA}"/>
          </ac:spMkLst>
        </pc:spChg>
        <pc:spChg chg="add mod">
          <ac:chgData name="S M Towhidul Islam" userId="f0c7a54b-59a3-4574-a7d3-38d3921eb4d8" providerId="ADAL" clId="{F01CA67A-3F33-44DB-BA29-3EE860FF9B54}" dt="2023-06-26T04:16:12.615" v="754" actId="1076"/>
          <ac:spMkLst>
            <pc:docMk/>
            <pc:sldMk cId="3112729241" sldId="265"/>
            <ac:spMk id="4" creationId="{4AEF7B3A-8B2B-77DD-9F4D-F43F4FB6DE8E}"/>
          </ac:spMkLst>
        </pc:spChg>
        <pc:spChg chg="add mod">
          <ac:chgData name="S M Towhidul Islam" userId="f0c7a54b-59a3-4574-a7d3-38d3921eb4d8" providerId="ADAL" clId="{F01CA67A-3F33-44DB-BA29-3EE860FF9B54}" dt="2023-06-26T04:16:12.615" v="754" actId="1076"/>
          <ac:spMkLst>
            <pc:docMk/>
            <pc:sldMk cId="3112729241" sldId="265"/>
            <ac:spMk id="5" creationId="{22A2A3D3-553E-2DD8-69CC-F93E3D5B28C4}"/>
          </ac:spMkLst>
        </pc:spChg>
        <pc:spChg chg="add mod">
          <ac:chgData name="S M Towhidul Islam" userId="f0c7a54b-59a3-4574-a7d3-38d3921eb4d8" providerId="ADAL" clId="{F01CA67A-3F33-44DB-BA29-3EE860FF9B54}" dt="2023-06-26T04:16:12.615" v="754" actId="1076"/>
          <ac:spMkLst>
            <pc:docMk/>
            <pc:sldMk cId="3112729241" sldId="265"/>
            <ac:spMk id="6" creationId="{C0079EF1-85BA-2223-27ED-0B54A24AE55B}"/>
          </ac:spMkLst>
        </pc:spChg>
        <pc:spChg chg="add mod">
          <ac:chgData name="S M Towhidul Islam" userId="f0c7a54b-59a3-4574-a7d3-38d3921eb4d8" providerId="ADAL" clId="{F01CA67A-3F33-44DB-BA29-3EE860FF9B54}" dt="2023-06-26T04:16:12.615" v="754" actId="1076"/>
          <ac:spMkLst>
            <pc:docMk/>
            <pc:sldMk cId="3112729241" sldId="265"/>
            <ac:spMk id="7" creationId="{41910FA1-65FD-4FFD-91BA-636A1C865C1F}"/>
          </ac:spMkLst>
        </pc:spChg>
        <pc:spChg chg="add del mod">
          <ac:chgData name="S M Towhidul Islam" userId="f0c7a54b-59a3-4574-a7d3-38d3921eb4d8" providerId="ADAL" clId="{F01CA67A-3F33-44DB-BA29-3EE860FF9B54}" dt="2023-06-26T04:14:50.513" v="733" actId="478"/>
          <ac:spMkLst>
            <pc:docMk/>
            <pc:sldMk cId="3112729241" sldId="265"/>
            <ac:spMk id="8" creationId="{0F5ECE8B-24A2-C647-6FA3-B986C172A599}"/>
          </ac:spMkLst>
        </pc:spChg>
        <pc:spChg chg="add mod">
          <ac:chgData name="S M Towhidul Islam" userId="f0c7a54b-59a3-4574-a7d3-38d3921eb4d8" providerId="ADAL" clId="{F01CA67A-3F33-44DB-BA29-3EE860FF9B54}" dt="2023-06-26T04:16:12.615" v="754" actId="1076"/>
          <ac:spMkLst>
            <pc:docMk/>
            <pc:sldMk cId="3112729241" sldId="265"/>
            <ac:spMk id="9" creationId="{54E67C96-F660-5BFD-30A8-0C28FA6751CA}"/>
          </ac:spMkLst>
        </pc:spChg>
        <pc:spChg chg="add del mod">
          <ac:chgData name="S M Towhidul Islam" userId="f0c7a54b-59a3-4574-a7d3-38d3921eb4d8" providerId="ADAL" clId="{F01CA67A-3F33-44DB-BA29-3EE860FF9B54}" dt="2023-06-26T04:15:11.655" v="739" actId="478"/>
          <ac:spMkLst>
            <pc:docMk/>
            <pc:sldMk cId="3112729241" sldId="265"/>
            <ac:spMk id="15" creationId="{0A34BB6C-163A-AE99-2013-9701526AAC6F}"/>
          </ac:spMkLst>
        </pc:spChg>
        <pc:spChg chg="add del mod">
          <ac:chgData name="S M Towhidul Islam" userId="f0c7a54b-59a3-4574-a7d3-38d3921eb4d8" providerId="ADAL" clId="{F01CA67A-3F33-44DB-BA29-3EE860FF9B54}" dt="2023-06-26T04:15:13.833" v="740" actId="478"/>
          <ac:spMkLst>
            <pc:docMk/>
            <pc:sldMk cId="3112729241" sldId="265"/>
            <ac:spMk id="16" creationId="{27637263-C3EB-541A-F329-977AE5B526A5}"/>
          </ac:spMkLst>
        </pc:spChg>
        <pc:spChg chg="add del mod">
          <ac:chgData name="S M Towhidul Islam" userId="f0c7a54b-59a3-4574-a7d3-38d3921eb4d8" providerId="ADAL" clId="{F01CA67A-3F33-44DB-BA29-3EE860FF9B54}" dt="2023-06-26T04:15:09.814" v="738" actId="478"/>
          <ac:spMkLst>
            <pc:docMk/>
            <pc:sldMk cId="3112729241" sldId="265"/>
            <ac:spMk id="17" creationId="{D4A2C21C-561C-6984-A21D-616754B9D655}"/>
          </ac:spMkLst>
        </pc:spChg>
        <pc:spChg chg="add mod">
          <ac:chgData name="S M Towhidul Islam" userId="f0c7a54b-59a3-4574-a7d3-38d3921eb4d8" providerId="ADAL" clId="{F01CA67A-3F33-44DB-BA29-3EE860FF9B54}" dt="2023-06-26T04:16:12.615" v="754" actId="1076"/>
          <ac:spMkLst>
            <pc:docMk/>
            <pc:sldMk cId="3112729241" sldId="265"/>
            <ac:spMk id="21" creationId="{7305BA67-05F5-D817-2680-F41C9063A64F}"/>
          </ac:spMkLst>
        </pc:spChg>
        <pc:spChg chg="add mod">
          <ac:chgData name="S M Towhidul Islam" userId="f0c7a54b-59a3-4574-a7d3-38d3921eb4d8" providerId="ADAL" clId="{F01CA67A-3F33-44DB-BA29-3EE860FF9B54}" dt="2023-06-26T04:16:41.665" v="762" actId="1076"/>
          <ac:spMkLst>
            <pc:docMk/>
            <pc:sldMk cId="3112729241" sldId="265"/>
            <ac:spMk id="27" creationId="{E835A10B-C8EF-259F-325D-833721B10649}"/>
          </ac:spMkLst>
        </pc:spChg>
        <pc:cxnChg chg="add mod">
          <ac:chgData name="S M Towhidul Islam" userId="f0c7a54b-59a3-4574-a7d3-38d3921eb4d8" providerId="ADAL" clId="{F01CA67A-3F33-44DB-BA29-3EE860FF9B54}" dt="2023-06-26T04:16:12.615" v="754" actId="1076"/>
          <ac:cxnSpMkLst>
            <pc:docMk/>
            <pc:sldMk cId="3112729241" sldId="265"/>
            <ac:cxnSpMk id="10" creationId="{80188A8F-2E22-56DB-1454-E7C8EDB6BC7D}"/>
          </ac:cxnSpMkLst>
        </pc:cxnChg>
        <pc:cxnChg chg="add mod">
          <ac:chgData name="S M Towhidul Islam" userId="f0c7a54b-59a3-4574-a7d3-38d3921eb4d8" providerId="ADAL" clId="{F01CA67A-3F33-44DB-BA29-3EE860FF9B54}" dt="2023-06-26T04:16:12.615" v="754" actId="1076"/>
          <ac:cxnSpMkLst>
            <pc:docMk/>
            <pc:sldMk cId="3112729241" sldId="265"/>
            <ac:cxnSpMk id="11" creationId="{3488D8A7-E551-8A8F-E1D3-85A9C78E635B}"/>
          </ac:cxnSpMkLst>
        </pc:cxnChg>
        <pc:cxnChg chg="add mod">
          <ac:chgData name="S M Towhidul Islam" userId="f0c7a54b-59a3-4574-a7d3-38d3921eb4d8" providerId="ADAL" clId="{F01CA67A-3F33-44DB-BA29-3EE860FF9B54}" dt="2023-06-26T04:16:12.615" v="754" actId="1076"/>
          <ac:cxnSpMkLst>
            <pc:docMk/>
            <pc:sldMk cId="3112729241" sldId="265"/>
            <ac:cxnSpMk id="12" creationId="{2830021A-65D3-5009-5765-6998712882CA}"/>
          </ac:cxnSpMkLst>
        </pc:cxnChg>
        <pc:cxnChg chg="add del mod">
          <ac:chgData name="S M Towhidul Islam" userId="f0c7a54b-59a3-4574-a7d3-38d3921eb4d8" providerId="ADAL" clId="{F01CA67A-3F33-44DB-BA29-3EE860FF9B54}" dt="2023-06-26T04:14:50.513" v="733" actId="478"/>
          <ac:cxnSpMkLst>
            <pc:docMk/>
            <pc:sldMk cId="3112729241" sldId="265"/>
            <ac:cxnSpMk id="13" creationId="{9563D01A-3792-70AE-87D9-301A87A258BD}"/>
          </ac:cxnSpMkLst>
        </pc:cxnChg>
        <pc:cxnChg chg="add mod">
          <ac:chgData name="S M Towhidul Islam" userId="f0c7a54b-59a3-4574-a7d3-38d3921eb4d8" providerId="ADAL" clId="{F01CA67A-3F33-44DB-BA29-3EE860FF9B54}" dt="2023-06-26T04:16:12.615" v="754" actId="1076"/>
          <ac:cxnSpMkLst>
            <pc:docMk/>
            <pc:sldMk cId="3112729241" sldId="265"/>
            <ac:cxnSpMk id="14" creationId="{76D1FA51-4E9C-7F6B-0535-7FE592E8D332}"/>
          </ac:cxnSpMkLst>
        </pc:cxnChg>
        <pc:cxnChg chg="add mod">
          <ac:chgData name="S M Towhidul Islam" userId="f0c7a54b-59a3-4574-a7d3-38d3921eb4d8" providerId="ADAL" clId="{F01CA67A-3F33-44DB-BA29-3EE860FF9B54}" dt="2023-06-26T04:16:12.615" v="754" actId="1076"/>
          <ac:cxnSpMkLst>
            <pc:docMk/>
            <pc:sldMk cId="3112729241" sldId="265"/>
            <ac:cxnSpMk id="22" creationId="{0EDD9C40-C049-3BA2-9C83-9A73FBBFD6BF}"/>
          </ac:cxnSpMkLst>
        </pc:cxnChg>
      </pc:sldChg>
      <pc:sldChg chg="addSp delSp modSp new mod delAnim modAnim">
        <pc:chgData name="S M Towhidul Islam" userId="f0c7a54b-59a3-4574-a7d3-38d3921eb4d8" providerId="ADAL" clId="{F01CA67A-3F33-44DB-BA29-3EE860FF9B54}" dt="2023-06-26T04:28:24.065" v="845" actId="20577"/>
        <pc:sldMkLst>
          <pc:docMk/>
          <pc:sldMk cId="2132514189" sldId="266"/>
        </pc:sldMkLst>
        <pc:spChg chg="add mod">
          <ac:chgData name="S M Towhidul Islam" userId="f0c7a54b-59a3-4574-a7d3-38d3921eb4d8" providerId="ADAL" clId="{F01CA67A-3F33-44DB-BA29-3EE860FF9B54}" dt="2023-06-26T04:26:47.712" v="827" actId="1076"/>
          <ac:spMkLst>
            <pc:docMk/>
            <pc:sldMk cId="2132514189" sldId="266"/>
            <ac:spMk id="4" creationId="{3B019BB8-2E51-F29D-5025-9FBF93EDCEDD}"/>
          </ac:spMkLst>
        </pc:spChg>
        <pc:spChg chg="add mod">
          <ac:chgData name="S M Towhidul Islam" userId="f0c7a54b-59a3-4574-a7d3-38d3921eb4d8" providerId="ADAL" clId="{F01CA67A-3F33-44DB-BA29-3EE860FF9B54}" dt="2023-06-26T04:26:47.712" v="827" actId="1076"/>
          <ac:spMkLst>
            <pc:docMk/>
            <pc:sldMk cId="2132514189" sldId="266"/>
            <ac:spMk id="5" creationId="{AC45881E-C7DC-7BFF-5A9D-9D3A68DE6C10}"/>
          </ac:spMkLst>
        </pc:spChg>
        <pc:spChg chg="add mod">
          <ac:chgData name="S M Towhidul Islam" userId="f0c7a54b-59a3-4574-a7d3-38d3921eb4d8" providerId="ADAL" clId="{F01CA67A-3F33-44DB-BA29-3EE860FF9B54}" dt="2023-06-26T04:26:47.712" v="827" actId="1076"/>
          <ac:spMkLst>
            <pc:docMk/>
            <pc:sldMk cId="2132514189" sldId="266"/>
            <ac:spMk id="6" creationId="{6D953016-17DD-70D7-2238-982B2B32EE5F}"/>
          </ac:spMkLst>
        </pc:spChg>
        <pc:spChg chg="add mod">
          <ac:chgData name="S M Towhidul Islam" userId="f0c7a54b-59a3-4574-a7d3-38d3921eb4d8" providerId="ADAL" clId="{F01CA67A-3F33-44DB-BA29-3EE860FF9B54}" dt="2023-06-26T04:26:47.712" v="827" actId="1076"/>
          <ac:spMkLst>
            <pc:docMk/>
            <pc:sldMk cId="2132514189" sldId="266"/>
            <ac:spMk id="7" creationId="{0EDD5FC5-7F12-A652-1EFA-5D52319B97DF}"/>
          </ac:spMkLst>
        </pc:spChg>
        <pc:spChg chg="add del mod">
          <ac:chgData name="S M Towhidul Islam" userId="f0c7a54b-59a3-4574-a7d3-38d3921eb4d8" providerId="ADAL" clId="{F01CA67A-3F33-44DB-BA29-3EE860FF9B54}" dt="2023-06-26T04:25:34.815" v="814" actId="478"/>
          <ac:spMkLst>
            <pc:docMk/>
            <pc:sldMk cId="2132514189" sldId="266"/>
            <ac:spMk id="8" creationId="{BF839C05-9F0B-FCEE-839A-2D7B1F1B44BE}"/>
          </ac:spMkLst>
        </pc:spChg>
        <pc:spChg chg="add mod">
          <ac:chgData name="S M Towhidul Islam" userId="f0c7a54b-59a3-4574-a7d3-38d3921eb4d8" providerId="ADAL" clId="{F01CA67A-3F33-44DB-BA29-3EE860FF9B54}" dt="2023-06-26T04:26:47.712" v="827" actId="1076"/>
          <ac:spMkLst>
            <pc:docMk/>
            <pc:sldMk cId="2132514189" sldId="266"/>
            <ac:spMk id="9" creationId="{D047B993-10A9-562A-8969-DC209A364FAB}"/>
          </ac:spMkLst>
        </pc:spChg>
        <pc:spChg chg="add del mod">
          <ac:chgData name="S M Towhidul Islam" userId="f0c7a54b-59a3-4574-a7d3-38d3921eb4d8" providerId="ADAL" clId="{F01CA67A-3F33-44DB-BA29-3EE860FF9B54}" dt="2023-06-26T04:25:32.848" v="812" actId="478"/>
          <ac:spMkLst>
            <pc:docMk/>
            <pc:sldMk cId="2132514189" sldId="266"/>
            <ac:spMk id="15" creationId="{259CF9D3-9801-C79B-4C1B-EF18A0D09F33}"/>
          </ac:spMkLst>
        </pc:spChg>
        <pc:spChg chg="add del mod">
          <ac:chgData name="S M Towhidul Islam" userId="f0c7a54b-59a3-4574-a7d3-38d3921eb4d8" providerId="ADAL" clId="{F01CA67A-3F33-44DB-BA29-3EE860FF9B54}" dt="2023-06-26T04:26:51.329" v="828" actId="478"/>
          <ac:spMkLst>
            <pc:docMk/>
            <pc:sldMk cId="2132514189" sldId="266"/>
            <ac:spMk id="16" creationId="{69F731D6-ACD8-153F-FB2F-54667BE2E3D6}"/>
          </ac:spMkLst>
        </pc:spChg>
        <pc:spChg chg="add mod">
          <ac:chgData name="S M Towhidul Islam" userId="f0c7a54b-59a3-4574-a7d3-38d3921eb4d8" providerId="ADAL" clId="{F01CA67A-3F33-44DB-BA29-3EE860FF9B54}" dt="2023-06-26T04:24:51.667" v="782" actId="1076"/>
          <ac:spMkLst>
            <pc:docMk/>
            <pc:sldMk cId="2132514189" sldId="266"/>
            <ac:spMk id="17" creationId="{8A31F55B-9E65-B46C-FF31-9E630C2A0013}"/>
          </ac:spMkLst>
        </pc:spChg>
        <pc:spChg chg="add mod">
          <ac:chgData name="S M Towhidul Islam" userId="f0c7a54b-59a3-4574-a7d3-38d3921eb4d8" providerId="ADAL" clId="{F01CA67A-3F33-44DB-BA29-3EE860FF9B54}" dt="2023-06-26T04:25:01.638" v="790" actId="1076"/>
          <ac:spMkLst>
            <pc:docMk/>
            <pc:sldMk cId="2132514189" sldId="266"/>
            <ac:spMk id="18" creationId="{6F1E67EE-4D36-15E8-55DA-A3D70C2B2B8F}"/>
          </ac:spMkLst>
        </pc:spChg>
        <pc:spChg chg="add mod">
          <ac:chgData name="S M Towhidul Islam" userId="f0c7a54b-59a3-4574-a7d3-38d3921eb4d8" providerId="ADAL" clId="{F01CA67A-3F33-44DB-BA29-3EE860FF9B54}" dt="2023-06-26T04:25:09.486" v="802" actId="20577"/>
          <ac:spMkLst>
            <pc:docMk/>
            <pc:sldMk cId="2132514189" sldId="266"/>
            <ac:spMk id="19" creationId="{9C1CB760-B5D8-3715-7FB8-4AC097203882}"/>
          </ac:spMkLst>
        </pc:spChg>
        <pc:spChg chg="add mod">
          <ac:chgData name="S M Towhidul Islam" userId="f0c7a54b-59a3-4574-a7d3-38d3921eb4d8" providerId="ADAL" clId="{F01CA67A-3F33-44DB-BA29-3EE860FF9B54}" dt="2023-06-26T04:28:24.065" v="845" actId="20577"/>
          <ac:spMkLst>
            <pc:docMk/>
            <pc:sldMk cId="2132514189" sldId="266"/>
            <ac:spMk id="20" creationId="{300F948E-5A07-BF2D-6DEE-2CD4CDB4279E}"/>
          </ac:spMkLst>
        </pc:spChg>
        <pc:spChg chg="add mod">
          <ac:chgData name="S M Towhidul Islam" userId="f0c7a54b-59a3-4574-a7d3-38d3921eb4d8" providerId="ADAL" clId="{F01CA67A-3F33-44DB-BA29-3EE860FF9B54}" dt="2023-06-26T04:27:30.025" v="833" actId="1076"/>
          <ac:spMkLst>
            <pc:docMk/>
            <pc:sldMk cId="2132514189" sldId="266"/>
            <ac:spMk id="23" creationId="{A7CFD858-B4BC-3A5A-0EB4-937EF12FA6DF}"/>
          </ac:spMkLst>
        </pc:spChg>
        <pc:picChg chg="add del mod">
          <ac:chgData name="S M Towhidul Islam" userId="f0c7a54b-59a3-4574-a7d3-38d3921eb4d8" providerId="ADAL" clId="{F01CA67A-3F33-44DB-BA29-3EE860FF9B54}" dt="2023-06-26T04:26:37.959" v="823" actId="478"/>
          <ac:picMkLst>
            <pc:docMk/>
            <pc:sldMk cId="2132514189" sldId="266"/>
            <ac:picMk id="3" creationId="{532120FB-EFB6-7EE5-2CF1-E29B442E19BB}"/>
          </ac:picMkLst>
        </pc:picChg>
        <pc:picChg chg="add mod">
          <ac:chgData name="S M Towhidul Islam" userId="f0c7a54b-59a3-4574-a7d3-38d3921eb4d8" providerId="ADAL" clId="{F01CA67A-3F33-44DB-BA29-3EE860FF9B54}" dt="2023-06-26T04:26:42.353" v="826" actId="1076"/>
          <ac:picMkLst>
            <pc:docMk/>
            <pc:sldMk cId="2132514189" sldId="266"/>
            <ac:picMk id="22" creationId="{99FA8F7F-3156-5B1F-2683-29AF795A28B7}"/>
          </ac:picMkLst>
        </pc:picChg>
        <pc:cxnChg chg="add mod">
          <ac:chgData name="S M Towhidul Islam" userId="f0c7a54b-59a3-4574-a7d3-38d3921eb4d8" providerId="ADAL" clId="{F01CA67A-3F33-44DB-BA29-3EE860FF9B54}" dt="2023-06-26T04:26:47.712" v="827" actId="1076"/>
          <ac:cxnSpMkLst>
            <pc:docMk/>
            <pc:sldMk cId="2132514189" sldId="266"/>
            <ac:cxnSpMk id="10" creationId="{24E86D1D-A55D-6C8A-F5A4-B7E7CBC72FE7}"/>
          </ac:cxnSpMkLst>
        </pc:cxnChg>
        <pc:cxnChg chg="add mod">
          <ac:chgData name="S M Towhidul Islam" userId="f0c7a54b-59a3-4574-a7d3-38d3921eb4d8" providerId="ADAL" clId="{F01CA67A-3F33-44DB-BA29-3EE860FF9B54}" dt="2023-06-26T04:26:47.712" v="827" actId="1076"/>
          <ac:cxnSpMkLst>
            <pc:docMk/>
            <pc:sldMk cId="2132514189" sldId="266"/>
            <ac:cxnSpMk id="11" creationId="{8022D496-4B41-F7B7-4DA0-5AECD96C8D39}"/>
          </ac:cxnSpMkLst>
        </pc:cxnChg>
        <pc:cxnChg chg="add mod">
          <ac:chgData name="S M Towhidul Islam" userId="f0c7a54b-59a3-4574-a7d3-38d3921eb4d8" providerId="ADAL" clId="{F01CA67A-3F33-44DB-BA29-3EE860FF9B54}" dt="2023-06-26T04:26:47.712" v="827" actId="1076"/>
          <ac:cxnSpMkLst>
            <pc:docMk/>
            <pc:sldMk cId="2132514189" sldId="266"/>
            <ac:cxnSpMk id="12" creationId="{6A6E0023-2447-46DB-BBFF-ECFC229295BA}"/>
          </ac:cxnSpMkLst>
        </pc:cxnChg>
        <pc:cxnChg chg="add del mod">
          <ac:chgData name="S M Towhidul Islam" userId="f0c7a54b-59a3-4574-a7d3-38d3921eb4d8" providerId="ADAL" clId="{F01CA67A-3F33-44DB-BA29-3EE860FF9B54}" dt="2023-06-26T04:25:34.049" v="813" actId="478"/>
          <ac:cxnSpMkLst>
            <pc:docMk/>
            <pc:sldMk cId="2132514189" sldId="266"/>
            <ac:cxnSpMk id="13" creationId="{69F18E51-540E-BDF6-3297-BE38799F631C}"/>
          </ac:cxnSpMkLst>
        </pc:cxnChg>
        <pc:cxnChg chg="add mod">
          <ac:chgData name="S M Towhidul Islam" userId="f0c7a54b-59a3-4574-a7d3-38d3921eb4d8" providerId="ADAL" clId="{F01CA67A-3F33-44DB-BA29-3EE860FF9B54}" dt="2023-06-26T04:26:47.712" v="827" actId="1076"/>
          <ac:cxnSpMkLst>
            <pc:docMk/>
            <pc:sldMk cId="2132514189" sldId="266"/>
            <ac:cxnSpMk id="14" creationId="{42DE1AEA-C9F3-D0EA-E764-E30F7BED8301}"/>
          </ac:cxnSpMkLst>
        </pc:cxnChg>
      </pc:sldChg>
      <pc:sldChg chg="addSp delSp modSp new del mod modAnim">
        <pc:chgData name="S M Towhidul Islam" userId="f0c7a54b-59a3-4574-a7d3-38d3921eb4d8" providerId="ADAL" clId="{F01CA67A-3F33-44DB-BA29-3EE860FF9B54}" dt="2023-06-28T04:40:40.240" v="3121" actId="47"/>
        <pc:sldMkLst>
          <pc:docMk/>
          <pc:sldMk cId="2705059615" sldId="267"/>
        </pc:sldMkLst>
        <pc:spChg chg="add mod">
          <ac:chgData name="S M Towhidul Islam" userId="f0c7a54b-59a3-4574-a7d3-38d3921eb4d8" providerId="ADAL" clId="{F01CA67A-3F33-44DB-BA29-3EE860FF9B54}" dt="2023-06-26T04:46:24.451" v="869" actId="1076"/>
          <ac:spMkLst>
            <pc:docMk/>
            <pc:sldMk cId="2705059615" sldId="267"/>
            <ac:spMk id="2" creationId="{D0A3B8A6-EB17-0C2E-A8C6-A4AA7B79D9E2}"/>
          </ac:spMkLst>
        </pc:spChg>
        <pc:spChg chg="add mod">
          <ac:chgData name="S M Towhidul Islam" userId="f0c7a54b-59a3-4574-a7d3-38d3921eb4d8" providerId="ADAL" clId="{F01CA67A-3F33-44DB-BA29-3EE860FF9B54}" dt="2023-06-26T04:50:41.668" v="1010" actId="6549"/>
          <ac:spMkLst>
            <pc:docMk/>
            <pc:sldMk cId="2705059615" sldId="267"/>
            <ac:spMk id="3" creationId="{52721A40-2396-4E3E-4EEB-394E6EA7B191}"/>
          </ac:spMkLst>
        </pc:spChg>
        <pc:spChg chg="add mod">
          <ac:chgData name="S M Towhidul Islam" userId="f0c7a54b-59a3-4574-a7d3-38d3921eb4d8" providerId="ADAL" clId="{F01CA67A-3F33-44DB-BA29-3EE860FF9B54}" dt="2023-06-26T04:50:43.977" v="1011" actId="20577"/>
          <ac:spMkLst>
            <pc:docMk/>
            <pc:sldMk cId="2705059615" sldId="267"/>
            <ac:spMk id="4" creationId="{87DA207F-636D-F969-BA1A-A985699AFD13}"/>
          </ac:spMkLst>
        </pc:spChg>
        <pc:spChg chg="add mod">
          <ac:chgData name="S M Towhidul Islam" userId="f0c7a54b-59a3-4574-a7d3-38d3921eb4d8" providerId="ADAL" clId="{F01CA67A-3F33-44DB-BA29-3EE860FF9B54}" dt="2023-06-26T04:46:32.544" v="870" actId="1076"/>
          <ac:spMkLst>
            <pc:docMk/>
            <pc:sldMk cId="2705059615" sldId="267"/>
            <ac:spMk id="5" creationId="{92252319-5C67-0B77-913E-65C34F689ABB}"/>
          </ac:spMkLst>
        </pc:spChg>
        <pc:spChg chg="add mod">
          <ac:chgData name="S M Towhidul Islam" userId="f0c7a54b-59a3-4574-a7d3-38d3921eb4d8" providerId="ADAL" clId="{F01CA67A-3F33-44DB-BA29-3EE860FF9B54}" dt="2023-06-26T04:50:33.411" v="1007" actId="20577"/>
          <ac:spMkLst>
            <pc:docMk/>
            <pc:sldMk cId="2705059615" sldId="267"/>
            <ac:spMk id="6" creationId="{63586169-8E53-2A14-7D6B-6556030001B2}"/>
          </ac:spMkLst>
        </pc:spChg>
        <pc:spChg chg="add mod">
          <ac:chgData name="S M Towhidul Islam" userId="f0c7a54b-59a3-4574-a7d3-38d3921eb4d8" providerId="ADAL" clId="{F01CA67A-3F33-44DB-BA29-3EE860FF9B54}" dt="2023-06-26T04:50:46.436" v="1012" actId="6549"/>
          <ac:spMkLst>
            <pc:docMk/>
            <pc:sldMk cId="2705059615" sldId="267"/>
            <ac:spMk id="7" creationId="{A73279C7-58D8-B504-A585-BB23332A5464}"/>
          </ac:spMkLst>
        </pc:spChg>
        <pc:spChg chg="add mod">
          <ac:chgData name="S M Towhidul Islam" userId="f0c7a54b-59a3-4574-a7d3-38d3921eb4d8" providerId="ADAL" clId="{F01CA67A-3F33-44DB-BA29-3EE860FF9B54}" dt="2023-06-26T04:47:53.483" v="947" actId="20577"/>
          <ac:spMkLst>
            <pc:docMk/>
            <pc:sldMk cId="2705059615" sldId="267"/>
            <ac:spMk id="23" creationId="{A4901B12-600D-4C77-62C5-42273D8E86A0}"/>
          </ac:spMkLst>
        </pc:spChg>
        <pc:spChg chg="add mod">
          <ac:chgData name="S M Towhidul Islam" userId="f0c7a54b-59a3-4574-a7d3-38d3921eb4d8" providerId="ADAL" clId="{F01CA67A-3F33-44DB-BA29-3EE860FF9B54}" dt="2023-06-26T04:53:40.772" v="1013" actId="1076"/>
          <ac:spMkLst>
            <pc:docMk/>
            <pc:sldMk cId="2705059615" sldId="267"/>
            <ac:spMk id="24" creationId="{A9F2C4BB-00ED-98B6-D119-070201EFE303}"/>
          </ac:spMkLst>
        </pc:spChg>
        <pc:spChg chg="add mod">
          <ac:chgData name="S M Towhidul Islam" userId="f0c7a54b-59a3-4574-a7d3-38d3921eb4d8" providerId="ADAL" clId="{F01CA67A-3F33-44DB-BA29-3EE860FF9B54}" dt="2023-06-26T04:53:40.772" v="1013" actId="1076"/>
          <ac:spMkLst>
            <pc:docMk/>
            <pc:sldMk cId="2705059615" sldId="267"/>
            <ac:spMk id="25" creationId="{CF5D9ACF-725A-892E-4155-D2D32A4EF757}"/>
          </ac:spMkLst>
        </pc:spChg>
        <pc:spChg chg="add mod">
          <ac:chgData name="S M Towhidul Islam" userId="f0c7a54b-59a3-4574-a7d3-38d3921eb4d8" providerId="ADAL" clId="{F01CA67A-3F33-44DB-BA29-3EE860FF9B54}" dt="2023-06-26T04:53:40.772" v="1013" actId="1076"/>
          <ac:spMkLst>
            <pc:docMk/>
            <pc:sldMk cId="2705059615" sldId="267"/>
            <ac:spMk id="26" creationId="{BB784151-A370-C093-9098-4D661379688B}"/>
          </ac:spMkLst>
        </pc:spChg>
        <pc:spChg chg="add mod">
          <ac:chgData name="S M Towhidul Islam" userId="f0c7a54b-59a3-4574-a7d3-38d3921eb4d8" providerId="ADAL" clId="{F01CA67A-3F33-44DB-BA29-3EE860FF9B54}" dt="2023-06-26T04:53:40.772" v="1013" actId="1076"/>
          <ac:spMkLst>
            <pc:docMk/>
            <pc:sldMk cId="2705059615" sldId="267"/>
            <ac:spMk id="27" creationId="{EE102C5E-AE22-4526-D209-93CC86583102}"/>
          </ac:spMkLst>
        </pc:spChg>
        <pc:spChg chg="add mod">
          <ac:chgData name="S M Towhidul Islam" userId="f0c7a54b-59a3-4574-a7d3-38d3921eb4d8" providerId="ADAL" clId="{F01CA67A-3F33-44DB-BA29-3EE860FF9B54}" dt="2023-06-26T04:53:40.772" v="1013" actId="1076"/>
          <ac:spMkLst>
            <pc:docMk/>
            <pc:sldMk cId="2705059615" sldId="267"/>
            <ac:spMk id="28" creationId="{32CF79D8-ADA5-B20F-B273-310B9EB75CD6}"/>
          </ac:spMkLst>
        </pc:spChg>
        <pc:spChg chg="add mod">
          <ac:chgData name="S M Towhidul Islam" userId="f0c7a54b-59a3-4574-a7d3-38d3921eb4d8" providerId="ADAL" clId="{F01CA67A-3F33-44DB-BA29-3EE860FF9B54}" dt="2023-06-26T04:49:42.284" v="1002" actId="20577"/>
          <ac:spMkLst>
            <pc:docMk/>
            <pc:sldMk cId="2705059615" sldId="267"/>
            <ac:spMk id="50" creationId="{4D68BB3F-5427-AA79-405E-FED9D65B8C58}"/>
          </ac:spMkLst>
        </pc:spChg>
        <pc:spChg chg="add mod">
          <ac:chgData name="S M Towhidul Islam" userId="f0c7a54b-59a3-4574-a7d3-38d3921eb4d8" providerId="ADAL" clId="{F01CA67A-3F33-44DB-BA29-3EE860FF9B54}" dt="2023-06-26T04:53:40.772" v="1013" actId="1076"/>
          <ac:spMkLst>
            <pc:docMk/>
            <pc:sldMk cId="2705059615" sldId="267"/>
            <ac:spMk id="51" creationId="{6E18F8C1-6E4A-8C20-9DD7-A12AB8C46833}"/>
          </ac:spMkLst>
        </pc:spChg>
        <pc:picChg chg="add del mod">
          <ac:chgData name="S M Towhidul Islam" userId="f0c7a54b-59a3-4574-a7d3-38d3921eb4d8" providerId="ADAL" clId="{F01CA67A-3F33-44DB-BA29-3EE860FF9B54}" dt="2023-06-26T04:53:46.053" v="1016" actId="478"/>
          <ac:picMkLst>
            <pc:docMk/>
            <pc:sldMk cId="2705059615" sldId="267"/>
            <ac:picMk id="53" creationId="{7159E405-0F05-7390-5E8F-84E2CE68CDAF}"/>
          </ac:picMkLst>
        </pc:picChg>
        <pc:cxnChg chg="add">
          <ac:chgData name="S M Towhidul Islam" userId="f0c7a54b-59a3-4574-a7d3-38d3921eb4d8" providerId="ADAL" clId="{F01CA67A-3F33-44DB-BA29-3EE860FF9B54}" dt="2023-06-26T04:46:46.328" v="871" actId="11529"/>
          <ac:cxnSpMkLst>
            <pc:docMk/>
            <pc:sldMk cId="2705059615" sldId="267"/>
            <ac:cxnSpMk id="9" creationId="{56DFFE49-81A2-8326-8E89-BCBF17630CB1}"/>
          </ac:cxnSpMkLst>
        </pc:cxnChg>
        <pc:cxnChg chg="add mod">
          <ac:chgData name="S M Towhidul Islam" userId="f0c7a54b-59a3-4574-a7d3-38d3921eb4d8" providerId="ADAL" clId="{F01CA67A-3F33-44DB-BA29-3EE860FF9B54}" dt="2023-06-26T04:46:53.846" v="874" actId="14100"/>
          <ac:cxnSpMkLst>
            <pc:docMk/>
            <pc:sldMk cId="2705059615" sldId="267"/>
            <ac:cxnSpMk id="10" creationId="{35B388AC-882C-2AFE-D456-BD75F15F3A95}"/>
          </ac:cxnSpMkLst>
        </pc:cxnChg>
        <pc:cxnChg chg="add mod">
          <ac:chgData name="S M Towhidul Islam" userId="f0c7a54b-59a3-4574-a7d3-38d3921eb4d8" providerId="ADAL" clId="{F01CA67A-3F33-44DB-BA29-3EE860FF9B54}" dt="2023-06-26T04:47:01.924" v="877" actId="14100"/>
          <ac:cxnSpMkLst>
            <pc:docMk/>
            <pc:sldMk cId="2705059615" sldId="267"/>
            <ac:cxnSpMk id="13" creationId="{0DE5496B-ABB9-2798-B192-7EC81856A63B}"/>
          </ac:cxnSpMkLst>
        </pc:cxnChg>
        <pc:cxnChg chg="add mod">
          <ac:chgData name="S M Towhidul Islam" userId="f0c7a54b-59a3-4574-a7d3-38d3921eb4d8" providerId="ADAL" clId="{F01CA67A-3F33-44DB-BA29-3EE860FF9B54}" dt="2023-06-26T04:47:11.428" v="880" actId="14100"/>
          <ac:cxnSpMkLst>
            <pc:docMk/>
            <pc:sldMk cId="2705059615" sldId="267"/>
            <ac:cxnSpMk id="16" creationId="{EB261668-268D-2BB2-3E53-31F72A5FE9B4}"/>
          </ac:cxnSpMkLst>
        </pc:cxnChg>
        <pc:cxnChg chg="add mod">
          <ac:chgData name="S M Towhidul Islam" userId="f0c7a54b-59a3-4574-a7d3-38d3921eb4d8" providerId="ADAL" clId="{F01CA67A-3F33-44DB-BA29-3EE860FF9B54}" dt="2023-06-26T04:47:20.785" v="884" actId="1076"/>
          <ac:cxnSpMkLst>
            <pc:docMk/>
            <pc:sldMk cId="2705059615" sldId="267"/>
            <ac:cxnSpMk id="19" creationId="{568CDAA3-4F1E-52C3-B7E8-DA4F7C0F63F3}"/>
          </ac:cxnSpMkLst>
        </pc:cxnChg>
        <pc:cxnChg chg="add del mod">
          <ac:chgData name="S M Towhidul Islam" userId="f0c7a54b-59a3-4574-a7d3-38d3921eb4d8" providerId="ADAL" clId="{F01CA67A-3F33-44DB-BA29-3EE860FF9B54}" dt="2023-06-26T04:48:03.564" v="950" actId="478"/>
          <ac:cxnSpMkLst>
            <pc:docMk/>
            <pc:sldMk cId="2705059615" sldId="267"/>
            <ac:cxnSpMk id="29" creationId="{44E48AF0-354D-A70F-96AD-F5CC93A26F98}"/>
          </ac:cxnSpMkLst>
        </pc:cxnChg>
        <pc:cxnChg chg="add del mod">
          <ac:chgData name="S M Towhidul Islam" userId="f0c7a54b-59a3-4574-a7d3-38d3921eb4d8" providerId="ADAL" clId="{F01CA67A-3F33-44DB-BA29-3EE860FF9B54}" dt="2023-06-26T04:48:11.579" v="952" actId="478"/>
          <ac:cxnSpMkLst>
            <pc:docMk/>
            <pc:sldMk cId="2705059615" sldId="267"/>
            <ac:cxnSpMk id="30" creationId="{F8341FCC-6DBC-80E3-E1B6-E81F17C20904}"/>
          </ac:cxnSpMkLst>
        </pc:cxnChg>
        <pc:cxnChg chg="add del mod">
          <ac:chgData name="S M Towhidul Islam" userId="f0c7a54b-59a3-4574-a7d3-38d3921eb4d8" providerId="ADAL" clId="{F01CA67A-3F33-44DB-BA29-3EE860FF9B54}" dt="2023-06-26T04:48:28.653" v="960" actId="478"/>
          <ac:cxnSpMkLst>
            <pc:docMk/>
            <pc:sldMk cId="2705059615" sldId="267"/>
            <ac:cxnSpMk id="31" creationId="{2575497A-7ADC-9960-836E-ABDB7B02FD7B}"/>
          </ac:cxnSpMkLst>
        </pc:cxnChg>
        <pc:cxnChg chg="add del mod">
          <ac:chgData name="S M Towhidul Islam" userId="f0c7a54b-59a3-4574-a7d3-38d3921eb4d8" providerId="ADAL" clId="{F01CA67A-3F33-44DB-BA29-3EE860FF9B54}" dt="2023-06-26T04:48:20.015" v="956" actId="478"/>
          <ac:cxnSpMkLst>
            <pc:docMk/>
            <pc:sldMk cId="2705059615" sldId="267"/>
            <ac:cxnSpMk id="32" creationId="{EF26CF5B-A5D8-CC3D-EA14-6366884E34CD}"/>
          </ac:cxnSpMkLst>
        </pc:cxnChg>
        <pc:cxnChg chg="add del mod">
          <ac:chgData name="S M Towhidul Islam" userId="f0c7a54b-59a3-4574-a7d3-38d3921eb4d8" providerId="ADAL" clId="{F01CA67A-3F33-44DB-BA29-3EE860FF9B54}" dt="2023-06-26T04:48:45.428" v="965" actId="478"/>
          <ac:cxnSpMkLst>
            <pc:docMk/>
            <pc:sldMk cId="2705059615" sldId="267"/>
            <ac:cxnSpMk id="33" creationId="{B85866CE-7F02-3466-777F-80F34034696A}"/>
          </ac:cxnSpMkLst>
        </pc:cxnChg>
        <pc:cxnChg chg="add mod">
          <ac:chgData name="S M Towhidul Islam" userId="f0c7a54b-59a3-4574-a7d3-38d3921eb4d8" providerId="ADAL" clId="{F01CA67A-3F33-44DB-BA29-3EE860FF9B54}" dt="2023-06-26T04:53:40.772" v="1013" actId="1076"/>
          <ac:cxnSpMkLst>
            <pc:docMk/>
            <pc:sldMk cId="2705059615" sldId="267"/>
            <ac:cxnSpMk id="35" creationId="{EFA34841-DBAA-8A21-0FFF-49A18FA2AEF5}"/>
          </ac:cxnSpMkLst>
        </pc:cxnChg>
        <pc:cxnChg chg="add mod">
          <ac:chgData name="S M Towhidul Islam" userId="f0c7a54b-59a3-4574-a7d3-38d3921eb4d8" providerId="ADAL" clId="{F01CA67A-3F33-44DB-BA29-3EE860FF9B54}" dt="2023-06-26T04:53:40.772" v="1013" actId="1076"/>
          <ac:cxnSpMkLst>
            <pc:docMk/>
            <pc:sldMk cId="2705059615" sldId="267"/>
            <ac:cxnSpMk id="36" creationId="{38ADA4E2-6432-2E79-B277-4E749394581E}"/>
          </ac:cxnSpMkLst>
        </pc:cxnChg>
        <pc:cxnChg chg="add mod">
          <ac:chgData name="S M Towhidul Islam" userId="f0c7a54b-59a3-4574-a7d3-38d3921eb4d8" providerId="ADAL" clId="{F01CA67A-3F33-44DB-BA29-3EE860FF9B54}" dt="2023-06-26T04:53:40.772" v="1013" actId="1076"/>
          <ac:cxnSpMkLst>
            <pc:docMk/>
            <pc:sldMk cId="2705059615" sldId="267"/>
            <ac:cxnSpMk id="39" creationId="{956EFD93-27D3-398E-7E4A-5F3A25811C2D}"/>
          </ac:cxnSpMkLst>
        </pc:cxnChg>
        <pc:cxnChg chg="add del mod">
          <ac:chgData name="S M Towhidul Islam" userId="f0c7a54b-59a3-4574-a7d3-38d3921eb4d8" providerId="ADAL" clId="{F01CA67A-3F33-44DB-BA29-3EE860FF9B54}" dt="2023-06-26T04:53:40.772" v="1013" actId="1076"/>
          <ac:cxnSpMkLst>
            <pc:docMk/>
            <pc:sldMk cId="2705059615" sldId="267"/>
            <ac:cxnSpMk id="42" creationId="{B063421D-A39A-AEEF-504E-6013A6E4201F}"/>
          </ac:cxnSpMkLst>
        </pc:cxnChg>
        <pc:cxnChg chg="add del mod">
          <ac:chgData name="S M Towhidul Islam" userId="f0c7a54b-59a3-4574-a7d3-38d3921eb4d8" providerId="ADAL" clId="{F01CA67A-3F33-44DB-BA29-3EE860FF9B54}" dt="2023-06-26T04:48:47.974" v="967"/>
          <ac:cxnSpMkLst>
            <pc:docMk/>
            <pc:sldMk cId="2705059615" sldId="267"/>
            <ac:cxnSpMk id="46" creationId="{58A9BCD3-2C52-4729-2232-AD0D9A66D6EB}"/>
          </ac:cxnSpMkLst>
        </pc:cxnChg>
        <pc:cxnChg chg="add mod">
          <ac:chgData name="S M Towhidul Islam" userId="f0c7a54b-59a3-4574-a7d3-38d3921eb4d8" providerId="ADAL" clId="{F01CA67A-3F33-44DB-BA29-3EE860FF9B54}" dt="2023-06-26T04:53:40.772" v="1013" actId="1076"/>
          <ac:cxnSpMkLst>
            <pc:docMk/>
            <pc:sldMk cId="2705059615" sldId="267"/>
            <ac:cxnSpMk id="47" creationId="{352782EC-E666-F8D6-1B35-71D51C06E060}"/>
          </ac:cxnSpMkLst>
        </pc:cxnChg>
      </pc:sldChg>
      <pc:sldChg chg="addSp modSp new del mod">
        <pc:chgData name="S M Towhidul Islam" userId="f0c7a54b-59a3-4574-a7d3-38d3921eb4d8" providerId="ADAL" clId="{F01CA67A-3F33-44DB-BA29-3EE860FF9B54}" dt="2023-06-28T04:40:42.224" v="3122" actId="47"/>
        <pc:sldMkLst>
          <pc:docMk/>
          <pc:sldMk cId="3975377690" sldId="268"/>
        </pc:sldMkLst>
        <pc:picChg chg="add mod">
          <ac:chgData name="S M Towhidul Islam" userId="f0c7a54b-59a3-4574-a7d3-38d3921eb4d8" providerId="ADAL" clId="{F01CA67A-3F33-44DB-BA29-3EE860FF9B54}" dt="2023-06-26T04:54:01.096" v="1022" actId="1076"/>
          <ac:picMkLst>
            <pc:docMk/>
            <pc:sldMk cId="3975377690" sldId="268"/>
            <ac:picMk id="3" creationId="{A870CA42-BA7B-BA73-B8FE-CC198223B99A}"/>
          </ac:picMkLst>
        </pc:picChg>
      </pc:sldChg>
      <pc:sldChg chg="new del">
        <pc:chgData name="S M Towhidul Islam" userId="f0c7a54b-59a3-4574-a7d3-38d3921eb4d8" providerId="ADAL" clId="{F01CA67A-3F33-44DB-BA29-3EE860FF9B54}" dt="2023-06-26T05:01:19.235" v="1510" actId="47"/>
        <pc:sldMkLst>
          <pc:docMk/>
          <pc:sldMk cId="1107054055" sldId="269"/>
        </pc:sldMkLst>
      </pc:sldChg>
      <pc:sldChg chg="addSp modSp new mod ord modAnim">
        <pc:chgData name="S M Towhidul Islam" userId="f0c7a54b-59a3-4574-a7d3-38d3921eb4d8" providerId="ADAL" clId="{F01CA67A-3F33-44DB-BA29-3EE860FF9B54}" dt="2023-06-26T04:56:57.984" v="1205"/>
        <pc:sldMkLst>
          <pc:docMk/>
          <pc:sldMk cId="2969873213" sldId="270"/>
        </pc:sldMkLst>
        <pc:spChg chg="add mod">
          <ac:chgData name="S M Towhidul Islam" userId="f0c7a54b-59a3-4574-a7d3-38d3921eb4d8" providerId="ADAL" clId="{F01CA67A-3F33-44DB-BA29-3EE860FF9B54}" dt="2023-06-26T04:56:37.251" v="1188" actId="20577"/>
          <ac:spMkLst>
            <pc:docMk/>
            <pc:sldMk cId="2969873213" sldId="270"/>
            <ac:spMk id="2" creationId="{4E3D02FC-A76A-2A0B-3CA9-C901C382FD79}"/>
          </ac:spMkLst>
        </pc:spChg>
        <pc:spChg chg="add mod">
          <ac:chgData name="S M Towhidul Islam" userId="f0c7a54b-59a3-4574-a7d3-38d3921eb4d8" providerId="ADAL" clId="{F01CA67A-3F33-44DB-BA29-3EE860FF9B54}" dt="2023-06-26T04:56:51.398" v="1203" actId="20577"/>
          <ac:spMkLst>
            <pc:docMk/>
            <pc:sldMk cId="2969873213" sldId="270"/>
            <ac:spMk id="3" creationId="{DA336521-A9AA-7D0A-D07D-AA33BF205792}"/>
          </ac:spMkLst>
        </pc:spChg>
      </pc:sldChg>
      <pc:sldChg chg="modSp add mod modAnim">
        <pc:chgData name="S M Towhidul Islam" userId="f0c7a54b-59a3-4574-a7d3-38d3921eb4d8" providerId="ADAL" clId="{F01CA67A-3F33-44DB-BA29-3EE860FF9B54}" dt="2023-06-26T04:59:25.918" v="1344" actId="20577"/>
        <pc:sldMkLst>
          <pc:docMk/>
          <pc:sldMk cId="3026708323" sldId="271"/>
        </pc:sldMkLst>
        <pc:spChg chg="mod">
          <ac:chgData name="S M Towhidul Islam" userId="f0c7a54b-59a3-4574-a7d3-38d3921eb4d8" providerId="ADAL" clId="{F01CA67A-3F33-44DB-BA29-3EE860FF9B54}" dt="2023-06-26T04:59:25.918" v="1344" actId="20577"/>
          <ac:spMkLst>
            <pc:docMk/>
            <pc:sldMk cId="3026708323" sldId="271"/>
            <ac:spMk id="2" creationId="{4E3D02FC-A76A-2A0B-3CA9-C901C382FD79}"/>
          </ac:spMkLst>
        </pc:spChg>
        <pc:spChg chg="mod">
          <ac:chgData name="S M Towhidul Islam" userId="f0c7a54b-59a3-4574-a7d3-38d3921eb4d8" providerId="ADAL" clId="{F01CA67A-3F33-44DB-BA29-3EE860FF9B54}" dt="2023-06-26T04:57:09.036" v="1211" actId="20577"/>
          <ac:spMkLst>
            <pc:docMk/>
            <pc:sldMk cId="3026708323" sldId="271"/>
            <ac:spMk id="3" creationId="{DA336521-A9AA-7D0A-D07D-AA33BF205792}"/>
          </ac:spMkLst>
        </pc:spChg>
      </pc:sldChg>
      <pc:sldChg chg="modSp add mod modAnim">
        <pc:chgData name="S M Towhidul Islam" userId="f0c7a54b-59a3-4574-a7d3-38d3921eb4d8" providerId="ADAL" clId="{F01CA67A-3F33-44DB-BA29-3EE860FF9B54}" dt="2023-06-26T05:01:12.959" v="1509" actId="20577"/>
        <pc:sldMkLst>
          <pc:docMk/>
          <pc:sldMk cId="2087238771" sldId="272"/>
        </pc:sldMkLst>
        <pc:spChg chg="mod">
          <ac:chgData name="S M Towhidul Islam" userId="f0c7a54b-59a3-4574-a7d3-38d3921eb4d8" providerId="ADAL" clId="{F01CA67A-3F33-44DB-BA29-3EE860FF9B54}" dt="2023-06-26T05:01:12.959" v="1509" actId="20577"/>
          <ac:spMkLst>
            <pc:docMk/>
            <pc:sldMk cId="2087238771" sldId="272"/>
            <ac:spMk id="2" creationId="{4E3D02FC-A76A-2A0B-3CA9-C901C382FD79}"/>
          </ac:spMkLst>
        </pc:spChg>
        <pc:spChg chg="mod">
          <ac:chgData name="S M Towhidul Islam" userId="f0c7a54b-59a3-4574-a7d3-38d3921eb4d8" providerId="ADAL" clId="{F01CA67A-3F33-44DB-BA29-3EE860FF9B54}" dt="2023-06-26T04:59:36.146" v="1349" actId="20577"/>
          <ac:spMkLst>
            <pc:docMk/>
            <pc:sldMk cId="2087238771" sldId="272"/>
            <ac:spMk id="3" creationId="{DA336521-A9AA-7D0A-D07D-AA33BF205792}"/>
          </ac:spMkLst>
        </pc:spChg>
      </pc:sldChg>
      <pc:sldChg chg="modSp add del mod modAnim">
        <pc:chgData name="S M Towhidul Islam" userId="f0c7a54b-59a3-4574-a7d3-38d3921eb4d8" providerId="ADAL" clId="{F01CA67A-3F33-44DB-BA29-3EE860FF9B54}" dt="2023-06-28T17:31:05.059" v="3451" actId="47"/>
        <pc:sldMkLst>
          <pc:docMk/>
          <pc:sldMk cId="2097056619" sldId="273"/>
        </pc:sldMkLst>
        <pc:spChg chg="mod">
          <ac:chgData name="S M Towhidul Islam" userId="f0c7a54b-59a3-4574-a7d3-38d3921eb4d8" providerId="ADAL" clId="{F01CA67A-3F33-44DB-BA29-3EE860FF9B54}" dt="2023-06-26T05:03:16.980" v="1630" actId="20577"/>
          <ac:spMkLst>
            <pc:docMk/>
            <pc:sldMk cId="2097056619" sldId="273"/>
            <ac:spMk id="2" creationId="{4E3D02FC-A76A-2A0B-3CA9-C901C382FD79}"/>
          </ac:spMkLst>
        </pc:spChg>
        <pc:spChg chg="mod">
          <ac:chgData name="S M Towhidul Islam" userId="f0c7a54b-59a3-4574-a7d3-38d3921eb4d8" providerId="ADAL" clId="{F01CA67A-3F33-44DB-BA29-3EE860FF9B54}" dt="2023-06-26T05:01:23.755" v="1516" actId="20577"/>
          <ac:spMkLst>
            <pc:docMk/>
            <pc:sldMk cId="2097056619" sldId="273"/>
            <ac:spMk id="3" creationId="{DA336521-A9AA-7D0A-D07D-AA33BF205792}"/>
          </ac:spMkLst>
        </pc:spChg>
      </pc:sldChg>
      <pc:sldChg chg="new del">
        <pc:chgData name="S M Towhidul Islam" userId="f0c7a54b-59a3-4574-a7d3-38d3921eb4d8" providerId="ADAL" clId="{F01CA67A-3F33-44DB-BA29-3EE860FF9B54}" dt="2023-06-28T00:51:45.995" v="1633" actId="47"/>
        <pc:sldMkLst>
          <pc:docMk/>
          <pc:sldMk cId="3425875030" sldId="274"/>
        </pc:sldMkLst>
      </pc:sldChg>
      <pc:sldChg chg="addSp modSp add mod">
        <pc:chgData name="S M Towhidul Islam" userId="f0c7a54b-59a3-4574-a7d3-38d3921eb4d8" providerId="ADAL" clId="{F01CA67A-3F33-44DB-BA29-3EE860FF9B54}" dt="2023-06-28T01:56:35.720" v="2238" actId="1038"/>
        <pc:sldMkLst>
          <pc:docMk/>
          <pc:sldMk cId="853717275" sldId="275"/>
        </pc:sldMkLst>
        <pc:spChg chg="mod">
          <ac:chgData name="S M Towhidul Islam" userId="f0c7a54b-59a3-4574-a7d3-38d3921eb4d8" providerId="ADAL" clId="{F01CA67A-3F33-44DB-BA29-3EE860FF9B54}" dt="2023-06-28T00:52:06.452" v="1658" actId="20577"/>
          <ac:spMkLst>
            <pc:docMk/>
            <pc:sldMk cId="853717275" sldId="275"/>
            <ac:spMk id="2" creationId="{86171886-6835-97CA-8DB1-E7A0B5844860}"/>
          </ac:spMkLst>
        </pc:spChg>
        <pc:spChg chg="mod">
          <ac:chgData name="S M Towhidul Islam" userId="f0c7a54b-59a3-4574-a7d3-38d3921eb4d8" providerId="ADAL" clId="{F01CA67A-3F33-44DB-BA29-3EE860FF9B54}" dt="2023-06-28T00:52:11.086" v="1660" actId="20577"/>
          <ac:spMkLst>
            <pc:docMk/>
            <pc:sldMk cId="853717275" sldId="275"/>
            <ac:spMk id="3" creationId="{7B42CFCB-28B4-24C1-C777-395C4D61685B}"/>
          </ac:spMkLst>
        </pc:spChg>
        <pc:spChg chg="add mod">
          <ac:chgData name="S M Towhidul Islam" userId="f0c7a54b-59a3-4574-a7d3-38d3921eb4d8" providerId="ADAL" clId="{F01CA67A-3F33-44DB-BA29-3EE860FF9B54}" dt="2023-06-28T01:56:35.720" v="2238" actId="1038"/>
          <ac:spMkLst>
            <pc:docMk/>
            <pc:sldMk cId="853717275" sldId="275"/>
            <ac:spMk id="4" creationId="{D6F574E1-421F-ABC5-3AD9-D28EC5ED6704}"/>
          </ac:spMkLst>
        </pc:spChg>
        <pc:spChg chg="add mod">
          <ac:chgData name="S M Towhidul Islam" userId="f0c7a54b-59a3-4574-a7d3-38d3921eb4d8" providerId="ADAL" clId="{F01CA67A-3F33-44DB-BA29-3EE860FF9B54}" dt="2023-06-28T01:56:35.720" v="2238" actId="1038"/>
          <ac:spMkLst>
            <pc:docMk/>
            <pc:sldMk cId="853717275" sldId="275"/>
            <ac:spMk id="5" creationId="{54D56615-B401-C4C9-7EA9-DDB59ACE610F}"/>
          </ac:spMkLst>
        </pc:spChg>
      </pc:sldChg>
      <pc:sldChg chg="addSp modSp new mod modAnim">
        <pc:chgData name="S M Towhidul Islam" userId="f0c7a54b-59a3-4574-a7d3-38d3921eb4d8" providerId="ADAL" clId="{F01CA67A-3F33-44DB-BA29-3EE860FF9B54}" dt="2023-06-28T01:51:44.689" v="1997" actId="14100"/>
        <pc:sldMkLst>
          <pc:docMk/>
          <pc:sldMk cId="1870674487" sldId="276"/>
        </pc:sldMkLst>
        <pc:spChg chg="add mod">
          <ac:chgData name="S M Towhidul Islam" userId="f0c7a54b-59a3-4574-a7d3-38d3921eb4d8" providerId="ADAL" clId="{F01CA67A-3F33-44DB-BA29-3EE860FF9B54}" dt="2023-06-28T01:51:01.189" v="1988" actId="12"/>
          <ac:spMkLst>
            <pc:docMk/>
            <pc:sldMk cId="1870674487" sldId="276"/>
            <ac:spMk id="2" creationId="{83A61311-DE20-F90D-11CE-937CC9F8A095}"/>
          </ac:spMkLst>
        </pc:spChg>
        <pc:spChg chg="add mod">
          <ac:chgData name="S M Towhidul Islam" userId="f0c7a54b-59a3-4574-a7d3-38d3921eb4d8" providerId="ADAL" clId="{F01CA67A-3F33-44DB-BA29-3EE860FF9B54}" dt="2023-06-28T01:51:44.689" v="1997" actId="14100"/>
          <ac:spMkLst>
            <pc:docMk/>
            <pc:sldMk cId="1870674487" sldId="276"/>
            <ac:spMk id="3" creationId="{03FE0DFA-74FE-E93A-10DD-1EFC45AC17C7}"/>
          </ac:spMkLst>
        </pc:spChg>
      </pc:sldChg>
      <pc:sldChg chg="addSp delSp modSp new mod delAnim modAnim">
        <pc:chgData name="S M Towhidul Islam" userId="f0c7a54b-59a3-4574-a7d3-38d3921eb4d8" providerId="ADAL" clId="{F01CA67A-3F33-44DB-BA29-3EE860FF9B54}" dt="2023-06-28T02:12:06.412" v="2509"/>
        <pc:sldMkLst>
          <pc:docMk/>
          <pc:sldMk cId="3310256491" sldId="277"/>
        </pc:sldMkLst>
        <pc:spChg chg="add mod">
          <ac:chgData name="S M Towhidul Islam" userId="f0c7a54b-59a3-4574-a7d3-38d3921eb4d8" providerId="ADAL" clId="{F01CA67A-3F33-44DB-BA29-3EE860FF9B54}" dt="2023-06-28T01:52:05.802" v="2041" actId="113"/>
          <ac:spMkLst>
            <pc:docMk/>
            <pc:sldMk cId="3310256491" sldId="277"/>
            <ac:spMk id="2" creationId="{CEFF7CA6-87D5-3DFE-F228-586ECFDF971F}"/>
          </ac:spMkLst>
        </pc:spChg>
        <pc:spChg chg="add del mod">
          <ac:chgData name="S M Towhidul Islam" userId="f0c7a54b-59a3-4574-a7d3-38d3921eb4d8" providerId="ADAL" clId="{F01CA67A-3F33-44DB-BA29-3EE860FF9B54}" dt="2023-06-28T01:52:05.300" v="2040"/>
          <ac:spMkLst>
            <pc:docMk/>
            <pc:sldMk cId="3310256491" sldId="277"/>
            <ac:spMk id="3" creationId="{FA798BED-43ED-690A-6350-2457A8B095D6}"/>
          </ac:spMkLst>
        </pc:spChg>
        <pc:spChg chg="add mod">
          <ac:chgData name="S M Towhidul Islam" userId="f0c7a54b-59a3-4574-a7d3-38d3921eb4d8" providerId="ADAL" clId="{F01CA67A-3F33-44DB-BA29-3EE860FF9B54}" dt="2023-06-28T02:11:24.759" v="2497" actId="14100"/>
          <ac:spMkLst>
            <pc:docMk/>
            <pc:sldMk cId="3310256491" sldId="277"/>
            <ac:spMk id="4" creationId="{0B0DF4DF-5581-2B78-09FE-540B84834B9C}"/>
          </ac:spMkLst>
        </pc:spChg>
        <pc:spChg chg="add del mod">
          <ac:chgData name="S M Towhidul Islam" userId="f0c7a54b-59a3-4574-a7d3-38d3921eb4d8" providerId="ADAL" clId="{F01CA67A-3F33-44DB-BA29-3EE860FF9B54}" dt="2023-06-28T02:01:42.600" v="2408" actId="22"/>
          <ac:spMkLst>
            <pc:docMk/>
            <pc:sldMk cId="3310256491" sldId="277"/>
            <ac:spMk id="12" creationId="{57938B98-3540-0CFB-F590-2247E91348AB}"/>
          </ac:spMkLst>
        </pc:spChg>
        <pc:spChg chg="add mod">
          <ac:chgData name="S M Towhidul Islam" userId="f0c7a54b-59a3-4574-a7d3-38d3921eb4d8" providerId="ADAL" clId="{F01CA67A-3F33-44DB-BA29-3EE860FF9B54}" dt="2023-06-28T02:11:50.548" v="2507" actId="1076"/>
          <ac:spMkLst>
            <pc:docMk/>
            <pc:sldMk cId="3310256491" sldId="277"/>
            <ac:spMk id="13" creationId="{D751667A-74BF-0111-4426-E809A2C0B895}"/>
          </ac:spMkLst>
        </pc:spChg>
        <pc:picChg chg="add mod">
          <ac:chgData name="S M Towhidul Islam" userId="f0c7a54b-59a3-4574-a7d3-38d3921eb4d8" providerId="ADAL" clId="{F01CA67A-3F33-44DB-BA29-3EE860FF9B54}" dt="2023-06-28T02:11:28.757" v="2499" actId="1076"/>
          <ac:picMkLst>
            <pc:docMk/>
            <pc:sldMk cId="3310256491" sldId="277"/>
            <ac:picMk id="6" creationId="{69D1F817-36CD-6709-89E1-32917D23EA3F}"/>
          </ac:picMkLst>
        </pc:picChg>
        <pc:picChg chg="add mod">
          <ac:chgData name="S M Towhidul Islam" userId="f0c7a54b-59a3-4574-a7d3-38d3921eb4d8" providerId="ADAL" clId="{F01CA67A-3F33-44DB-BA29-3EE860FF9B54}" dt="2023-06-28T02:11:31.593" v="2500" actId="1076"/>
          <ac:picMkLst>
            <pc:docMk/>
            <pc:sldMk cId="3310256491" sldId="277"/>
            <ac:picMk id="8" creationId="{FCB2F68D-D2DB-7098-E6B0-3CBC6019B5DB}"/>
          </ac:picMkLst>
        </pc:picChg>
        <pc:picChg chg="add del mod">
          <ac:chgData name="S M Towhidul Islam" userId="f0c7a54b-59a3-4574-a7d3-38d3921eb4d8" providerId="ADAL" clId="{F01CA67A-3F33-44DB-BA29-3EE860FF9B54}" dt="2023-06-28T02:11:04.431" v="2490" actId="478"/>
          <ac:picMkLst>
            <pc:docMk/>
            <pc:sldMk cId="3310256491" sldId="277"/>
            <ac:picMk id="10" creationId="{F1B4B1DD-CBF7-0E70-74B5-D872F3112C1D}"/>
          </ac:picMkLst>
        </pc:picChg>
        <pc:picChg chg="add mod">
          <ac:chgData name="S M Towhidul Islam" userId="f0c7a54b-59a3-4574-a7d3-38d3921eb4d8" providerId="ADAL" clId="{F01CA67A-3F33-44DB-BA29-3EE860FF9B54}" dt="2023-06-28T02:11:20.513" v="2496" actId="1076"/>
          <ac:picMkLst>
            <pc:docMk/>
            <pc:sldMk cId="3310256491" sldId="277"/>
            <ac:picMk id="15" creationId="{EB742867-EE49-9843-8CFE-82309B75E620}"/>
          </ac:picMkLst>
        </pc:picChg>
      </pc:sldChg>
      <pc:sldChg chg="addSp delSp modSp new mod modAnim">
        <pc:chgData name="S M Towhidul Islam" userId="f0c7a54b-59a3-4574-a7d3-38d3921eb4d8" providerId="ADAL" clId="{F01CA67A-3F33-44DB-BA29-3EE860FF9B54}" dt="2023-06-28T03:27:24.886" v="2635"/>
        <pc:sldMkLst>
          <pc:docMk/>
          <pc:sldMk cId="547057834" sldId="278"/>
        </pc:sldMkLst>
        <pc:spChg chg="add mod">
          <ac:chgData name="S M Towhidul Islam" userId="f0c7a54b-59a3-4574-a7d3-38d3921eb4d8" providerId="ADAL" clId="{F01CA67A-3F33-44DB-BA29-3EE860FF9B54}" dt="2023-06-28T02:04:50.492" v="2489" actId="113"/>
          <ac:spMkLst>
            <pc:docMk/>
            <pc:sldMk cId="547057834" sldId="278"/>
            <ac:spMk id="3" creationId="{C2B6E7AE-03D4-C279-ECF5-6D3D461D92CC}"/>
          </ac:spMkLst>
        </pc:spChg>
        <pc:spChg chg="add mod">
          <ac:chgData name="S M Towhidul Islam" userId="f0c7a54b-59a3-4574-a7d3-38d3921eb4d8" providerId="ADAL" clId="{F01CA67A-3F33-44DB-BA29-3EE860FF9B54}" dt="2023-06-28T03:26:35.451" v="2624" actId="113"/>
          <ac:spMkLst>
            <pc:docMk/>
            <pc:sldMk cId="547057834" sldId="278"/>
            <ac:spMk id="10" creationId="{E73BB322-5564-A0AB-13CD-2667597ABEAE}"/>
          </ac:spMkLst>
        </pc:spChg>
        <pc:picChg chg="add del mod">
          <ac:chgData name="S M Towhidul Islam" userId="f0c7a54b-59a3-4574-a7d3-38d3921eb4d8" providerId="ADAL" clId="{F01CA67A-3F33-44DB-BA29-3EE860FF9B54}" dt="2023-06-28T03:23:55.331" v="2512" actId="478"/>
          <ac:picMkLst>
            <pc:docMk/>
            <pc:sldMk cId="547057834" sldId="278"/>
            <ac:picMk id="5" creationId="{AA8A8C54-7F22-39A3-EF47-FAFBA8CC194F}"/>
          </ac:picMkLst>
        </pc:picChg>
        <pc:picChg chg="add mod">
          <ac:chgData name="S M Towhidul Islam" userId="f0c7a54b-59a3-4574-a7d3-38d3921eb4d8" providerId="ADAL" clId="{F01CA67A-3F33-44DB-BA29-3EE860FF9B54}" dt="2023-06-28T03:26:55.190" v="2629" actId="1076"/>
          <ac:picMkLst>
            <pc:docMk/>
            <pc:sldMk cId="547057834" sldId="278"/>
            <ac:picMk id="7" creationId="{3286EBA4-7307-1094-BC65-67E39146C955}"/>
          </ac:picMkLst>
        </pc:picChg>
        <pc:picChg chg="add mod">
          <ac:chgData name="S M Towhidul Islam" userId="f0c7a54b-59a3-4574-a7d3-38d3921eb4d8" providerId="ADAL" clId="{F01CA67A-3F33-44DB-BA29-3EE860FF9B54}" dt="2023-06-28T03:25:05.292" v="2517" actId="1076"/>
          <ac:picMkLst>
            <pc:docMk/>
            <pc:sldMk cId="547057834" sldId="278"/>
            <ac:picMk id="9" creationId="{1AD21E8D-FC96-A9DE-61B5-B73CE8711F66}"/>
          </ac:picMkLst>
        </pc:picChg>
      </pc:sldChg>
      <pc:sldChg chg="addSp modSp new mod">
        <pc:chgData name="S M Towhidul Islam" userId="f0c7a54b-59a3-4574-a7d3-38d3921eb4d8" providerId="ADAL" clId="{F01CA67A-3F33-44DB-BA29-3EE860FF9B54}" dt="2023-06-28T03:28:47.068" v="2665" actId="20577"/>
        <pc:sldMkLst>
          <pc:docMk/>
          <pc:sldMk cId="2011264600" sldId="279"/>
        </pc:sldMkLst>
        <pc:spChg chg="add mod">
          <ac:chgData name="S M Towhidul Islam" userId="f0c7a54b-59a3-4574-a7d3-38d3921eb4d8" providerId="ADAL" clId="{F01CA67A-3F33-44DB-BA29-3EE860FF9B54}" dt="2023-06-28T03:28:47.068" v="2665" actId="20577"/>
          <ac:spMkLst>
            <pc:docMk/>
            <pc:sldMk cId="2011264600" sldId="279"/>
            <ac:spMk id="4" creationId="{8245F7BC-698D-10F0-DF3C-4FBD6CBF8F75}"/>
          </ac:spMkLst>
        </pc:spChg>
        <pc:picChg chg="add mod">
          <ac:chgData name="S M Towhidul Islam" userId="f0c7a54b-59a3-4574-a7d3-38d3921eb4d8" providerId="ADAL" clId="{F01CA67A-3F33-44DB-BA29-3EE860FF9B54}" dt="2023-06-28T03:28:35.054" v="2640" actId="1076"/>
          <ac:picMkLst>
            <pc:docMk/>
            <pc:sldMk cId="2011264600" sldId="279"/>
            <ac:picMk id="3" creationId="{F81F662C-0898-6C6E-19BA-8C2534B5CC8F}"/>
          </ac:picMkLst>
        </pc:picChg>
      </pc:sldChg>
      <pc:sldChg chg="addSp modSp new mod">
        <pc:chgData name="S M Towhidul Islam" userId="f0c7a54b-59a3-4574-a7d3-38d3921eb4d8" providerId="ADAL" clId="{F01CA67A-3F33-44DB-BA29-3EE860FF9B54}" dt="2023-06-28T03:36:03.973" v="2693" actId="1076"/>
        <pc:sldMkLst>
          <pc:docMk/>
          <pc:sldMk cId="576398998" sldId="280"/>
        </pc:sldMkLst>
        <pc:spChg chg="add mod">
          <ac:chgData name="S M Towhidul Islam" userId="f0c7a54b-59a3-4574-a7d3-38d3921eb4d8" providerId="ADAL" clId="{F01CA67A-3F33-44DB-BA29-3EE860FF9B54}" dt="2023-06-28T03:29:01.210" v="2684" actId="20577"/>
          <ac:spMkLst>
            <pc:docMk/>
            <pc:sldMk cId="576398998" sldId="280"/>
            <ac:spMk id="2" creationId="{38877739-CD0E-CAD6-1D48-67050BF9B566}"/>
          </ac:spMkLst>
        </pc:spChg>
        <pc:picChg chg="add mod">
          <ac:chgData name="S M Towhidul Islam" userId="f0c7a54b-59a3-4574-a7d3-38d3921eb4d8" providerId="ADAL" clId="{F01CA67A-3F33-44DB-BA29-3EE860FF9B54}" dt="2023-06-28T03:36:01.612" v="2692" actId="1076"/>
          <ac:picMkLst>
            <pc:docMk/>
            <pc:sldMk cId="576398998" sldId="280"/>
            <ac:picMk id="4" creationId="{A1DEAD6E-2949-6772-5773-1BFA7EDB01E6}"/>
          </ac:picMkLst>
        </pc:picChg>
        <pc:picChg chg="add mod">
          <ac:chgData name="S M Towhidul Islam" userId="f0c7a54b-59a3-4574-a7d3-38d3921eb4d8" providerId="ADAL" clId="{F01CA67A-3F33-44DB-BA29-3EE860FF9B54}" dt="2023-06-28T03:36:03.973" v="2693" actId="1076"/>
          <ac:picMkLst>
            <pc:docMk/>
            <pc:sldMk cId="576398998" sldId="280"/>
            <ac:picMk id="6" creationId="{37051689-D8C5-A346-CB91-FE9186284291}"/>
          </ac:picMkLst>
        </pc:picChg>
      </pc:sldChg>
      <pc:sldChg chg="addSp modSp new mod modAnim">
        <pc:chgData name="S M Towhidul Islam" userId="f0c7a54b-59a3-4574-a7d3-38d3921eb4d8" providerId="ADAL" clId="{F01CA67A-3F33-44DB-BA29-3EE860FF9B54}" dt="2023-06-28T17:31:28.429" v="3452"/>
        <pc:sldMkLst>
          <pc:docMk/>
          <pc:sldMk cId="119565972" sldId="281"/>
        </pc:sldMkLst>
        <pc:spChg chg="add mod">
          <ac:chgData name="S M Towhidul Islam" userId="f0c7a54b-59a3-4574-a7d3-38d3921eb4d8" providerId="ADAL" clId="{F01CA67A-3F33-44DB-BA29-3EE860FF9B54}" dt="2023-06-28T03:39:15.433" v="2710" actId="20577"/>
          <ac:spMkLst>
            <pc:docMk/>
            <pc:sldMk cId="119565972" sldId="281"/>
            <ac:spMk id="2" creationId="{2FDE7C87-1DB3-0755-9D50-DABBEBBE5C8E}"/>
          </ac:spMkLst>
        </pc:spChg>
        <pc:spChg chg="add mod">
          <ac:chgData name="S M Towhidul Islam" userId="f0c7a54b-59a3-4574-a7d3-38d3921eb4d8" providerId="ADAL" clId="{F01CA67A-3F33-44DB-BA29-3EE860FF9B54}" dt="2023-06-28T03:56:14.347" v="2923" actId="20577"/>
          <ac:spMkLst>
            <pc:docMk/>
            <pc:sldMk cId="119565972" sldId="281"/>
            <ac:spMk id="3" creationId="{9F82938D-E4AC-4AD1-635D-EFF015AFBC0F}"/>
          </ac:spMkLst>
        </pc:spChg>
        <pc:picChg chg="add mod">
          <ac:chgData name="S M Towhidul Islam" userId="f0c7a54b-59a3-4574-a7d3-38d3921eb4d8" providerId="ADAL" clId="{F01CA67A-3F33-44DB-BA29-3EE860FF9B54}" dt="2023-06-28T03:56:25.284" v="2928" actId="1076"/>
          <ac:picMkLst>
            <pc:docMk/>
            <pc:sldMk cId="119565972" sldId="281"/>
            <ac:picMk id="5" creationId="{C33D35DE-DEAC-CC60-5CD8-2F8CBE8B3900}"/>
          </ac:picMkLst>
        </pc:picChg>
      </pc:sldChg>
      <pc:sldChg chg="addSp delSp modSp new mod">
        <pc:chgData name="S M Towhidul Islam" userId="f0c7a54b-59a3-4574-a7d3-38d3921eb4d8" providerId="ADAL" clId="{F01CA67A-3F33-44DB-BA29-3EE860FF9B54}" dt="2023-06-28T03:59:04.339" v="3002" actId="1076"/>
        <pc:sldMkLst>
          <pc:docMk/>
          <pc:sldMk cId="442998497" sldId="282"/>
        </pc:sldMkLst>
        <pc:spChg chg="add mod">
          <ac:chgData name="S M Towhidul Islam" userId="f0c7a54b-59a3-4574-a7d3-38d3921eb4d8" providerId="ADAL" clId="{F01CA67A-3F33-44DB-BA29-3EE860FF9B54}" dt="2023-06-28T03:57:32.106" v="2987" actId="1076"/>
          <ac:spMkLst>
            <pc:docMk/>
            <pc:sldMk cId="442998497" sldId="282"/>
            <ac:spMk id="3" creationId="{DE40C80E-3C67-B4CB-8E11-4D1A433DDC12}"/>
          </ac:spMkLst>
        </pc:spChg>
        <pc:spChg chg="add mod">
          <ac:chgData name="S M Towhidul Islam" userId="f0c7a54b-59a3-4574-a7d3-38d3921eb4d8" providerId="ADAL" clId="{F01CA67A-3F33-44DB-BA29-3EE860FF9B54}" dt="2023-06-28T03:57:59.031" v="2991" actId="208"/>
          <ac:spMkLst>
            <pc:docMk/>
            <pc:sldMk cId="442998497" sldId="282"/>
            <ac:spMk id="4" creationId="{3447CDE9-B2D3-804E-5805-5D32C841DB3F}"/>
          </ac:spMkLst>
        </pc:spChg>
        <pc:picChg chg="add del mod">
          <ac:chgData name="S M Towhidul Islam" userId="f0c7a54b-59a3-4574-a7d3-38d3921eb4d8" providerId="ADAL" clId="{F01CA67A-3F33-44DB-BA29-3EE860FF9B54}" dt="2023-06-28T03:58:56.721" v="2997" actId="478"/>
          <ac:picMkLst>
            <pc:docMk/>
            <pc:sldMk cId="442998497" sldId="282"/>
            <ac:picMk id="6" creationId="{5958C9F5-B634-1DDC-92DE-97DEC2EDE209}"/>
          </ac:picMkLst>
        </pc:picChg>
        <pc:picChg chg="add mod">
          <ac:chgData name="S M Towhidul Islam" userId="f0c7a54b-59a3-4574-a7d3-38d3921eb4d8" providerId="ADAL" clId="{F01CA67A-3F33-44DB-BA29-3EE860FF9B54}" dt="2023-06-28T03:59:04.339" v="3002" actId="1076"/>
          <ac:picMkLst>
            <pc:docMk/>
            <pc:sldMk cId="442998497" sldId="282"/>
            <ac:picMk id="8" creationId="{A40AE286-D21F-64C3-F19A-FC84FD5761E3}"/>
          </ac:picMkLst>
        </pc:picChg>
      </pc:sldChg>
      <pc:sldChg chg="addSp delSp modSp new mod">
        <pc:chgData name="S M Towhidul Islam" userId="f0c7a54b-59a3-4574-a7d3-38d3921eb4d8" providerId="ADAL" clId="{F01CA67A-3F33-44DB-BA29-3EE860FF9B54}" dt="2023-06-28T04:36:33.370" v="3067" actId="1076"/>
        <pc:sldMkLst>
          <pc:docMk/>
          <pc:sldMk cId="3879295054" sldId="283"/>
        </pc:sldMkLst>
        <pc:spChg chg="add mod">
          <ac:chgData name="S M Towhidul Islam" userId="f0c7a54b-59a3-4574-a7d3-38d3921eb4d8" providerId="ADAL" clId="{F01CA67A-3F33-44DB-BA29-3EE860FF9B54}" dt="2023-06-28T03:59:34.440" v="3031" actId="20577"/>
          <ac:spMkLst>
            <pc:docMk/>
            <pc:sldMk cId="3879295054" sldId="283"/>
            <ac:spMk id="2" creationId="{7926B79E-DDF2-1087-B10F-E1CB741736F1}"/>
          </ac:spMkLst>
        </pc:spChg>
        <pc:spChg chg="add mod">
          <ac:chgData name="S M Towhidul Islam" userId="f0c7a54b-59a3-4574-a7d3-38d3921eb4d8" providerId="ADAL" clId="{F01CA67A-3F33-44DB-BA29-3EE860FF9B54}" dt="2023-06-28T04:28:22.033" v="3059" actId="1076"/>
          <ac:spMkLst>
            <pc:docMk/>
            <pc:sldMk cId="3879295054" sldId="283"/>
            <ac:spMk id="5" creationId="{2489E0B8-78CF-8009-9759-BEA2E41D362A}"/>
          </ac:spMkLst>
        </pc:spChg>
        <pc:spChg chg="add mod">
          <ac:chgData name="S M Towhidul Islam" userId="f0c7a54b-59a3-4574-a7d3-38d3921eb4d8" providerId="ADAL" clId="{F01CA67A-3F33-44DB-BA29-3EE860FF9B54}" dt="2023-06-28T04:29:01.111" v="3064" actId="1076"/>
          <ac:spMkLst>
            <pc:docMk/>
            <pc:sldMk cId="3879295054" sldId="283"/>
            <ac:spMk id="7" creationId="{87FC566E-F3C1-4994-5DAC-D45B7042E02B}"/>
          </ac:spMkLst>
        </pc:spChg>
        <pc:picChg chg="add del mod">
          <ac:chgData name="S M Towhidul Islam" userId="f0c7a54b-59a3-4574-a7d3-38d3921eb4d8" providerId="ADAL" clId="{F01CA67A-3F33-44DB-BA29-3EE860FF9B54}" dt="2023-06-28T04:00:18.103" v="3037" actId="478"/>
          <ac:picMkLst>
            <pc:docMk/>
            <pc:sldMk cId="3879295054" sldId="283"/>
            <ac:picMk id="4" creationId="{48CE64AA-9318-C86D-4A68-0C1FE6B5632E}"/>
          </ac:picMkLst>
        </pc:picChg>
        <pc:picChg chg="add mod">
          <ac:chgData name="S M Towhidul Islam" userId="f0c7a54b-59a3-4574-a7d3-38d3921eb4d8" providerId="ADAL" clId="{F01CA67A-3F33-44DB-BA29-3EE860FF9B54}" dt="2023-06-28T04:36:33.370" v="3067" actId="1076"/>
          <ac:picMkLst>
            <pc:docMk/>
            <pc:sldMk cId="3879295054" sldId="283"/>
            <ac:picMk id="9" creationId="{49E35250-904E-7E90-2076-4AF19FFDC435}"/>
          </ac:picMkLst>
        </pc:picChg>
      </pc:sldChg>
      <pc:sldChg chg="addSp delSp modSp new mod modAnim">
        <pc:chgData name="S M Towhidul Islam" userId="f0c7a54b-59a3-4574-a7d3-38d3921eb4d8" providerId="ADAL" clId="{F01CA67A-3F33-44DB-BA29-3EE860FF9B54}" dt="2023-06-28T04:57:20.389" v="3299"/>
        <pc:sldMkLst>
          <pc:docMk/>
          <pc:sldMk cId="3302273410" sldId="284"/>
        </pc:sldMkLst>
        <pc:spChg chg="add mod">
          <ac:chgData name="S M Towhidul Islam" userId="f0c7a54b-59a3-4574-a7d3-38d3921eb4d8" providerId="ADAL" clId="{F01CA67A-3F33-44DB-BA29-3EE860FF9B54}" dt="2023-06-28T04:44:08.636" v="3150" actId="20577"/>
          <ac:spMkLst>
            <pc:docMk/>
            <pc:sldMk cId="3302273410" sldId="284"/>
            <ac:spMk id="2" creationId="{5B925AC1-6624-C081-2922-6438FACF4D7D}"/>
          </ac:spMkLst>
        </pc:spChg>
        <pc:spChg chg="add del mod">
          <ac:chgData name="S M Towhidul Islam" userId="f0c7a54b-59a3-4574-a7d3-38d3921eb4d8" providerId="ADAL" clId="{F01CA67A-3F33-44DB-BA29-3EE860FF9B54}" dt="2023-06-28T04:44:11.531" v="3151" actId="478"/>
          <ac:spMkLst>
            <pc:docMk/>
            <pc:sldMk cId="3302273410" sldId="284"/>
            <ac:spMk id="4" creationId="{825F149E-27C2-7BF5-AA53-CC9924DEDF19}"/>
          </ac:spMkLst>
        </pc:spChg>
        <pc:spChg chg="add del mod">
          <ac:chgData name="S M Towhidul Islam" userId="f0c7a54b-59a3-4574-a7d3-38d3921eb4d8" providerId="ADAL" clId="{F01CA67A-3F33-44DB-BA29-3EE860FF9B54}" dt="2023-06-28T04:44:13.109" v="3153" actId="478"/>
          <ac:spMkLst>
            <pc:docMk/>
            <pc:sldMk cId="3302273410" sldId="284"/>
            <ac:spMk id="5" creationId="{EFF487DF-DBF5-2819-CD42-964AB35DDED3}"/>
          </ac:spMkLst>
        </pc:spChg>
        <pc:spChg chg="add mod">
          <ac:chgData name="S M Towhidul Islam" userId="f0c7a54b-59a3-4574-a7d3-38d3921eb4d8" providerId="ADAL" clId="{F01CA67A-3F33-44DB-BA29-3EE860FF9B54}" dt="2023-06-28T04:55:47.494" v="3278" actId="1076"/>
          <ac:spMkLst>
            <pc:docMk/>
            <pc:sldMk cId="3302273410" sldId="284"/>
            <ac:spMk id="10" creationId="{EAF97407-F19A-6FD9-DE35-0FA689A0FC30}"/>
          </ac:spMkLst>
        </pc:spChg>
        <pc:spChg chg="add mod">
          <ac:chgData name="S M Towhidul Islam" userId="f0c7a54b-59a3-4574-a7d3-38d3921eb4d8" providerId="ADAL" clId="{F01CA67A-3F33-44DB-BA29-3EE860FF9B54}" dt="2023-06-28T04:56:02.364" v="3282" actId="14100"/>
          <ac:spMkLst>
            <pc:docMk/>
            <pc:sldMk cId="3302273410" sldId="284"/>
            <ac:spMk id="11" creationId="{80073F97-812E-18CF-E14F-08EC42EF69CE}"/>
          </ac:spMkLst>
        </pc:spChg>
        <pc:spChg chg="add mod">
          <ac:chgData name="S M Towhidul Islam" userId="f0c7a54b-59a3-4574-a7d3-38d3921eb4d8" providerId="ADAL" clId="{F01CA67A-3F33-44DB-BA29-3EE860FF9B54}" dt="2023-06-28T04:55:52.398" v="3280" actId="14100"/>
          <ac:spMkLst>
            <pc:docMk/>
            <pc:sldMk cId="3302273410" sldId="284"/>
            <ac:spMk id="12" creationId="{6B721550-3CB0-2DCC-FC59-E91CE3C36EC3}"/>
          </ac:spMkLst>
        </pc:spChg>
        <pc:spChg chg="add mod">
          <ac:chgData name="S M Towhidul Islam" userId="f0c7a54b-59a3-4574-a7d3-38d3921eb4d8" providerId="ADAL" clId="{F01CA67A-3F33-44DB-BA29-3EE860FF9B54}" dt="2023-06-28T04:56:05.599" v="3283" actId="1076"/>
          <ac:spMkLst>
            <pc:docMk/>
            <pc:sldMk cId="3302273410" sldId="284"/>
            <ac:spMk id="13" creationId="{9677FDEA-81C6-C123-B73C-361DC82E8E6D}"/>
          </ac:spMkLst>
        </pc:spChg>
        <pc:spChg chg="add mod">
          <ac:chgData name="S M Towhidul Islam" userId="f0c7a54b-59a3-4574-a7d3-38d3921eb4d8" providerId="ADAL" clId="{F01CA67A-3F33-44DB-BA29-3EE860FF9B54}" dt="2023-06-28T04:47:12.892" v="3185" actId="14100"/>
          <ac:spMkLst>
            <pc:docMk/>
            <pc:sldMk cId="3302273410" sldId="284"/>
            <ac:spMk id="14" creationId="{52117654-C644-BC09-8304-332DF43A1466}"/>
          </ac:spMkLst>
        </pc:spChg>
        <pc:spChg chg="add mod">
          <ac:chgData name="S M Towhidul Islam" userId="f0c7a54b-59a3-4574-a7d3-38d3921eb4d8" providerId="ADAL" clId="{F01CA67A-3F33-44DB-BA29-3EE860FF9B54}" dt="2023-06-28T04:56:08.380" v="3284" actId="1076"/>
          <ac:spMkLst>
            <pc:docMk/>
            <pc:sldMk cId="3302273410" sldId="284"/>
            <ac:spMk id="16" creationId="{7C3FC06D-1495-DA93-9D79-917B42C8EC8C}"/>
          </ac:spMkLst>
        </pc:spChg>
        <pc:spChg chg="add mod ord">
          <ac:chgData name="S M Towhidul Islam" userId="f0c7a54b-59a3-4574-a7d3-38d3921eb4d8" providerId="ADAL" clId="{F01CA67A-3F33-44DB-BA29-3EE860FF9B54}" dt="2023-06-28T04:56:42.939" v="3291" actId="20577"/>
          <ac:spMkLst>
            <pc:docMk/>
            <pc:sldMk cId="3302273410" sldId="284"/>
            <ac:spMk id="18" creationId="{29A84E58-17E8-2065-99D4-DEE9E1EB405E}"/>
          </ac:spMkLst>
        </pc:spChg>
        <pc:picChg chg="add del mod">
          <ac:chgData name="S M Towhidul Islam" userId="f0c7a54b-59a3-4574-a7d3-38d3921eb4d8" providerId="ADAL" clId="{F01CA67A-3F33-44DB-BA29-3EE860FF9B54}" dt="2023-06-28T04:54:53.756" v="3263" actId="478"/>
          <ac:picMkLst>
            <pc:docMk/>
            <pc:sldMk cId="3302273410" sldId="284"/>
            <ac:picMk id="7" creationId="{D4C5BFC9-AB48-C044-5445-2CCFA2818448}"/>
          </ac:picMkLst>
        </pc:picChg>
        <pc:picChg chg="add mod">
          <ac:chgData name="S M Towhidul Islam" userId="f0c7a54b-59a3-4574-a7d3-38d3921eb4d8" providerId="ADAL" clId="{F01CA67A-3F33-44DB-BA29-3EE860FF9B54}" dt="2023-06-28T04:45:01.888" v="3161" actId="1076"/>
          <ac:picMkLst>
            <pc:docMk/>
            <pc:sldMk cId="3302273410" sldId="284"/>
            <ac:picMk id="9" creationId="{9AB078C8-D8C7-19FF-79A5-5F0C87BCE295}"/>
          </ac:picMkLst>
        </pc:picChg>
      </pc:sldChg>
      <pc:sldChg chg="addSp modSp new mod modAnim">
        <pc:chgData name="S M Towhidul Islam" userId="f0c7a54b-59a3-4574-a7d3-38d3921eb4d8" providerId="ADAL" clId="{F01CA67A-3F33-44DB-BA29-3EE860FF9B54}" dt="2023-06-28T04:52:12.467" v="3261" actId="1076"/>
        <pc:sldMkLst>
          <pc:docMk/>
          <pc:sldMk cId="2462487936" sldId="285"/>
        </pc:sldMkLst>
        <pc:spChg chg="add mod">
          <ac:chgData name="S M Towhidul Islam" userId="f0c7a54b-59a3-4574-a7d3-38d3921eb4d8" providerId="ADAL" clId="{F01CA67A-3F33-44DB-BA29-3EE860FF9B54}" dt="2023-06-28T04:52:12.467" v="3261" actId="1076"/>
          <ac:spMkLst>
            <pc:docMk/>
            <pc:sldMk cId="2462487936" sldId="285"/>
            <ac:spMk id="8" creationId="{E44BD4A8-FA6C-B4CF-5A71-505C0CE425E9}"/>
          </ac:spMkLst>
        </pc:spChg>
        <pc:picChg chg="add mod">
          <ac:chgData name="S M Towhidul Islam" userId="f0c7a54b-59a3-4574-a7d3-38d3921eb4d8" providerId="ADAL" clId="{F01CA67A-3F33-44DB-BA29-3EE860FF9B54}" dt="2023-06-28T04:50:10.156" v="3197" actId="1076"/>
          <ac:picMkLst>
            <pc:docMk/>
            <pc:sldMk cId="2462487936" sldId="285"/>
            <ac:picMk id="3" creationId="{9EBDFBA0-A180-7F9E-8E58-B321EB3B0ACF}"/>
          </ac:picMkLst>
        </pc:picChg>
        <pc:picChg chg="add mod">
          <ac:chgData name="S M Towhidul Islam" userId="f0c7a54b-59a3-4574-a7d3-38d3921eb4d8" providerId="ADAL" clId="{F01CA67A-3F33-44DB-BA29-3EE860FF9B54}" dt="2023-06-28T04:51:35.489" v="3254" actId="1076"/>
          <ac:picMkLst>
            <pc:docMk/>
            <pc:sldMk cId="2462487936" sldId="285"/>
            <ac:picMk id="5" creationId="{5CBF741F-C51D-412C-4E2D-B0D4BA3D0606}"/>
          </ac:picMkLst>
        </pc:picChg>
        <pc:picChg chg="add mod">
          <ac:chgData name="S M Towhidul Islam" userId="f0c7a54b-59a3-4574-a7d3-38d3921eb4d8" providerId="ADAL" clId="{F01CA67A-3F33-44DB-BA29-3EE860FF9B54}" dt="2023-06-28T04:51:09.370" v="3208" actId="1076"/>
          <ac:picMkLst>
            <pc:docMk/>
            <pc:sldMk cId="2462487936" sldId="285"/>
            <ac:picMk id="7" creationId="{335756A2-835E-ECF1-C6E5-367796C8A40D}"/>
          </ac:picMkLst>
        </pc:picChg>
      </pc:sldChg>
      <pc:sldChg chg="addSp modSp new mod ord">
        <pc:chgData name="S M Towhidul Islam" userId="f0c7a54b-59a3-4574-a7d3-38d3921eb4d8" providerId="ADAL" clId="{F01CA67A-3F33-44DB-BA29-3EE860FF9B54}" dt="2023-06-28T04:59:20.467" v="3325" actId="1076"/>
        <pc:sldMkLst>
          <pc:docMk/>
          <pc:sldMk cId="3565786720" sldId="286"/>
        </pc:sldMkLst>
        <pc:spChg chg="add mod">
          <ac:chgData name="S M Towhidul Islam" userId="f0c7a54b-59a3-4574-a7d3-38d3921eb4d8" providerId="ADAL" clId="{F01CA67A-3F33-44DB-BA29-3EE860FF9B54}" dt="2023-06-28T04:59:20.467" v="3325" actId="1076"/>
          <ac:spMkLst>
            <pc:docMk/>
            <pc:sldMk cId="3565786720" sldId="286"/>
            <ac:spMk id="4" creationId="{C970C4E2-0518-AD7B-FC21-A73F396AB998}"/>
          </ac:spMkLst>
        </pc:spChg>
        <pc:spChg chg="add mod">
          <ac:chgData name="S M Towhidul Islam" userId="f0c7a54b-59a3-4574-a7d3-38d3921eb4d8" providerId="ADAL" clId="{F01CA67A-3F33-44DB-BA29-3EE860FF9B54}" dt="2023-06-28T04:59:13.303" v="3324" actId="1076"/>
          <ac:spMkLst>
            <pc:docMk/>
            <pc:sldMk cId="3565786720" sldId="286"/>
            <ac:spMk id="5" creationId="{290EB602-D130-A14B-3AAD-7B0D3618A87D}"/>
          </ac:spMkLst>
        </pc:spChg>
        <pc:picChg chg="add mod">
          <ac:chgData name="S M Towhidul Islam" userId="f0c7a54b-59a3-4574-a7d3-38d3921eb4d8" providerId="ADAL" clId="{F01CA67A-3F33-44DB-BA29-3EE860FF9B54}" dt="2023-06-28T04:58:26.857" v="3303" actId="1076"/>
          <ac:picMkLst>
            <pc:docMk/>
            <pc:sldMk cId="3565786720" sldId="286"/>
            <ac:picMk id="3" creationId="{1B60DDBF-AD6F-02CA-9D8F-FF581A525149}"/>
          </ac:picMkLst>
        </pc:picChg>
      </pc:sldChg>
      <pc:sldChg chg="addSp modSp new mod">
        <pc:chgData name="S M Towhidul Islam" userId="f0c7a54b-59a3-4574-a7d3-38d3921eb4d8" providerId="ADAL" clId="{F01CA67A-3F33-44DB-BA29-3EE860FF9B54}" dt="2023-06-28T05:18:28.183" v="3337" actId="1076"/>
        <pc:sldMkLst>
          <pc:docMk/>
          <pc:sldMk cId="85661838" sldId="287"/>
        </pc:sldMkLst>
        <pc:spChg chg="add mod">
          <ac:chgData name="S M Towhidul Islam" userId="f0c7a54b-59a3-4574-a7d3-38d3921eb4d8" providerId="ADAL" clId="{F01CA67A-3F33-44DB-BA29-3EE860FF9B54}" dt="2023-06-28T04:59:33.340" v="3331" actId="20577"/>
          <ac:spMkLst>
            <pc:docMk/>
            <pc:sldMk cId="85661838" sldId="287"/>
            <ac:spMk id="2" creationId="{A32A9E5C-FBB5-3047-92A8-BB20754FC223}"/>
          </ac:spMkLst>
        </pc:spChg>
        <pc:picChg chg="add mod">
          <ac:chgData name="S M Towhidul Islam" userId="f0c7a54b-59a3-4574-a7d3-38d3921eb4d8" providerId="ADAL" clId="{F01CA67A-3F33-44DB-BA29-3EE860FF9B54}" dt="2023-06-28T05:18:28.183" v="3337" actId="1076"/>
          <ac:picMkLst>
            <pc:docMk/>
            <pc:sldMk cId="85661838" sldId="287"/>
            <ac:picMk id="4" creationId="{A88E6280-9E94-8586-5E4D-C360E811FA72}"/>
          </ac:picMkLst>
        </pc:picChg>
      </pc:sldChg>
      <pc:sldChg chg="addSp modSp new mod">
        <pc:chgData name="S M Towhidul Islam" userId="f0c7a54b-59a3-4574-a7d3-38d3921eb4d8" providerId="ADAL" clId="{F01CA67A-3F33-44DB-BA29-3EE860FF9B54}" dt="2023-06-28T05:20:39.615" v="3357" actId="1076"/>
        <pc:sldMkLst>
          <pc:docMk/>
          <pc:sldMk cId="3042920823" sldId="288"/>
        </pc:sldMkLst>
        <pc:spChg chg="add mod">
          <ac:chgData name="S M Towhidul Islam" userId="f0c7a54b-59a3-4574-a7d3-38d3921eb4d8" providerId="ADAL" clId="{F01CA67A-3F33-44DB-BA29-3EE860FF9B54}" dt="2023-06-28T05:19:17.406" v="3349" actId="20577"/>
          <ac:spMkLst>
            <pc:docMk/>
            <pc:sldMk cId="3042920823" sldId="288"/>
            <ac:spMk id="4" creationId="{F43C0E52-4D14-A0A8-EB02-F1818EA97D7C}"/>
          </ac:spMkLst>
        </pc:spChg>
        <pc:picChg chg="add mod">
          <ac:chgData name="S M Towhidul Islam" userId="f0c7a54b-59a3-4574-a7d3-38d3921eb4d8" providerId="ADAL" clId="{F01CA67A-3F33-44DB-BA29-3EE860FF9B54}" dt="2023-06-28T05:19:20.256" v="3350" actId="1076"/>
          <ac:picMkLst>
            <pc:docMk/>
            <pc:sldMk cId="3042920823" sldId="288"/>
            <ac:picMk id="3" creationId="{C30A1B2B-3D8C-CC09-DC80-7B4C92865F0C}"/>
          </ac:picMkLst>
        </pc:picChg>
        <pc:picChg chg="add mod">
          <ac:chgData name="S M Towhidul Islam" userId="f0c7a54b-59a3-4574-a7d3-38d3921eb4d8" providerId="ADAL" clId="{F01CA67A-3F33-44DB-BA29-3EE860FF9B54}" dt="2023-06-28T05:20:14.887" v="3354" actId="1076"/>
          <ac:picMkLst>
            <pc:docMk/>
            <pc:sldMk cId="3042920823" sldId="288"/>
            <ac:picMk id="6" creationId="{EF834490-55F2-0488-092B-DDE6D7DFD888}"/>
          </ac:picMkLst>
        </pc:picChg>
        <pc:picChg chg="add mod">
          <ac:chgData name="S M Towhidul Islam" userId="f0c7a54b-59a3-4574-a7d3-38d3921eb4d8" providerId="ADAL" clId="{F01CA67A-3F33-44DB-BA29-3EE860FF9B54}" dt="2023-06-28T05:20:39.615" v="3357" actId="1076"/>
          <ac:picMkLst>
            <pc:docMk/>
            <pc:sldMk cId="3042920823" sldId="288"/>
            <ac:picMk id="8" creationId="{6DE83BA4-9350-BEDF-C871-338A2483BBF0}"/>
          </ac:picMkLst>
        </pc:picChg>
      </pc:sldChg>
      <pc:sldChg chg="addSp delSp modSp new mod">
        <pc:chgData name="S M Towhidul Islam" userId="f0c7a54b-59a3-4574-a7d3-38d3921eb4d8" providerId="ADAL" clId="{F01CA67A-3F33-44DB-BA29-3EE860FF9B54}" dt="2023-07-05T05:48:45.386" v="3471" actId="20577"/>
        <pc:sldMkLst>
          <pc:docMk/>
          <pc:sldMk cId="2292989620" sldId="289"/>
        </pc:sldMkLst>
        <pc:spChg chg="add del mod">
          <ac:chgData name="S M Towhidul Islam" userId="f0c7a54b-59a3-4574-a7d3-38d3921eb4d8" providerId="ADAL" clId="{F01CA67A-3F33-44DB-BA29-3EE860FF9B54}" dt="2023-06-28T06:09:57.955" v="3361" actId="478"/>
          <ac:spMkLst>
            <pc:docMk/>
            <pc:sldMk cId="2292989620" sldId="289"/>
            <ac:spMk id="2" creationId="{D0E06BDF-6C6D-1097-B966-B4C755866DE2}"/>
          </ac:spMkLst>
        </pc:spChg>
        <pc:spChg chg="add del mod">
          <ac:chgData name="S M Towhidul Islam" userId="f0c7a54b-59a3-4574-a7d3-38d3921eb4d8" providerId="ADAL" clId="{F01CA67A-3F33-44DB-BA29-3EE860FF9B54}" dt="2023-07-05T05:48:37.761" v="3466"/>
          <ac:spMkLst>
            <pc:docMk/>
            <pc:sldMk cId="2292989620" sldId="289"/>
            <ac:spMk id="2" creationId="{EAD3EC5F-8E6E-6951-ABD6-D348DBD4AA8F}"/>
          </ac:spMkLst>
        </pc:spChg>
        <pc:spChg chg="add mod">
          <ac:chgData name="S M Towhidul Islam" userId="f0c7a54b-59a3-4574-a7d3-38d3921eb4d8" providerId="ADAL" clId="{F01CA67A-3F33-44DB-BA29-3EE860FF9B54}" dt="2023-07-05T05:48:45.386" v="3471" actId="20577"/>
          <ac:spMkLst>
            <pc:docMk/>
            <pc:sldMk cId="2292989620" sldId="289"/>
            <ac:spMk id="3" creationId="{CEA4B945-FF62-40AF-ADB7-33655EC68E52}"/>
          </ac:spMkLst>
        </pc:spChg>
        <pc:picChg chg="add del mod">
          <ac:chgData name="S M Towhidul Islam" userId="f0c7a54b-59a3-4574-a7d3-38d3921eb4d8" providerId="ADAL" clId="{F01CA67A-3F33-44DB-BA29-3EE860FF9B54}" dt="2023-07-05T05:48:43.922" v="3469" actId="478"/>
          <ac:picMkLst>
            <pc:docMk/>
            <pc:sldMk cId="2292989620" sldId="289"/>
            <ac:picMk id="5" creationId="{7FC60FD3-3730-93F8-AE0A-480F033B935F}"/>
          </ac:picMkLst>
        </pc:picChg>
        <pc:picChg chg="add mod">
          <ac:chgData name="S M Towhidul Islam" userId="f0c7a54b-59a3-4574-a7d3-38d3921eb4d8" providerId="ADAL" clId="{F01CA67A-3F33-44DB-BA29-3EE860FF9B54}" dt="2023-06-28T06:13:25.458" v="3419" actId="1076"/>
          <ac:picMkLst>
            <pc:docMk/>
            <pc:sldMk cId="2292989620" sldId="289"/>
            <ac:picMk id="7" creationId="{6F2971AD-CB8D-F26E-8AB2-BF86E1655ACB}"/>
          </ac:picMkLst>
        </pc:picChg>
      </pc:sldChg>
      <pc:sldChg chg="addSp delSp modSp new mod modAnim">
        <pc:chgData name="S M Towhidul Islam" userId="f0c7a54b-59a3-4574-a7d3-38d3921eb4d8" providerId="ADAL" clId="{F01CA67A-3F33-44DB-BA29-3EE860FF9B54}" dt="2023-07-05T15:24:06.641" v="3819"/>
        <pc:sldMkLst>
          <pc:docMk/>
          <pc:sldMk cId="2836598400" sldId="290"/>
        </pc:sldMkLst>
        <pc:spChg chg="add mod">
          <ac:chgData name="S M Towhidul Islam" userId="f0c7a54b-59a3-4574-a7d3-38d3921eb4d8" providerId="ADAL" clId="{F01CA67A-3F33-44DB-BA29-3EE860FF9B54}" dt="2023-07-05T05:49:00.984" v="3485" actId="113"/>
          <ac:spMkLst>
            <pc:docMk/>
            <pc:sldMk cId="2836598400" sldId="290"/>
            <ac:spMk id="2" creationId="{BF182087-CAD3-10A5-2594-DDE8FB87F17F}"/>
          </ac:spMkLst>
        </pc:spChg>
        <pc:spChg chg="add mod">
          <ac:chgData name="S M Towhidul Islam" userId="f0c7a54b-59a3-4574-a7d3-38d3921eb4d8" providerId="ADAL" clId="{F01CA67A-3F33-44DB-BA29-3EE860FF9B54}" dt="2023-07-05T05:49:56.300" v="3500" actId="1076"/>
          <ac:spMkLst>
            <pc:docMk/>
            <pc:sldMk cId="2836598400" sldId="290"/>
            <ac:spMk id="4" creationId="{E8038031-02C2-13D3-5CCD-2A456BB0F0EC}"/>
          </ac:spMkLst>
        </pc:spChg>
        <pc:picChg chg="add del mod">
          <ac:chgData name="S M Towhidul Islam" userId="f0c7a54b-59a3-4574-a7d3-38d3921eb4d8" providerId="ADAL" clId="{F01CA67A-3F33-44DB-BA29-3EE860FF9B54}" dt="2023-07-05T06:11:50.073" v="3525" actId="21"/>
          <ac:picMkLst>
            <pc:docMk/>
            <pc:sldMk cId="2836598400" sldId="290"/>
            <ac:picMk id="6" creationId="{8A1246E3-1F64-D5F0-0AE4-DC57737E0839}"/>
          </ac:picMkLst>
        </pc:picChg>
        <pc:picChg chg="add del mod">
          <ac:chgData name="S M Towhidul Islam" userId="f0c7a54b-59a3-4574-a7d3-38d3921eb4d8" providerId="ADAL" clId="{F01CA67A-3F33-44DB-BA29-3EE860FF9B54}" dt="2023-07-05T06:08:15.201" v="3512" actId="478"/>
          <ac:picMkLst>
            <pc:docMk/>
            <pc:sldMk cId="2836598400" sldId="290"/>
            <ac:picMk id="8" creationId="{87ACF6E8-CE3E-7589-EB14-EA9B49E7EBE5}"/>
          </ac:picMkLst>
        </pc:picChg>
        <pc:picChg chg="add mod">
          <ac:chgData name="S M Towhidul Islam" userId="f0c7a54b-59a3-4574-a7d3-38d3921eb4d8" providerId="ADAL" clId="{F01CA67A-3F33-44DB-BA29-3EE860FF9B54}" dt="2023-07-05T06:12:01.418" v="3531" actId="1076"/>
          <ac:picMkLst>
            <pc:docMk/>
            <pc:sldMk cId="2836598400" sldId="290"/>
            <ac:picMk id="9" creationId="{D4B43329-6AE7-AF38-8B99-656CCDA36309}"/>
          </ac:picMkLst>
        </pc:picChg>
        <pc:picChg chg="add mod">
          <ac:chgData name="S M Towhidul Islam" userId="f0c7a54b-59a3-4574-a7d3-38d3921eb4d8" providerId="ADAL" clId="{F01CA67A-3F33-44DB-BA29-3EE860FF9B54}" dt="2023-07-05T06:12:15.009" v="3537" actId="1076"/>
          <ac:picMkLst>
            <pc:docMk/>
            <pc:sldMk cId="2836598400" sldId="290"/>
            <ac:picMk id="10" creationId="{8B2D67D1-5ABD-3EE6-070B-A85ED2A47F3E}"/>
          </ac:picMkLst>
        </pc:picChg>
      </pc:sldChg>
      <pc:sldChg chg="addSp delSp modSp new mod">
        <pc:chgData name="S M Towhidul Islam" userId="f0c7a54b-59a3-4574-a7d3-38d3921eb4d8" providerId="ADAL" clId="{F01CA67A-3F33-44DB-BA29-3EE860FF9B54}" dt="2023-07-05T06:12:25.182" v="3542" actId="1076"/>
        <pc:sldMkLst>
          <pc:docMk/>
          <pc:sldMk cId="4202251672" sldId="291"/>
        </pc:sldMkLst>
        <pc:picChg chg="add del mod">
          <ac:chgData name="S M Towhidul Islam" userId="f0c7a54b-59a3-4574-a7d3-38d3921eb4d8" providerId="ADAL" clId="{F01CA67A-3F33-44DB-BA29-3EE860FF9B54}" dt="2023-07-05T06:11:54.630" v="3527" actId="21"/>
          <ac:picMkLst>
            <pc:docMk/>
            <pc:sldMk cId="4202251672" sldId="291"/>
            <ac:picMk id="3" creationId="{DB843605-96BB-0188-FE0B-C0C493D97F29}"/>
          </ac:picMkLst>
        </pc:picChg>
        <pc:picChg chg="add del mod">
          <ac:chgData name="S M Towhidul Islam" userId="f0c7a54b-59a3-4574-a7d3-38d3921eb4d8" providerId="ADAL" clId="{F01CA67A-3F33-44DB-BA29-3EE860FF9B54}" dt="2023-07-05T06:12:03.390" v="3532" actId="21"/>
          <ac:picMkLst>
            <pc:docMk/>
            <pc:sldMk cId="4202251672" sldId="291"/>
            <ac:picMk id="5" creationId="{6FE17D9D-9118-B883-7EAF-FDD53956D5EC}"/>
          </ac:picMkLst>
        </pc:picChg>
        <pc:picChg chg="add mod">
          <ac:chgData name="S M Towhidul Islam" userId="f0c7a54b-59a3-4574-a7d3-38d3921eb4d8" providerId="ADAL" clId="{F01CA67A-3F33-44DB-BA29-3EE860FF9B54}" dt="2023-07-05T06:12:25.182" v="3542" actId="1076"/>
          <ac:picMkLst>
            <pc:docMk/>
            <pc:sldMk cId="4202251672" sldId="291"/>
            <ac:picMk id="6" creationId="{56E8E370-970D-15BB-7EC1-0F8C29B52AE7}"/>
          </ac:picMkLst>
        </pc:picChg>
      </pc:sldChg>
      <pc:sldChg chg="addSp delSp modSp new del mod">
        <pc:chgData name="S M Towhidul Islam" userId="f0c7a54b-59a3-4574-a7d3-38d3921eb4d8" providerId="ADAL" clId="{F01CA67A-3F33-44DB-BA29-3EE860FF9B54}" dt="2023-07-05T06:26:45.940" v="3610" actId="47"/>
        <pc:sldMkLst>
          <pc:docMk/>
          <pc:sldMk cId="440209584" sldId="292"/>
        </pc:sldMkLst>
        <pc:spChg chg="add mod">
          <ac:chgData name="S M Towhidul Islam" userId="f0c7a54b-59a3-4574-a7d3-38d3921eb4d8" providerId="ADAL" clId="{F01CA67A-3F33-44DB-BA29-3EE860FF9B54}" dt="2023-07-05T06:13:15.573" v="3557" actId="20577"/>
          <ac:spMkLst>
            <pc:docMk/>
            <pc:sldMk cId="440209584" sldId="292"/>
            <ac:spMk id="2" creationId="{ECD4C744-2EB6-AFF9-7B69-54918870F61F}"/>
          </ac:spMkLst>
        </pc:spChg>
        <pc:spChg chg="add del mod">
          <ac:chgData name="S M Towhidul Islam" userId="f0c7a54b-59a3-4574-a7d3-38d3921eb4d8" providerId="ADAL" clId="{F01CA67A-3F33-44DB-BA29-3EE860FF9B54}" dt="2023-07-05T06:26:07.618" v="3600" actId="21"/>
          <ac:spMkLst>
            <pc:docMk/>
            <pc:sldMk cId="440209584" sldId="292"/>
            <ac:spMk id="4" creationId="{6F85EEBA-8D60-17E0-6351-90F127A48771}"/>
          </ac:spMkLst>
        </pc:spChg>
        <pc:picChg chg="add del mod">
          <ac:chgData name="S M Towhidul Islam" userId="f0c7a54b-59a3-4574-a7d3-38d3921eb4d8" providerId="ADAL" clId="{F01CA67A-3F33-44DB-BA29-3EE860FF9B54}" dt="2023-07-05T06:26:05.253" v="3599" actId="478"/>
          <ac:picMkLst>
            <pc:docMk/>
            <pc:sldMk cId="440209584" sldId="292"/>
            <ac:picMk id="6" creationId="{1A19E3CB-4564-DFC1-C022-4A4B5B3F6D0C}"/>
          </ac:picMkLst>
        </pc:picChg>
      </pc:sldChg>
      <pc:sldChg chg="addSp modSp new mod modAnim">
        <pc:chgData name="S M Towhidul Islam" userId="f0c7a54b-59a3-4574-a7d3-38d3921eb4d8" providerId="ADAL" clId="{F01CA67A-3F33-44DB-BA29-3EE860FF9B54}" dt="2023-07-05T15:24:38.773" v="3822"/>
        <pc:sldMkLst>
          <pc:docMk/>
          <pc:sldMk cId="2440404310" sldId="293"/>
        </pc:sldMkLst>
        <pc:spChg chg="add mod">
          <ac:chgData name="S M Towhidul Islam" userId="f0c7a54b-59a3-4574-a7d3-38d3921eb4d8" providerId="ADAL" clId="{F01CA67A-3F33-44DB-BA29-3EE860FF9B54}" dt="2023-07-05T06:26:29.523" v="3608" actId="1076"/>
          <ac:spMkLst>
            <pc:docMk/>
            <pc:sldMk cId="2440404310" sldId="293"/>
            <ac:spMk id="3" creationId="{D212D3C6-B3B4-F221-5ABB-109FA2832D5C}"/>
          </ac:spMkLst>
        </pc:spChg>
        <pc:spChg chg="add mod">
          <ac:chgData name="S M Towhidul Islam" userId="f0c7a54b-59a3-4574-a7d3-38d3921eb4d8" providerId="ADAL" clId="{F01CA67A-3F33-44DB-BA29-3EE860FF9B54}" dt="2023-07-05T06:26:33.215" v="3609" actId="1076"/>
          <ac:spMkLst>
            <pc:docMk/>
            <pc:sldMk cId="2440404310" sldId="293"/>
            <ac:spMk id="4" creationId="{46AFD671-811F-0620-CEF3-390BD4882FCA}"/>
          </ac:spMkLst>
        </pc:spChg>
        <pc:spChg chg="add mod">
          <ac:chgData name="S M Towhidul Islam" userId="f0c7a54b-59a3-4574-a7d3-38d3921eb4d8" providerId="ADAL" clId="{F01CA67A-3F33-44DB-BA29-3EE860FF9B54}" dt="2023-07-05T06:26:27.554" v="3607" actId="1076"/>
          <ac:spMkLst>
            <pc:docMk/>
            <pc:sldMk cId="2440404310" sldId="293"/>
            <ac:spMk id="5" creationId="{787896D1-4067-C804-BB1A-93A027252164}"/>
          </ac:spMkLst>
        </pc:spChg>
      </pc:sldChg>
      <pc:sldChg chg="addSp modSp new mod modAnim">
        <pc:chgData name="S M Towhidul Islam" userId="f0c7a54b-59a3-4574-a7d3-38d3921eb4d8" providerId="ADAL" clId="{F01CA67A-3F33-44DB-BA29-3EE860FF9B54}" dt="2023-07-05T15:25:01.339" v="3824"/>
        <pc:sldMkLst>
          <pc:docMk/>
          <pc:sldMk cId="2390294928" sldId="294"/>
        </pc:sldMkLst>
        <pc:spChg chg="add mod">
          <ac:chgData name="S M Towhidul Islam" userId="f0c7a54b-59a3-4574-a7d3-38d3921eb4d8" providerId="ADAL" clId="{F01CA67A-3F33-44DB-BA29-3EE860FF9B54}" dt="2023-07-05T06:28:24.748" v="3619" actId="1076"/>
          <ac:spMkLst>
            <pc:docMk/>
            <pc:sldMk cId="2390294928" sldId="294"/>
            <ac:spMk id="5" creationId="{8CFF17B1-44B3-B562-1567-B9DAB1CCF177}"/>
          </ac:spMkLst>
        </pc:spChg>
        <pc:picChg chg="add mod">
          <ac:chgData name="S M Towhidul Islam" userId="f0c7a54b-59a3-4574-a7d3-38d3921eb4d8" providerId="ADAL" clId="{F01CA67A-3F33-44DB-BA29-3EE860FF9B54}" dt="2023-07-05T06:30:05.228" v="3645" actId="1076"/>
          <ac:picMkLst>
            <pc:docMk/>
            <pc:sldMk cId="2390294928" sldId="294"/>
            <ac:picMk id="3" creationId="{5D3B770C-9532-6880-DCB1-B6E19A752CDE}"/>
          </ac:picMkLst>
        </pc:picChg>
      </pc:sldChg>
      <pc:sldChg chg="addSp delSp modSp new mod modAnim">
        <pc:chgData name="S M Towhidul Islam" userId="f0c7a54b-59a3-4574-a7d3-38d3921eb4d8" providerId="ADAL" clId="{F01CA67A-3F33-44DB-BA29-3EE860FF9B54}" dt="2023-07-05T15:25:25.515" v="3829"/>
        <pc:sldMkLst>
          <pc:docMk/>
          <pc:sldMk cId="3002937608" sldId="295"/>
        </pc:sldMkLst>
        <pc:spChg chg="add mod">
          <ac:chgData name="S M Towhidul Islam" userId="f0c7a54b-59a3-4574-a7d3-38d3921eb4d8" providerId="ADAL" clId="{F01CA67A-3F33-44DB-BA29-3EE860FF9B54}" dt="2023-07-05T06:34:12.551" v="3654" actId="20577"/>
          <ac:spMkLst>
            <pc:docMk/>
            <pc:sldMk cId="3002937608" sldId="295"/>
            <ac:spMk id="2" creationId="{77C5C21C-5A77-F533-3FBD-58C1AC6946BC}"/>
          </ac:spMkLst>
        </pc:spChg>
        <pc:spChg chg="add mod">
          <ac:chgData name="S M Towhidul Islam" userId="f0c7a54b-59a3-4574-a7d3-38d3921eb4d8" providerId="ADAL" clId="{F01CA67A-3F33-44DB-BA29-3EE860FF9B54}" dt="2023-07-05T06:38:39.969" v="3807" actId="20577"/>
          <ac:spMkLst>
            <pc:docMk/>
            <pc:sldMk cId="3002937608" sldId="295"/>
            <ac:spMk id="4" creationId="{3EF73331-3F8F-D427-5121-177755798F3A}"/>
          </ac:spMkLst>
        </pc:spChg>
        <pc:picChg chg="add del mod">
          <ac:chgData name="S M Towhidul Islam" userId="f0c7a54b-59a3-4574-a7d3-38d3921eb4d8" providerId="ADAL" clId="{F01CA67A-3F33-44DB-BA29-3EE860FF9B54}" dt="2023-07-05T06:40:44.384" v="3810" actId="478"/>
          <ac:picMkLst>
            <pc:docMk/>
            <pc:sldMk cId="3002937608" sldId="295"/>
            <ac:picMk id="6" creationId="{843575C9-DEB0-A89D-C8D0-97F2BDD113C5}"/>
          </ac:picMkLst>
        </pc:picChg>
        <pc:picChg chg="add mod">
          <ac:chgData name="S M Towhidul Islam" userId="f0c7a54b-59a3-4574-a7d3-38d3921eb4d8" providerId="ADAL" clId="{F01CA67A-3F33-44DB-BA29-3EE860FF9B54}" dt="2023-07-05T06:41:14.098" v="3815" actId="1076"/>
          <ac:picMkLst>
            <pc:docMk/>
            <pc:sldMk cId="3002937608" sldId="295"/>
            <ac:picMk id="8" creationId="{110ADA8B-D7CE-E66F-BAC6-D6F7BE5C4BD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C2F12F-D343-44F5-8F9C-A45B5777CB33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036D4E-F555-43A1-9CA9-388BBF7A9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761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D68C1-89C5-A801-333B-A59FE5D3B3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CC5CFD-47DA-5184-7EBB-AE092465A2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75C423-8AC1-0A28-EBD0-236C44939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911C3-749D-484E-814E-867D6E193135}" type="datetime1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A0C323-BDD2-9236-5266-6A14C305E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Computing Using Python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19221F-C069-3C9C-2ED5-E1AFD596C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36477-1633-49BA-9A7C-CBBA72D04F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910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20F4F-988C-FCEA-BF8F-EF8F2E88D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E704C7-D0C9-D4F4-3CA2-67284F3E99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F62901-9AD9-B438-0104-718DDC9FE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0053B-1280-446D-8C96-CFA78184E370}" type="datetime1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0BF82D-F903-7BF3-E752-B599C549A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Computing Using Python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484EBA-D2F0-2AD1-F2DE-8430A60B0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36477-1633-49BA-9A7C-CBBA72D04F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725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B1CC3-DFD2-9B3B-D960-9BFBA2C99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A54B96-E148-3FF8-C7DC-5A8C771932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85D8B2-43AE-7877-B9D3-C7A661879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D1120-D818-4253-BE02-BDD968377FB7}" type="datetime1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2C567A-E1A2-8AD1-9EC3-A6BAE183C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Computing Using Python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E25D0D-BFA2-20CB-6E24-71D613EE5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36477-1633-49BA-9A7C-CBBA72D04F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168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D24C2-DDA6-3BA1-425A-79772226D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6C518-E6A3-F40A-1ABB-A4ACA9F448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520D3C-939F-6BC5-E01F-668877B30F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EA3A49-9E51-E153-7D87-FAB33C060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4F25D-5E4D-4BBE-A5D6-2D76A0DF9EDF}" type="datetime1">
              <a:rPr lang="en-US" smtClean="0"/>
              <a:t>10/29/25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DAC03D-2FA4-B6E3-A462-209F54161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Computing Using Python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DE4BE-A015-E6E0-0381-EA7E5F0D6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36477-1633-49BA-9A7C-CBBA72D04F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980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8C639-388E-FA27-58E1-43F0F56AC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A8965E-9C0A-F605-92AD-E1126E4333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6E5C2D-0ED7-7C4F-3FBC-B80A9C0FF1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F77B5A-E758-D5E7-80AC-4DBB8CDF63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FC1C36-B957-82C0-DC1F-1200DC3250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3017DD-C8B3-E8FA-7EEB-69EED89C8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C2CFB-05A7-4473-B982-757C3140D0AC}" type="datetime1">
              <a:rPr lang="en-US" smtClean="0"/>
              <a:t>10/29/25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F75226-ADF3-5A9C-B0A6-BFF96D9DB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Computing Using Python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D191D2-A4E4-0E89-9329-5AB1EC893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36477-1633-49BA-9A7C-CBBA72D04F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222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F1758-22C8-3848-98EA-E114A233E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89C9A1-8BE9-E293-9F23-955A6E2EE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F396F-AA96-4745-8623-181C91A82888}" type="datetime1">
              <a:rPr lang="en-US" smtClean="0"/>
              <a:t>10/29/25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CFF5B2-D70D-859E-F41E-658A7BD25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Computing Using Python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C32D67-539E-38AD-80F7-E94A6217E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36477-1633-49BA-9A7C-CBBA72D04F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603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6F1330-A7FA-8BEB-E0EB-D83291A98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9154C-20B5-40D6-9C53-11B5D9AADB87}" type="datetime1">
              <a:rPr lang="en-US" smtClean="0"/>
              <a:t>10/29/25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7E37DA-9850-DD6B-C893-49CECF36E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Computing Using Python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629113-3BA2-9CD6-C646-F8EB8F012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36477-1633-49BA-9A7C-CBBA72D04F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830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AB096-324A-265B-C774-9A85A43D6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D8672C-E9D5-9EC2-B753-9E09E6009F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34E709-29A1-98DE-C7DF-FF53D4BE7A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4648D8-6125-DFD1-B2CC-2EF73E1EA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B7FD6-1050-42C3-B83C-C0C5A8490998}" type="datetime1">
              <a:rPr lang="en-US" smtClean="0"/>
              <a:t>10/29/25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6FC982-8AF9-2ACB-5A26-4643520C8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Computing Using Python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D58640-8F15-070D-1674-0EBEF1014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36477-1633-49BA-9A7C-CBBA72D04F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155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CCB7E-3DEA-E613-0108-BB4AD02D3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94AEC0-F832-591D-A07D-E75A90FDA4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728920-FB33-6BD4-AF8A-66BFD4C8E8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11F3-C06D-7868-19DC-DCDCCDB1C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D83D6-9F42-41E0-9E2F-05F82502D3B1}" type="datetime1">
              <a:rPr lang="en-US" smtClean="0"/>
              <a:t>10/29/25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FDA9B5-45CA-DAAE-67F3-4E18551C9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Computing Using Python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B6441A-179C-DD7D-9831-2A42C10CA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36477-1633-49BA-9A7C-CBBA72D04F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268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C3DF3-21D0-5AC9-B82F-0831D2324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17E3A5-AC7A-CB56-A4B2-4B8752D51C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49652-0FD5-CD9D-CA47-1A5F684A6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058BF-175D-4C62-9A8D-2A5D020D4E18}" type="datetime1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3BE01E-AC4F-7B24-F812-008CAD28A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Computing Using Python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A41D21-999D-411E-083F-A9235BA76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36477-1633-49BA-9A7C-CBBA72D04F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242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ED5BE1-0A5F-00BD-1834-BB3CF0D479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06CAEE-F515-B04E-4E21-59E2DC41D2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CA73F4-31C1-2F5E-9203-B58E43D3E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38C65-DEC5-4CA7-892C-D7D2801040E2}" type="datetime1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DC354-CAC3-3F07-84B6-34B23E33D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Computing Using Python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B28CEC-DED9-AC3D-4B01-AC536FEC6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36477-1633-49BA-9A7C-CBBA72D04F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527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421765-8019-0899-6F5F-01228F6E3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A87D82-DBA6-5E81-8E9B-B710806785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9167F8-18D1-3568-86BD-91F0D56B5B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EE5D17-DB5A-46D3-ADF2-653C1691F03B}" type="datetime1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1D8D21-A637-6538-7DE6-BEAB73C4F9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Introduction to Computing Using Python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B4484B-54F3-C8E0-649A-DC1AB4DCF6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B36477-1633-49BA-9A7C-CBBA72D04F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62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6C9DE-455F-53D2-7401-F3D1DB867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4712" y="2444009"/>
            <a:ext cx="10515600" cy="1325563"/>
          </a:xfrm>
        </p:spPr>
        <p:txBody>
          <a:bodyPr>
            <a:normAutofit/>
          </a:bodyPr>
          <a:lstStyle/>
          <a:p>
            <a:r>
              <a:rPr lang="en-US" sz="3500" dirty="0"/>
              <a:t>Homework4 will be posted on Fri, Oct 31.</a:t>
            </a:r>
          </a:p>
        </p:txBody>
      </p:sp>
    </p:spTree>
    <p:extLst>
      <p:ext uri="{BB962C8B-B14F-4D97-AF65-F5344CB8AC3E}">
        <p14:creationId xmlns:p14="http://schemas.microsoft.com/office/powerpoint/2010/main" val="2402526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9E5BF3-9252-307E-EA3C-12809FE50059}"/>
              </a:ext>
            </a:extLst>
          </p:cNvPr>
          <p:cNvSpPr txBox="1"/>
          <p:nvPr/>
        </p:nvSpPr>
        <p:spPr>
          <a:xfrm>
            <a:off x="1258785" y="985652"/>
            <a:ext cx="5913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19FFC0-278D-F111-1D01-56C380FFFAB2}"/>
              </a:ext>
            </a:extLst>
          </p:cNvPr>
          <p:cNvSpPr txBox="1"/>
          <p:nvPr/>
        </p:nvSpPr>
        <p:spPr>
          <a:xfrm>
            <a:off x="1744326" y="1553138"/>
            <a:ext cx="941847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en-US" sz="2200" b="0" i="0" dirty="0">
                <a:solidFill>
                  <a:srgbClr val="37474F"/>
                </a:solidFill>
                <a:effectLst/>
                <a:latin typeface="Roboto" panose="020F0502020204030204" pitchFamily="34" charset="0"/>
              </a:rPr>
              <a:t>A </a:t>
            </a:r>
            <a:r>
              <a:rPr lang="en-US" sz="2200" b="1" i="1" dirty="0">
                <a:solidFill>
                  <a:srgbClr val="37474F"/>
                </a:solidFill>
                <a:effectLst/>
                <a:latin typeface="Roboto" panose="02000000000000000000" pitchFamily="2" charset="0"/>
              </a:rPr>
              <a:t>set</a:t>
            </a:r>
            <a:r>
              <a:rPr lang="en-US" sz="2200" b="0" i="0" dirty="0">
                <a:solidFill>
                  <a:srgbClr val="37474F"/>
                </a:solidFill>
                <a:effectLst/>
                <a:latin typeface="Roboto" panose="02000000000000000000" pitchFamily="2" charset="0"/>
              </a:rPr>
              <a:t> is an unordered collection of elements, without duplicates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sz="2200" dirty="0">
                <a:solidFill>
                  <a:srgbClr val="37474F"/>
                </a:solidFill>
                <a:latin typeface="Roboto" panose="02000000000000000000" pitchFamily="2" charset="0"/>
              </a:rPr>
              <a:t>S</a:t>
            </a:r>
            <a:r>
              <a:rPr lang="en-US" sz="2200" b="0" i="0" dirty="0">
                <a:solidFill>
                  <a:srgbClr val="37474F"/>
                </a:solidFill>
                <a:effectLst/>
                <a:latin typeface="Roboto" panose="02000000000000000000" pitchFamily="2" charset="0"/>
              </a:rPr>
              <a:t>upports efficient membership tests</a:t>
            </a:r>
            <a:endParaRPr lang="en-US" sz="2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6FD0E4-A147-7DA8-7FAE-32F04B6F5B64}"/>
              </a:ext>
            </a:extLst>
          </p:cNvPr>
          <p:cNvSpPr txBox="1"/>
          <p:nvPr/>
        </p:nvSpPr>
        <p:spPr>
          <a:xfrm>
            <a:off x="1258785" y="2503714"/>
            <a:ext cx="400128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Creating a Set in Python</a:t>
            </a:r>
          </a:p>
          <a:p>
            <a:endParaRPr lang="en-US" sz="2400" dirty="0"/>
          </a:p>
          <a:p>
            <a:r>
              <a:rPr lang="en-US" sz="2400" dirty="0"/>
              <a:t>	set1 = set({1,2,2,4,4,5})</a:t>
            </a:r>
          </a:p>
          <a:p>
            <a:r>
              <a:rPr lang="en-US" sz="2400" dirty="0"/>
              <a:t>	set2 = {4,5,5,6}</a:t>
            </a:r>
          </a:p>
          <a:p>
            <a:r>
              <a:rPr lang="en-US" sz="2400" dirty="0"/>
              <a:t>	print(set1)</a:t>
            </a:r>
          </a:p>
          <a:p>
            <a:r>
              <a:rPr lang="en-US" sz="2400" dirty="0"/>
              <a:t>	print(set2)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1470BF-5B35-36B2-99AF-043DDF955854}"/>
              </a:ext>
            </a:extLst>
          </p:cNvPr>
          <p:cNvSpPr txBox="1"/>
          <p:nvPr/>
        </p:nvSpPr>
        <p:spPr>
          <a:xfrm>
            <a:off x="2211084" y="4945105"/>
            <a:ext cx="609797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Output:</a:t>
            </a:r>
          </a:p>
          <a:p>
            <a:r>
              <a:rPr lang="en-US" dirty="0">
                <a:highlight>
                  <a:srgbClr val="FFFF00"/>
                </a:highlight>
              </a:rPr>
              <a:t>{1, 2, 4, 5}</a:t>
            </a:r>
          </a:p>
          <a:p>
            <a:r>
              <a:rPr lang="en-US" dirty="0">
                <a:highlight>
                  <a:srgbClr val="FFFF00"/>
                </a:highlight>
              </a:rPr>
              <a:t>{4,5,6}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FC9687-E30F-6AD0-9F00-A7E6B984DC04}"/>
              </a:ext>
            </a:extLst>
          </p:cNvPr>
          <p:cNvSpPr txBox="1"/>
          <p:nvPr/>
        </p:nvSpPr>
        <p:spPr>
          <a:xfrm>
            <a:off x="7598944" y="2673373"/>
            <a:ext cx="3259610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Common set operations:</a:t>
            </a:r>
          </a:p>
          <a:p>
            <a:pPr marL="285750" indent="-285750">
              <a:buFontTx/>
              <a:buChar char="-"/>
            </a:pPr>
            <a:r>
              <a:rPr lang="en-US" sz="2400" dirty="0"/>
              <a:t>add()</a:t>
            </a:r>
          </a:p>
          <a:p>
            <a:pPr marL="285750" indent="-285750">
              <a:buFontTx/>
              <a:buChar char="-"/>
            </a:pPr>
            <a:r>
              <a:rPr lang="en-US" sz="2400" dirty="0"/>
              <a:t>remove()</a:t>
            </a:r>
          </a:p>
          <a:p>
            <a:pPr marL="285750" indent="-285750">
              <a:buFontTx/>
              <a:buChar char="-"/>
            </a:pPr>
            <a:r>
              <a:rPr lang="en-US" sz="2400" dirty="0"/>
              <a:t>union()</a:t>
            </a:r>
          </a:p>
          <a:p>
            <a:pPr marL="285750" indent="-285750">
              <a:buFontTx/>
              <a:buChar char="-"/>
            </a:pPr>
            <a:r>
              <a:rPr lang="en-US" sz="2400" dirty="0"/>
              <a:t>intersection()</a:t>
            </a:r>
          </a:p>
          <a:p>
            <a:pPr marL="285750" indent="-285750">
              <a:buFontTx/>
              <a:buChar char="-"/>
            </a:pPr>
            <a:r>
              <a:rPr lang="en-US" sz="2400" dirty="0" err="1"/>
              <a:t>isdisjoint</a:t>
            </a:r>
            <a:r>
              <a:rPr lang="en-US" sz="2400" dirty="0"/>
              <a:t>()</a:t>
            </a:r>
          </a:p>
          <a:p>
            <a:pPr marL="285750" indent="-285750">
              <a:buFontTx/>
              <a:buChar char="-"/>
            </a:pPr>
            <a:r>
              <a:rPr lang="en-US" sz="2400" dirty="0" err="1"/>
              <a:t>issubset</a:t>
            </a:r>
            <a:r>
              <a:rPr lang="en-US" sz="2400" dirty="0"/>
              <a:t>()</a:t>
            </a:r>
          </a:p>
          <a:p>
            <a:pPr marL="285750" indent="-285750">
              <a:buFontTx/>
              <a:buChar char="-"/>
            </a:pPr>
            <a:r>
              <a:rPr lang="en-US" sz="2400" dirty="0" err="1"/>
              <a:t>issuperset</a:t>
            </a:r>
            <a:r>
              <a:rPr lang="en-US" sz="2400" dirty="0"/>
              <a:t>()</a:t>
            </a:r>
          </a:p>
          <a:p>
            <a:pPr marL="285750" indent="-285750">
              <a:buFontTx/>
              <a:buChar char="-"/>
            </a:pPr>
            <a:r>
              <a:rPr lang="en-US" sz="2400" dirty="0"/>
              <a:t>…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4420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635193-C6BF-BFAA-D442-489DBA343929}"/>
              </a:ext>
            </a:extLst>
          </p:cNvPr>
          <p:cNvSpPr txBox="1"/>
          <p:nvPr/>
        </p:nvSpPr>
        <p:spPr>
          <a:xfrm>
            <a:off x="811610" y="968774"/>
            <a:ext cx="9111838" cy="430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s1 = set({1,2,2,4,4,5})</a:t>
            </a:r>
            <a:b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s2 = {4,5,5,6}</a:t>
            </a:r>
            <a:b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s2.add(7) #add new item</a:t>
            </a:r>
            <a:b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s2.remove(6) #remove existing item</a:t>
            </a:r>
            <a:b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print('set 1 = ',s1)</a:t>
            </a:r>
            <a:b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print('set 2 =', s2)</a:t>
            </a:r>
            <a:b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print('union - ',s1.union(s2))</a:t>
            </a:r>
            <a:b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print('intersection - ',s1.intersection(s2))</a:t>
            </a:r>
            <a:b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print('is disjoint? - ',s1.isdisjoint(s2))</a:t>
            </a:r>
          </a:p>
          <a:p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print(10 in s2) #membership test</a:t>
            </a:r>
          </a:p>
          <a:p>
            <a:br>
              <a:rPr lang="en-US" dirty="0"/>
            </a:br>
            <a:r>
              <a:rPr lang="en-US" dirty="0"/>
              <a:t>#...</a:t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06999F-8647-211C-5034-749AA06F94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3973" y="4076465"/>
            <a:ext cx="3738949" cy="2402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0216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0E9705C-1B0D-23FC-47BC-A869EB917750}"/>
              </a:ext>
            </a:extLst>
          </p:cNvPr>
          <p:cNvSpPr txBox="1"/>
          <p:nvPr/>
        </p:nvSpPr>
        <p:spPr>
          <a:xfrm>
            <a:off x="5302761" y="878774"/>
            <a:ext cx="14301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Set vs List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69AC4AC-CAB0-F58E-F2EB-C894E9056B3F}"/>
              </a:ext>
            </a:extLst>
          </p:cNvPr>
          <p:cNvGraphicFramePr>
            <a:graphicFrameLocks noGrp="1"/>
          </p:cNvGraphicFramePr>
          <p:nvPr/>
        </p:nvGraphicFramePr>
        <p:xfrm>
          <a:off x="2328885" y="1886183"/>
          <a:ext cx="8128000" cy="2042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72263903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0225944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8596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Ordered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Unordered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6453701"/>
                  </a:ext>
                </a:extLst>
              </a:tr>
              <a:tr h="421341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May contain duplicates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Each element is unique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29020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Optimized for </a:t>
                      </a:r>
                      <a:r>
                        <a:rPr lang="en-US" sz="2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accessing elements by index and maintaining order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Optimized for </a:t>
                      </a:r>
                      <a:r>
                        <a:rPr lang="en-US" sz="2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membership testing and eliminating duplicates</a:t>
                      </a:r>
                      <a:endParaRPr lang="en-US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618180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632EED1-0311-51C1-E7D2-0E45D2487285}"/>
              </a:ext>
            </a:extLst>
          </p:cNvPr>
          <p:cNvSpPr txBox="1"/>
          <p:nvPr/>
        </p:nvSpPr>
        <p:spPr>
          <a:xfrm>
            <a:off x="6000997" y="4474088"/>
            <a:ext cx="5862567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Time complexity for common set operations: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B050"/>
                </a:solidFill>
              </a:rPr>
              <a:t>Adding an item – O(1)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B050"/>
                </a:solidFill>
              </a:rPr>
              <a:t>Removing an item – O(1)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B050"/>
                </a:solidFill>
              </a:rPr>
              <a:t>Looking up an item/membership testing – O(1)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0000"/>
                </a:solidFill>
              </a:rPr>
              <a:t>Accessing by index – not supported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B7F4BC-8257-BB32-B253-19C61846C735}"/>
              </a:ext>
            </a:extLst>
          </p:cNvPr>
          <p:cNvSpPr txBox="1"/>
          <p:nvPr/>
        </p:nvSpPr>
        <p:spPr>
          <a:xfrm>
            <a:off x="328436" y="4494928"/>
            <a:ext cx="5867375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Time complexity for common list operations:</a:t>
            </a:r>
          </a:p>
          <a:p>
            <a:pPr marL="800100" lvl="1" indent="-342900">
              <a:buFont typeface="Wingdings" pitchFamily="2" charset="2"/>
              <a:buChar char="§"/>
            </a:pPr>
            <a:r>
              <a:rPr lang="en-US" sz="2000" dirty="0">
                <a:solidFill>
                  <a:srgbClr val="FF0000"/>
                </a:solidFill>
              </a:rPr>
              <a:t>Inserting an item – O(n)</a:t>
            </a:r>
          </a:p>
          <a:p>
            <a:pPr marL="800100" lvl="1" indent="-342900">
              <a:buFont typeface="Wingdings" pitchFamily="2" charset="2"/>
              <a:buChar char="§"/>
            </a:pPr>
            <a:r>
              <a:rPr lang="en-US" sz="2000" dirty="0">
                <a:solidFill>
                  <a:srgbClr val="FF0000"/>
                </a:solidFill>
              </a:rPr>
              <a:t>Removing an item – O(n)</a:t>
            </a:r>
          </a:p>
          <a:p>
            <a:pPr marL="800100" lvl="1" indent="-342900">
              <a:buFont typeface="Wingdings" pitchFamily="2" charset="2"/>
              <a:buChar char="§"/>
            </a:pPr>
            <a:r>
              <a:rPr lang="en-US" sz="2000" dirty="0">
                <a:solidFill>
                  <a:srgbClr val="00B050"/>
                </a:solidFill>
              </a:rPr>
              <a:t>Looking up an item/membership testing – O(n)</a:t>
            </a:r>
          </a:p>
          <a:p>
            <a:pPr marL="800100" lvl="1" indent="-342900">
              <a:buFont typeface="Wingdings" pitchFamily="2" charset="2"/>
              <a:buChar char="§"/>
            </a:pPr>
            <a:r>
              <a:rPr lang="en-US" sz="2000" dirty="0">
                <a:solidFill>
                  <a:srgbClr val="00B050"/>
                </a:solidFill>
              </a:rPr>
              <a:t>Access by index – O(1)</a:t>
            </a:r>
          </a:p>
        </p:txBody>
      </p:sp>
    </p:spTree>
    <p:extLst>
      <p:ext uri="{BB962C8B-B14F-4D97-AF65-F5344CB8AC3E}">
        <p14:creationId xmlns:p14="http://schemas.microsoft.com/office/powerpoint/2010/main" val="678499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EF7399-418E-B5EF-2309-4BFEC03E24B4}"/>
              </a:ext>
            </a:extLst>
          </p:cNvPr>
          <p:cNvSpPr txBox="1"/>
          <p:nvPr/>
        </p:nvSpPr>
        <p:spPr>
          <a:xfrm>
            <a:off x="2802577" y="2967335"/>
            <a:ext cx="69801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Exercise: Using a set to remove duplicates from the list</a:t>
            </a:r>
          </a:p>
        </p:txBody>
      </p:sp>
    </p:spTree>
    <p:extLst>
      <p:ext uri="{BB962C8B-B14F-4D97-AF65-F5344CB8AC3E}">
        <p14:creationId xmlns:p14="http://schemas.microsoft.com/office/powerpoint/2010/main" val="2941260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71886-6835-97CA-8DB1-E7A0B58448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122363"/>
            <a:ext cx="9500755" cy="2306637"/>
          </a:xfrm>
        </p:spPr>
        <p:txBody>
          <a:bodyPr/>
          <a:lstStyle/>
          <a:p>
            <a:r>
              <a:rPr lang="en-US" dirty="0"/>
              <a:t>Graphical User Interfaces – Part1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42CFCB-28B4-24C1-C777-395C4D6168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 Python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D56615-B401-C4C9-7EA9-DDB59ACE610F}"/>
              </a:ext>
            </a:extLst>
          </p:cNvPr>
          <p:cNvSpPr txBox="1"/>
          <p:nvPr/>
        </p:nvSpPr>
        <p:spPr>
          <a:xfrm>
            <a:off x="9851526" y="6611779"/>
            <a:ext cx="229011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Introduction to Computing Using Python</a:t>
            </a:r>
          </a:p>
        </p:txBody>
      </p:sp>
    </p:spTree>
    <p:extLst>
      <p:ext uri="{BB962C8B-B14F-4D97-AF65-F5344CB8AC3E}">
        <p14:creationId xmlns:p14="http://schemas.microsoft.com/office/powerpoint/2010/main" val="8537172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3A61311-DE20-F90D-11CE-937CC9F8A095}"/>
              </a:ext>
            </a:extLst>
          </p:cNvPr>
          <p:cNvSpPr txBox="1"/>
          <p:nvPr/>
        </p:nvSpPr>
        <p:spPr>
          <a:xfrm>
            <a:off x="1558636" y="1720840"/>
            <a:ext cx="9567940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Graphical User Interface (GUI) – interacting with your application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Gives you a better overview of what an application does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It makes it easier to use the application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A developer typically uses a GUI API (application programming interface)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Python’s standard library provides such an API - </a:t>
            </a:r>
            <a:r>
              <a:rPr lang="en-US" sz="2400" dirty="0" err="1"/>
              <a:t>tkinter</a:t>
            </a:r>
            <a:endParaRPr lang="en-US" sz="240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3FE0DFA-74FE-E93A-10DD-1EFC45AC17C7}"/>
              </a:ext>
            </a:extLst>
          </p:cNvPr>
          <p:cNvSpPr txBox="1">
            <a:spLocks/>
          </p:cNvSpPr>
          <p:nvPr/>
        </p:nvSpPr>
        <p:spPr>
          <a:xfrm>
            <a:off x="796636" y="852201"/>
            <a:ext cx="9500755" cy="54018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Graphical User Interfaces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019192-1590-A2F5-B1D4-6B758D5B7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Introduction to Computing Using Python</a:t>
            </a:r>
          </a:p>
        </p:txBody>
      </p:sp>
    </p:spTree>
    <p:extLst>
      <p:ext uri="{BB962C8B-B14F-4D97-AF65-F5344CB8AC3E}">
        <p14:creationId xmlns:p14="http://schemas.microsoft.com/office/powerpoint/2010/main" val="1870674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F7CA6-87D5-3DFE-F228-586ECFDF971F}"/>
              </a:ext>
            </a:extLst>
          </p:cNvPr>
          <p:cNvSpPr txBox="1">
            <a:spLocks/>
          </p:cNvSpPr>
          <p:nvPr/>
        </p:nvSpPr>
        <p:spPr>
          <a:xfrm>
            <a:off x="796636" y="852200"/>
            <a:ext cx="9500755" cy="55057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Basics of </a:t>
            </a:r>
            <a:r>
              <a:rPr lang="en-US" sz="3200" b="1" dirty="0" err="1"/>
              <a:t>tkinter</a:t>
            </a:r>
            <a:r>
              <a:rPr lang="en-US" sz="3200" dirty="0"/>
              <a:t> GUI development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0DF4DF-5581-2B78-09FE-540B84834B9C}"/>
              </a:ext>
            </a:extLst>
          </p:cNvPr>
          <p:cNvSpPr txBox="1"/>
          <p:nvPr/>
        </p:nvSpPr>
        <p:spPr>
          <a:xfrm>
            <a:off x="1028700" y="1700058"/>
            <a:ext cx="7782792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GUI consists of basic building blocks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400" dirty="0"/>
              <a:t>Buttons, labels, text entry forms, menus, check boxes, scroll bar etc.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The building blocks are commonly referred to as </a:t>
            </a:r>
            <a:r>
              <a:rPr lang="en-US" sz="2400" b="1" dirty="0"/>
              <a:t>widgets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b="1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b="1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b="1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A Tk object is a GUI widget that represents the GUI window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After executing the code above, a blank window will be created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b="1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D1F817-36CD-6709-89E1-32917D23EA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9152" y="3322960"/>
            <a:ext cx="2880610" cy="5944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CB2F68D-D2DB-7098-E6B0-3CBC6019B5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7485" y="3865418"/>
            <a:ext cx="1943268" cy="29720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751667A-74BF-0111-4426-E809A2C0B895}"/>
              </a:ext>
            </a:extLst>
          </p:cNvPr>
          <p:cNvSpPr txBox="1"/>
          <p:nvPr/>
        </p:nvSpPr>
        <p:spPr>
          <a:xfrm>
            <a:off x="9362209" y="5241760"/>
            <a:ext cx="2962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A </a:t>
            </a:r>
            <a:r>
              <a:rPr lang="en-US" dirty="0" err="1">
                <a:latin typeface="Consolas" panose="020B0609020204030204" pitchFamily="49" charset="0"/>
              </a:rPr>
              <a:t>tkinter</a:t>
            </a:r>
            <a:r>
              <a:rPr lang="en-US" dirty="0">
                <a:latin typeface="Consolas" panose="020B0609020204030204" pitchFamily="49" charset="0"/>
              </a:rPr>
              <a:t> GUI window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B742867-EE49-9843-8CFE-82309B75E6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3014" y="2813066"/>
            <a:ext cx="1981372" cy="2270957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62814F-D5CB-CBAE-8C2B-364AECC1A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 to Computing Using Python</a:t>
            </a:r>
          </a:p>
        </p:txBody>
      </p:sp>
    </p:spTree>
    <p:extLst>
      <p:ext uri="{BB962C8B-B14F-4D97-AF65-F5344CB8AC3E}">
        <p14:creationId xmlns:p14="http://schemas.microsoft.com/office/powerpoint/2010/main" val="3310256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EA4B945-FF62-40AF-ADB7-33655EC68E52}"/>
              </a:ext>
            </a:extLst>
          </p:cNvPr>
          <p:cNvSpPr txBox="1">
            <a:spLocks/>
          </p:cNvSpPr>
          <p:nvPr/>
        </p:nvSpPr>
        <p:spPr>
          <a:xfrm>
            <a:off x="764269" y="1190920"/>
            <a:ext cx="9500755" cy="55057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Setting the Tk window title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C60FD3-3730-93F8-AE0A-480F033B93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3937" y="2024398"/>
            <a:ext cx="3572063" cy="8474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F2971AD-CB8D-F26E-8AB2-BF86E1655A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087" y="3693418"/>
            <a:ext cx="3353826" cy="1671069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89F3372-B9E1-5889-4CB6-D41F160BD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Computing Using Python</a:t>
            </a:r>
          </a:p>
        </p:txBody>
      </p:sp>
    </p:spTree>
    <p:extLst>
      <p:ext uri="{BB962C8B-B14F-4D97-AF65-F5344CB8AC3E}">
        <p14:creationId xmlns:p14="http://schemas.microsoft.com/office/powerpoint/2010/main" val="22929896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2B6E7AE-03D4-C279-ECF5-6D3D461D92CC}"/>
              </a:ext>
            </a:extLst>
          </p:cNvPr>
          <p:cNvSpPr txBox="1"/>
          <p:nvPr/>
        </p:nvSpPr>
        <p:spPr>
          <a:xfrm>
            <a:off x="979344" y="771297"/>
            <a:ext cx="60942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Widget </a:t>
            </a:r>
            <a:r>
              <a:rPr lang="en-US" sz="3200" b="1" dirty="0"/>
              <a:t>Label</a:t>
            </a:r>
            <a:r>
              <a:rPr lang="en-US" sz="3200" dirty="0"/>
              <a:t> for Displaying Text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86EBA4-7307-1094-BC65-67E39146C9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6043" y="4359574"/>
            <a:ext cx="2362405" cy="12878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AD21E8D-FC96-A9DE-61B5-B73CE8711F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9537" y="1776571"/>
            <a:ext cx="8753444" cy="213327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73BB322-5564-A0AB-13CD-2667597ABEAE}"/>
              </a:ext>
            </a:extLst>
          </p:cNvPr>
          <p:cNvSpPr txBox="1"/>
          <p:nvPr/>
        </p:nvSpPr>
        <p:spPr>
          <a:xfrm>
            <a:off x="1028700" y="4317133"/>
            <a:ext cx="778279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Import </a:t>
            </a:r>
            <a:r>
              <a:rPr lang="en-US" sz="2400" b="1" dirty="0"/>
              <a:t>Label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Create label: Label(master, text)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pack() – places the widget inside the </a:t>
            </a:r>
            <a:r>
              <a:rPr lang="en-US" sz="2400" b="1" dirty="0"/>
              <a:t>master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b="1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7ACD617-2E67-DE6F-534C-03B33161B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Computing Using Python</a:t>
            </a:r>
          </a:p>
        </p:txBody>
      </p:sp>
    </p:spTree>
    <p:extLst>
      <p:ext uri="{BB962C8B-B14F-4D97-AF65-F5344CB8AC3E}">
        <p14:creationId xmlns:p14="http://schemas.microsoft.com/office/powerpoint/2010/main" val="547057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1F662C-0898-6C6E-19BA-8C2534B5CC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7277" y="1205863"/>
            <a:ext cx="8437446" cy="5037281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8245F7BC-698D-10F0-DF3C-4FBD6CBF8F75}"/>
              </a:ext>
            </a:extLst>
          </p:cNvPr>
          <p:cNvSpPr txBox="1">
            <a:spLocks/>
          </p:cNvSpPr>
          <p:nvPr/>
        </p:nvSpPr>
        <p:spPr>
          <a:xfrm>
            <a:off x="670512" y="505359"/>
            <a:ext cx="9500755" cy="55057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 err="1"/>
              <a:t>Tkinter</a:t>
            </a:r>
            <a:r>
              <a:rPr lang="en-US" sz="3200" dirty="0"/>
              <a:t> widget </a:t>
            </a:r>
            <a:r>
              <a:rPr lang="en-US" sz="3200" dirty="0" err="1"/>
              <a:t>optoins</a:t>
            </a:r>
            <a:endParaRPr lang="en-US" sz="32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9472A53-FC54-3112-1CAA-172717164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Computing Using Python</a:t>
            </a:r>
          </a:p>
        </p:txBody>
      </p:sp>
    </p:spTree>
    <p:extLst>
      <p:ext uri="{BB962C8B-B14F-4D97-AF65-F5344CB8AC3E}">
        <p14:creationId xmlns:p14="http://schemas.microsoft.com/office/powerpoint/2010/main" val="20112646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77739-CD0E-CAD6-1D48-67050BF9B566}"/>
              </a:ext>
            </a:extLst>
          </p:cNvPr>
          <p:cNvSpPr txBox="1">
            <a:spLocks/>
          </p:cNvSpPr>
          <p:nvPr/>
        </p:nvSpPr>
        <p:spPr>
          <a:xfrm>
            <a:off x="670512" y="505359"/>
            <a:ext cx="9500755" cy="55057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Displaying images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DEAD6E-2949-6772-5773-1BFA7EDB01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113" y="2136606"/>
            <a:ext cx="7940728" cy="338357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7051689-D8C5-A346-CB91-FE91862842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0747" y="550209"/>
            <a:ext cx="2903472" cy="3193057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28A7EC-C786-B1B8-AABD-1A4B703D0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Computing Using Python</a:t>
            </a:r>
          </a:p>
        </p:txBody>
      </p:sp>
    </p:spTree>
    <p:extLst>
      <p:ext uri="{BB962C8B-B14F-4D97-AF65-F5344CB8AC3E}">
        <p14:creationId xmlns:p14="http://schemas.microsoft.com/office/powerpoint/2010/main" val="5763989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E7C87-1DB3-0755-9D50-DABBEBBE5C8E}"/>
              </a:ext>
            </a:extLst>
          </p:cNvPr>
          <p:cNvSpPr txBox="1">
            <a:spLocks/>
          </p:cNvSpPr>
          <p:nvPr/>
        </p:nvSpPr>
        <p:spPr>
          <a:xfrm>
            <a:off x="670512" y="505359"/>
            <a:ext cx="9500755" cy="55057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Packing Widgets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82938D-E4AC-4AD1-635D-EFF015AFBC0F}"/>
              </a:ext>
            </a:extLst>
          </p:cNvPr>
          <p:cNvSpPr txBox="1"/>
          <p:nvPr/>
        </p:nvSpPr>
        <p:spPr>
          <a:xfrm>
            <a:off x="1080654" y="1440285"/>
            <a:ext cx="987136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err="1"/>
              <a:t>Tkinter</a:t>
            </a:r>
            <a:r>
              <a:rPr lang="en-US" sz="2400" dirty="0"/>
              <a:t> geometry manager – responsible for placement of widgets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The pack() method can be used to provide directives to the geometry manager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Example: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b="1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3D35DE-DEAC-CC60-5CD8-2F8CBE8B3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2744" y="3234518"/>
            <a:ext cx="4286511" cy="1305536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E66DBB-8994-ECF4-FCDF-83D704D24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Computing Using Python</a:t>
            </a:r>
          </a:p>
        </p:txBody>
      </p:sp>
    </p:spTree>
    <p:extLst>
      <p:ext uri="{BB962C8B-B14F-4D97-AF65-F5344CB8AC3E}">
        <p14:creationId xmlns:p14="http://schemas.microsoft.com/office/powerpoint/2010/main" val="119565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E40C80E-3C67-B4CB-8E11-4D1A433DDC12}"/>
              </a:ext>
            </a:extLst>
          </p:cNvPr>
          <p:cNvSpPr txBox="1"/>
          <p:nvPr/>
        </p:nvSpPr>
        <p:spPr>
          <a:xfrm>
            <a:off x="678006" y="1201847"/>
            <a:ext cx="8486776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33B3"/>
                </a:solidFill>
                <a:effectLst/>
                <a:latin typeface="JetBrains Mono"/>
              </a:rPr>
              <a:t>from </a:t>
            </a:r>
            <a:r>
              <a:rPr lang="en-US" sz="1800" dirty="0" err="1">
                <a:solidFill>
                  <a:srgbClr val="080808"/>
                </a:solidFill>
                <a:effectLst/>
                <a:latin typeface="JetBrains Mono"/>
              </a:rPr>
              <a:t>tkinter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 </a:t>
            </a:r>
            <a:r>
              <a:rPr lang="en-US" sz="1800" dirty="0">
                <a:solidFill>
                  <a:srgbClr val="0033B3"/>
                </a:solidFill>
                <a:effectLst/>
                <a:latin typeface="JetBrains Mono"/>
              </a:rPr>
              <a:t>import 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Tk, Label, </a:t>
            </a:r>
            <a:r>
              <a:rPr lang="en-US" sz="1800" dirty="0" err="1">
                <a:solidFill>
                  <a:srgbClr val="080808"/>
                </a:solidFill>
                <a:effectLst/>
                <a:latin typeface="JetBrains Mono"/>
              </a:rPr>
              <a:t>PhotoImage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, BOTTOM, LEFT, RIGHT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root = Tk()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#trasform the GIF image to a format </a:t>
            </a:r>
            <a:r>
              <a:rPr lang="en-US" sz="1800" i="1" dirty="0" err="1">
                <a:solidFill>
                  <a:srgbClr val="8C8C8C"/>
                </a:solidFill>
                <a:effectLst/>
                <a:latin typeface="JetBrains Mono"/>
              </a:rPr>
              <a:t>tkinter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 can display</a:t>
            </a:r>
            <a:b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photo1 = </a:t>
            </a:r>
            <a:r>
              <a:rPr lang="en-US" sz="1800" dirty="0" err="1">
                <a:solidFill>
                  <a:srgbClr val="080808"/>
                </a:solidFill>
                <a:effectLst/>
                <a:latin typeface="JetBrains Mono"/>
              </a:rPr>
              <a:t>PhotoImage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800" dirty="0">
                <a:solidFill>
                  <a:srgbClr val="660099"/>
                </a:solidFill>
                <a:effectLst/>
                <a:latin typeface="JetBrains Mono"/>
              </a:rPr>
              <a:t>file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lang="en-US" sz="1800" dirty="0">
                <a:solidFill>
                  <a:srgbClr val="067D17"/>
                </a:solidFill>
                <a:effectLst/>
                <a:latin typeface="JetBrains Mono"/>
              </a:rPr>
              <a:t>'gsu-logo.gif'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photo2 = </a:t>
            </a:r>
            <a:r>
              <a:rPr lang="en-US" sz="1800" dirty="0" err="1">
                <a:solidFill>
                  <a:srgbClr val="080808"/>
                </a:solidFill>
                <a:effectLst/>
                <a:latin typeface="JetBrains Mono"/>
              </a:rPr>
              <a:t>PhotoImage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800" dirty="0">
                <a:solidFill>
                  <a:srgbClr val="660099"/>
                </a:solidFill>
                <a:effectLst/>
                <a:latin typeface="JetBrains Mono"/>
              </a:rPr>
              <a:t>file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lang="en-US" sz="1800" dirty="0">
                <a:solidFill>
                  <a:srgbClr val="067D17"/>
                </a:solidFill>
                <a:effectLst/>
                <a:latin typeface="JetBrains Mono"/>
              </a:rPr>
              <a:t>'mascot.gif'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logo = Label(</a:t>
            </a:r>
            <a:r>
              <a:rPr lang="en-US" sz="1800" dirty="0">
                <a:solidFill>
                  <a:srgbClr val="660099"/>
                </a:solidFill>
                <a:effectLst/>
                <a:latin typeface="JetBrains Mono"/>
              </a:rPr>
              <a:t>master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=root, </a:t>
            </a:r>
            <a:r>
              <a:rPr lang="en-US" sz="1800" dirty="0">
                <a:solidFill>
                  <a:srgbClr val="660099"/>
                </a:solidFill>
                <a:effectLst/>
                <a:latin typeface="JetBrains Mono"/>
              </a:rPr>
              <a:t>image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=photo1, </a:t>
            </a:r>
            <a:r>
              <a:rPr lang="en-US" sz="1800" dirty="0">
                <a:solidFill>
                  <a:srgbClr val="660099"/>
                </a:solidFill>
                <a:effectLst/>
                <a:latin typeface="JetBrains Mono"/>
              </a:rPr>
              <a:t>width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lang="en-US" sz="1800" dirty="0">
                <a:solidFill>
                  <a:srgbClr val="1750EB"/>
                </a:solidFill>
                <a:effectLst/>
                <a:latin typeface="JetBrains Mono"/>
              </a:rPr>
              <a:t>300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800" dirty="0">
                <a:solidFill>
                  <a:srgbClr val="660099"/>
                </a:solidFill>
                <a:effectLst/>
                <a:latin typeface="JetBrains Mono"/>
              </a:rPr>
              <a:t>height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lang="en-US" sz="1800" dirty="0">
                <a:solidFill>
                  <a:srgbClr val="1750EB"/>
                </a:solidFill>
                <a:effectLst/>
                <a:latin typeface="JetBrains Mono"/>
              </a:rPr>
              <a:t>300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mascot = Label(</a:t>
            </a:r>
            <a:r>
              <a:rPr lang="en-US" sz="1800" dirty="0">
                <a:solidFill>
                  <a:srgbClr val="660099"/>
                </a:solidFill>
                <a:effectLst/>
                <a:latin typeface="JetBrains Mono"/>
              </a:rPr>
              <a:t>master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=root, </a:t>
            </a:r>
            <a:r>
              <a:rPr lang="en-US" sz="1800" dirty="0">
                <a:solidFill>
                  <a:srgbClr val="660099"/>
                </a:solidFill>
                <a:effectLst/>
                <a:latin typeface="JetBrains Mono"/>
              </a:rPr>
              <a:t>image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=photo2, </a:t>
            </a:r>
            <a:r>
              <a:rPr lang="en-US" sz="1800" dirty="0">
                <a:solidFill>
                  <a:srgbClr val="660099"/>
                </a:solidFill>
                <a:effectLst/>
                <a:latin typeface="JetBrains Mono"/>
              </a:rPr>
              <a:t>width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lang="en-US" sz="1800" dirty="0">
                <a:solidFill>
                  <a:srgbClr val="1750EB"/>
                </a:solidFill>
                <a:effectLst/>
                <a:latin typeface="JetBrains Mono"/>
              </a:rPr>
              <a:t>300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800" dirty="0">
                <a:solidFill>
                  <a:srgbClr val="660099"/>
                </a:solidFill>
                <a:effectLst/>
                <a:latin typeface="JetBrains Mono"/>
              </a:rPr>
              <a:t>height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lang="en-US" sz="1800" dirty="0">
                <a:solidFill>
                  <a:srgbClr val="1750EB"/>
                </a:solidFill>
                <a:effectLst/>
                <a:latin typeface="JetBrains Mono"/>
              </a:rPr>
              <a:t>300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text = Label(root,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             </a:t>
            </a:r>
            <a:r>
              <a:rPr lang="en-US" sz="1800" dirty="0">
                <a:solidFill>
                  <a:srgbClr val="660099"/>
                </a:solidFill>
                <a:effectLst/>
                <a:latin typeface="JetBrains Mono"/>
              </a:rPr>
              <a:t>font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=(</a:t>
            </a:r>
            <a:r>
              <a:rPr lang="en-US" sz="1800" dirty="0">
                <a:solidFill>
                  <a:srgbClr val="067D17"/>
                </a:solidFill>
                <a:effectLst/>
                <a:latin typeface="JetBrains Mono"/>
              </a:rPr>
              <a:t>'Helvetica'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800" dirty="0">
                <a:solidFill>
                  <a:srgbClr val="1750EB"/>
                </a:solidFill>
                <a:effectLst/>
                <a:latin typeface="JetBrains Mono"/>
              </a:rPr>
              <a:t>16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800" dirty="0">
                <a:solidFill>
                  <a:srgbClr val="067D17"/>
                </a:solidFill>
                <a:effectLst/>
                <a:latin typeface="JetBrains Mono"/>
              </a:rPr>
              <a:t>'bold italic'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), </a:t>
            </a:r>
            <a:r>
              <a:rPr lang="en-US" sz="1800" dirty="0">
                <a:solidFill>
                  <a:srgbClr val="660099"/>
                </a:solidFill>
                <a:effectLst/>
                <a:latin typeface="JetBrains Mono"/>
              </a:rPr>
              <a:t>foreground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lang="en-US" sz="1800" dirty="0">
                <a:solidFill>
                  <a:srgbClr val="067D17"/>
                </a:solidFill>
                <a:effectLst/>
                <a:latin typeface="JetBrains Mono"/>
              </a:rPr>
              <a:t>'white'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,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             </a:t>
            </a:r>
            <a:r>
              <a:rPr lang="en-US" sz="1800" dirty="0">
                <a:solidFill>
                  <a:srgbClr val="660099"/>
                </a:solidFill>
                <a:effectLst/>
                <a:latin typeface="JetBrains Mono"/>
              </a:rPr>
              <a:t>background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lang="en-US" sz="1800" dirty="0">
                <a:solidFill>
                  <a:srgbClr val="067D17"/>
                </a:solidFill>
                <a:effectLst/>
                <a:latin typeface="JetBrains Mono"/>
              </a:rPr>
              <a:t>'blue'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800" dirty="0" err="1">
                <a:solidFill>
                  <a:srgbClr val="660099"/>
                </a:solidFill>
                <a:effectLst/>
                <a:latin typeface="JetBrains Mono"/>
              </a:rPr>
              <a:t>padx</a:t>
            </a:r>
            <a:r>
              <a:rPr lang="en-US" sz="1800" dirty="0">
                <a:solidFill>
                  <a:srgbClr val="660099"/>
                </a:solidFill>
                <a:effectLst/>
                <a:latin typeface="JetBrains Mono"/>
              </a:rPr>
              <a:t> 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US" sz="1800" dirty="0">
                <a:solidFill>
                  <a:srgbClr val="1750EB"/>
                </a:solidFill>
                <a:effectLst/>
                <a:latin typeface="JetBrains Mono"/>
              </a:rPr>
              <a:t>25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800" dirty="0" err="1">
                <a:solidFill>
                  <a:srgbClr val="660099"/>
                </a:solidFill>
                <a:effectLst/>
                <a:latin typeface="JetBrains Mono"/>
              </a:rPr>
              <a:t>pady</a:t>
            </a:r>
            <a:r>
              <a:rPr lang="en-US" sz="1800" dirty="0">
                <a:solidFill>
                  <a:srgbClr val="660099"/>
                </a:solidFill>
                <a:effectLst/>
                <a:latin typeface="JetBrains Mono"/>
              </a:rPr>
              <a:t> 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US" sz="1800" dirty="0">
                <a:solidFill>
                  <a:srgbClr val="1750EB"/>
                </a:solidFill>
                <a:effectLst/>
                <a:latin typeface="JetBrains Mono"/>
              </a:rPr>
              <a:t>10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,  </a:t>
            </a:r>
            <a:r>
              <a:rPr lang="en-US" sz="1800" dirty="0">
                <a:solidFill>
                  <a:srgbClr val="660099"/>
                </a:solidFill>
                <a:effectLst/>
                <a:latin typeface="JetBrains Mono"/>
              </a:rPr>
              <a:t>text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US" sz="1800" dirty="0">
                <a:solidFill>
                  <a:srgbClr val="067D17"/>
                </a:solidFill>
                <a:effectLst/>
                <a:latin typeface="JetBrains Mono"/>
              </a:rPr>
              <a:t>'</a:t>
            </a:r>
            <a:r>
              <a:rPr lang="en-US" sz="1800" dirty="0" err="1">
                <a:solidFill>
                  <a:srgbClr val="067D17"/>
                </a:solidFill>
                <a:effectLst/>
                <a:latin typeface="JetBrains Mono"/>
              </a:rPr>
              <a:t>Georiga</a:t>
            </a:r>
            <a:r>
              <a:rPr lang="en-US" sz="1800" dirty="0">
                <a:solidFill>
                  <a:srgbClr val="067D17"/>
                </a:solidFill>
                <a:effectLst/>
                <a:latin typeface="JetBrains Mono"/>
              </a:rPr>
              <a:t> State University'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 dirty="0" err="1">
                <a:solidFill>
                  <a:srgbClr val="080808"/>
                </a:solidFill>
                <a:effectLst/>
                <a:latin typeface="JetBrains Mono"/>
              </a:rPr>
              <a:t>text.pack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800" dirty="0">
                <a:solidFill>
                  <a:srgbClr val="660099"/>
                </a:solidFill>
                <a:effectLst/>
                <a:latin typeface="JetBrains Mono"/>
              </a:rPr>
              <a:t>side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=BOTTOM)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 dirty="0" err="1">
                <a:solidFill>
                  <a:srgbClr val="080808"/>
                </a:solidFill>
                <a:effectLst/>
                <a:latin typeface="JetBrains Mono"/>
              </a:rPr>
              <a:t>logo.pack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800" dirty="0">
                <a:solidFill>
                  <a:srgbClr val="660099"/>
                </a:solidFill>
                <a:effectLst/>
                <a:latin typeface="JetBrains Mono"/>
              </a:rPr>
              <a:t>side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=LEFT)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 dirty="0" err="1">
                <a:solidFill>
                  <a:srgbClr val="080808"/>
                </a:solidFill>
                <a:effectLst/>
                <a:latin typeface="JetBrains Mono"/>
              </a:rPr>
              <a:t>mascot.pack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800" dirty="0">
                <a:solidFill>
                  <a:srgbClr val="660099"/>
                </a:solidFill>
                <a:effectLst/>
                <a:latin typeface="JetBrains Mono"/>
              </a:rPr>
              <a:t>side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=RIGHT)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 dirty="0" err="1">
                <a:solidFill>
                  <a:srgbClr val="080808"/>
                </a:solidFill>
                <a:effectLst/>
                <a:latin typeface="JetBrains Mono"/>
              </a:rPr>
              <a:t>root.mainloop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()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447CDE9-B2D3-804E-5805-5D32C841DB3F}"/>
              </a:ext>
            </a:extLst>
          </p:cNvPr>
          <p:cNvSpPr/>
          <p:nvPr/>
        </p:nvSpPr>
        <p:spPr>
          <a:xfrm>
            <a:off x="654627" y="4831773"/>
            <a:ext cx="2524991" cy="810491"/>
          </a:xfrm>
          <a:prstGeom prst="round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40AE286-D21F-64C3-F19A-FC84FD5761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7190" y="1707071"/>
            <a:ext cx="3944518" cy="2480465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9670570-5746-4BDD-E992-AA3B8EE27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Computing Using Python</a:t>
            </a:r>
          </a:p>
        </p:txBody>
      </p:sp>
    </p:spTree>
    <p:extLst>
      <p:ext uri="{BB962C8B-B14F-4D97-AF65-F5344CB8AC3E}">
        <p14:creationId xmlns:p14="http://schemas.microsoft.com/office/powerpoint/2010/main" val="4429984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6B79E-DDF2-1087-B10F-E1CB741736F1}"/>
              </a:ext>
            </a:extLst>
          </p:cNvPr>
          <p:cNvSpPr txBox="1">
            <a:spLocks/>
          </p:cNvSpPr>
          <p:nvPr/>
        </p:nvSpPr>
        <p:spPr>
          <a:xfrm>
            <a:off x="670512" y="505359"/>
            <a:ext cx="9500755" cy="55057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Arranging Widgets in a Grid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89E0B8-78CF-8009-9759-BEA2E41D362A}"/>
              </a:ext>
            </a:extLst>
          </p:cNvPr>
          <p:cNvSpPr txBox="1"/>
          <p:nvPr/>
        </p:nvSpPr>
        <p:spPr>
          <a:xfrm>
            <a:off x="8986345" y="609599"/>
            <a:ext cx="23856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grid(row, column)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FC566E-F3C1-4994-5DAC-D45B7042E02B}"/>
              </a:ext>
            </a:extLst>
          </p:cNvPr>
          <p:cNvSpPr txBox="1"/>
          <p:nvPr/>
        </p:nvSpPr>
        <p:spPr>
          <a:xfrm>
            <a:off x="1572491" y="1048265"/>
            <a:ext cx="60960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33B3"/>
                </a:solidFill>
                <a:effectLst/>
                <a:latin typeface="JetBrains Mono"/>
              </a:rPr>
              <a:t>from </a:t>
            </a:r>
            <a:r>
              <a:rPr lang="en-US" sz="2000" dirty="0" err="1">
                <a:solidFill>
                  <a:srgbClr val="080808"/>
                </a:solidFill>
                <a:effectLst/>
                <a:latin typeface="JetBrains Mono"/>
              </a:rPr>
              <a:t>tkinter</a:t>
            </a:r>
            <a:r>
              <a:rPr lang="en-US" sz="2000" dirty="0">
                <a:solidFill>
                  <a:srgbClr val="080808"/>
                </a:solidFill>
                <a:effectLst/>
                <a:latin typeface="JetBrains Mono"/>
              </a:rPr>
              <a:t> </a:t>
            </a:r>
            <a:r>
              <a:rPr lang="en-US" sz="2000" dirty="0">
                <a:solidFill>
                  <a:srgbClr val="0033B3"/>
                </a:solidFill>
                <a:effectLst/>
                <a:latin typeface="JetBrains Mono"/>
              </a:rPr>
              <a:t>import </a:t>
            </a:r>
            <a:r>
              <a:rPr lang="en-US" sz="2000" dirty="0">
                <a:solidFill>
                  <a:srgbClr val="080808"/>
                </a:solidFill>
                <a:effectLst/>
                <a:latin typeface="JetBrains Mono"/>
              </a:rPr>
              <a:t>Tk, Label, RAISED</a:t>
            </a:r>
            <a:br>
              <a:rPr lang="en-US" sz="20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000" dirty="0">
                <a:solidFill>
                  <a:srgbClr val="080808"/>
                </a:solidFill>
                <a:effectLst/>
                <a:latin typeface="JetBrains Mono"/>
              </a:rPr>
              <a:t>root = Tk()</a:t>
            </a:r>
            <a:br>
              <a:rPr lang="en-US" sz="20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000" dirty="0">
                <a:solidFill>
                  <a:srgbClr val="080808"/>
                </a:solidFill>
                <a:effectLst/>
                <a:latin typeface="JetBrains Mono"/>
              </a:rPr>
              <a:t>labels = [[</a:t>
            </a:r>
            <a:r>
              <a:rPr lang="en-US" sz="2000" dirty="0">
                <a:solidFill>
                  <a:srgbClr val="067D17"/>
                </a:solidFill>
                <a:effectLst/>
                <a:latin typeface="JetBrains Mono"/>
              </a:rPr>
              <a:t>'1'</a:t>
            </a:r>
            <a:r>
              <a:rPr lang="en-US" sz="20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2000" dirty="0">
                <a:solidFill>
                  <a:srgbClr val="067D17"/>
                </a:solidFill>
                <a:effectLst/>
                <a:latin typeface="JetBrains Mono"/>
              </a:rPr>
              <a:t>'2'</a:t>
            </a:r>
            <a:r>
              <a:rPr lang="en-US" sz="20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2000" dirty="0">
                <a:solidFill>
                  <a:srgbClr val="067D17"/>
                </a:solidFill>
                <a:effectLst/>
                <a:latin typeface="JetBrains Mono"/>
              </a:rPr>
              <a:t>'3'</a:t>
            </a:r>
            <a:r>
              <a:rPr lang="en-US" sz="2000" dirty="0">
                <a:solidFill>
                  <a:srgbClr val="080808"/>
                </a:solidFill>
                <a:effectLst/>
                <a:latin typeface="JetBrains Mono"/>
              </a:rPr>
              <a:t>], </a:t>
            </a:r>
            <a:r>
              <a:rPr lang="en-US" sz="2000" i="1" dirty="0">
                <a:solidFill>
                  <a:srgbClr val="8C8C8C"/>
                </a:solidFill>
                <a:effectLst/>
                <a:latin typeface="JetBrains Mono"/>
              </a:rPr>
              <a:t># phone dial label texts</a:t>
            </a:r>
            <a:br>
              <a:rPr lang="en-US" sz="20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2000" dirty="0">
                <a:solidFill>
                  <a:srgbClr val="080808"/>
                </a:solidFill>
                <a:effectLst/>
                <a:latin typeface="JetBrains Mono"/>
              </a:rPr>
              <a:t>[</a:t>
            </a:r>
            <a:r>
              <a:rPr lang="en-US" sz="2000" dirty="0">
                <a:solidFill>
                  <a:srgbClr val="067D17"/>
                </a:solidFill>
                <a:effectLst/>
                <a:latin typeface="JetBrains Mono"/>
              </a:rPr>
              <a:t>'4'</a:t>
            </a:r>
            <a:r>
              <a:rPr lang="en-US" sz="20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2000" dirty="0">
                <a:solidFill>
                  <a:srgbClr val="067D17"/>
                </a:solidFill>
                <a:effectLst/>
                <a:latin typeface="JetBrains Mono"/>
              </a:rPr>
              <a:t>'5'</a:t>
            </a:r>
            <a:r>
              <a:rPr lang="en-US" sz="20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2000" dirty="0">
                <a:solidFill>
                  <a:srgbClr val="067D17"/>
                </a:solidFill>
                <a:effectLst/>
                <a:latin typeface="JetBrains Mono"/>
              </a:rPr>
              <a:t>'6'</a:t>
            </a:r>
            <a:r>
              <a:rPr lang="en-US" sz="2000" dirty="0">
                <a:solidFill>
                  <a:srgbClr val="080808"/>
                </a:solidFill>
                <a:effectLst/>
                <a:latin typeface="JetBrains Mono"/>
              </a:rPr>
              <a:t>], </a:t>
            </a:r>
            <a:r>
              <a:rPr lang="en-US" sz="2000" i="1" dirty="0">
                <a:solidFill>
                  <a:srgbClr val="8C8C8C"/>
                </a:solidFill>
                <a:effectLst/>
                <a:latin typeface="JetBrains Mono"/>
              </a:rPr>
              <a:t># organized in a grid</a:t>
            </a:r>
            <a:br>
              <a:rPr lang="en-US" sz="20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2000" dirty="0">
                <a:solidFill>
                  <a:srgbClr val="080808"/>
                </a:solidFill>
                <a:effectLst/>
                <a:latin typeface="JetBrains Mono"/>
              </a:rPr>
              <a:t>[</a:t>
            </a:r>
            <a:r>
              <a:rPr lang="en-US" sz="2000" dirty="0">
                <a:solidFill>
                  <a:srgbClr val="067D17"/>
                </a:solidFill>
                <a:effectLst/>
                <a:latin typeface="JetBrains Mono"/>
              </a:rPr>
              <a:t>'7'</a:t>
            </a:r>
            <a:r>
              <a:rPr lang="en-US" sz="20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2000" dirty="0">
                <a:solidFill>
                  <a:srgbClr val="067D17"/>
                </a:solidFill>
                <a:effectLst/>
                <a:latin typeface="JetBrains Mono"/>
              </a:rPr>
              <a:t>'8'</a:t>
            </a:r>
            <a:r>
              <a:rPr lang="en-US" sz="20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2000" dirty="0">
                <a:solidFill>
                  <a:srgbClr val="067D17"/>
                </a:solidFill>
                <a:effectLst/>
                <a:latin typeface="JetBrains Mono"/>
              </a:rPr>
              <a:t>'9'</a:t>
            </a:r>
            <a:r>
              <a:rPr lang="en-US" sz="2000" dirty="0">
                <a:solidFill>
                  <a:srgbClr val="080808"/>
                </a:solidFill>
                <a:effectLst/>
                <a:latin typeface="JetBrains Mono"/>
              </a:rPr>
              <a:t>],</a:t>
            </a:r>
            <a:br>
              <a:rPr lang="en-US" sz="20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000" dirty="0">
                <a:solidFill>
                  <a:srgbClr val="080808"/>
                </a:solidFill>
                <a:effectLst/>
                <a:latin typeface="JetBrains Mono"/>
              </a:rPr>
              <a:t>[</a:t>
            </a:r>
            <a:r>
              <a:rPr lang="en-US" sz="2000" dirty="0">
                <a:solidFill>
                  <a:srgbClr val="067D17"/>
                </a:solidFill>
                <a:effectLst/>
                <a:latin typeface="JetBrains Mono"/>
              </a:rPr>
              <a:t>'*'</a:t>
            </a:r>
            <a:r>
              <a:rPr lang="en-US" sz="20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2000" dirty="0">
                <a:solidFill>
                  <a:srgbClr val="067D17"/>
                </a:solidFill>
                <a:effectLst/>
                <a:latin typeface="JetBrains Mono"/>
              </a:rPr>
              <a:t>'0'</a:t>
            </a:r>
            <a:r>
              <a:rPr lang="en-US" sz="20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2000" dirty="0">
                <a:solidFill>
                  <a:srgbClr val="067D17"/>
                </a:solidFill>
                <a:effectLst/>
                <a:latin typeface="JetBrains Mono"/>
              </a:rPr>
              <a:t>'#'</a:t>
            </a:r>
            <a:r>
              <a:rPr lang="en-US" sz="2000" dirty="0">
                <a:solidFill>
                  <a:srgbClr val="080808"/>
                </a:solidFill>
                <a:effectLst/>
                <a:latin typeface="JetBrains Mono"/>
              </a:rPr>
              <a:t>]]</a:t>
            </a:r>
            <a:br>
              <a:rPr lang="en-US" sz="2000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en-US" sz="20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000" dirty="0">
                <a:solidFill>
                  <a:srgbClr val="0033B3"/>
                </a:solidFill>
                <a:effectLst/>
                <a:latin typeface="JetBrains Mono"/>
              </a:rPr>
              <a:t>for </a:t>
            </a:r>
            <a:r>
              <a:rPr lang="en-US" sz="2000" dirty="0">
                <a:solidFill>
                  <a:srgbClr val="080808"/>
                </a:solidFill>
                <a:effectLst/>
                <a:latin typeface="JetBrains Mono"/>
              </a:rPr>
              <a:t>r </a:t>
            </a:r>
            <a:r>
              <a:rPr lang="en-US" sz="2000" dirty="0">
                <a:solidFill>
                  <a:srgbClr val="0033B3"/>
                </a:solidFill>
                <a:effectLst/>
                <a:latin typeface="JetBrains Mono"/>
              </a:rPr>
              <a:t>in </a:t>
            </a:r>
            <a:r>
              <a:rPr lang="en-US" sz="2000" dirty="0">
                <a:solidFill>
                  <a:srgbClr val="000080"/>
                </a:solidFill>
                <a:effectLst/>
                <a:latin typeface="JetBrains Mono"/>
              </a:rPr>
              <a:t>range</a:t>
            </a:r>
            <a:r>
              <a:rPr lang="en-US" sz="20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2000" dirty="0">
                <a:solidFill>
                  <a:srgbClr val="1750EB"/>
                </a:solidFill>
                <a:effectLst/>
                <a:latin typeface="JetBrains Mono"/>
              </a:rPr>
              <a:t>4</a:t>
            </a:r>
            <a:r>
              <a:rPr lang="en-US" sz="2000" dirty="0">
                <a:solidFill>
                  <a:srgbClr val="080808"/>
                </a:solidFill>
                <a:effectLst/>
                <a:latin typeface="JetBrains Mono"/>
              </a:rPr>
              <a:t>): </a:t>
            </a:r>
            <a:r>
              <a:rPr lang="en-US" sz="2000" i="1" dirty="0">
                <a:solidFill>
                  <a:srgbClr val="8C8C8C"/>
                </a:solidFill>
                <a:effectLst/>
                <a:latin typeface="JetBrains Mono"/>
              </a:rPr>
              <a:t># for every row r = 0, 1, 2, 3</a:t>
            </a:r>
            <a:br>
              <a:rPr lang="en-US" sz="20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2000" i="1" dirty="0"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lang="en-US" sz="2000" dirty="0">
                <a:solidFill>
                  <a:srgbClr val="0033B3"/>
                </a:solidFill>
                <a:effectLst/>
                <a:latin typeface="JetBrains Mono"/>
              </a:rPr>
              <a:t>for </a:t>
            </a:r>
            <a:r>
              <a:rPr lang="en-US" sz="2000" dirty="0">
                <a:solidFill>
                  <a:srgbClr val="080808"/>
                </a:solidFill>
                <a:effectLst/>
                <a:latin typeface="JetBrains Mono"/>
              </a:rPr>
              <a:t>c </a:t>
            </a:r>
            <a:r>
              <a:rPr lang="en-US" sz="2000" dirty="0">
                <a:solidFill>
                  <a:srgbClr val="0033B3"/>
                </a:solidFill>
                <a:effectLst/>
                <a:latin typeface="JetBrains Mono"/>
              </a:rPr>
              <a:t>in </a:t>
            </a:r>
            <a:r>
              <a:rPr lang="en-US" sz="2000" dirty="0">
                <a:solidFill>
                  <a:srgbClr val="000080"/>
                </a:solidFill>
                <a:effectLst/>
                <a:latin typeface="JetBrains Mono"/>
              </a:rPr>
              <a:t>range</a:t>
            </a:r>
            <a:r>
              <a:rPr lang="en-US" sz="20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2000" dirty="0">
                <a:solidFill>
                  <a:srgbClr val="1750EB"/>
                </a:solidFill>
                <a:effectLst/>
                <a:latin typeface="JetBrains Mono"/>
              </a:rPr>
              <a:t>3</a:t>
            </a:r>
            <a:r>
              <a:rPr lang="en-US" sz="2000" dirty="0">
                <a:solidFill>
                  <a:srgbClr val="080808"/>
                </a:solidFill>
                <a:effectLst/>
                <a:latin typeface="JetBrains Mono"/>
              </a:rPr>
              <a:t>): </a:t>
            </a:r>
            <a:r>
              <a:rPr lang="en-US" sz="2000" i="1" dirty="0">
                <a:solidFill>
                  <a:srgbClr val="8C8C8C"/>
                </a:solidFill>
                <a:effectLst/>
                <a:latin typeface="JetBrains Mono"/>
              </a:rPr>
              <a:t># for every </a:t>
            </a:r>
            <a:r>
              <a:rPr lang="en-US" sz="2000" i="1" dirty="0">
                <a:solidFill>
                  <a:srgbClr val="8C8C8C"/>
                </a:solidFill>
                <a:latin typeface="JetBrains Mono"/>
              </a:rPr>
              <a:t>column</a:t>
            </a:r>
            <a:r>
              <a:rPr lang="en-US" sz="2000" i="1" dirty="0">
                <a:solidFill>
                  <a:srgbClr val="8C8C8C"/>
                </a:solidFill>
                <a:effectLst/>
                <a:latin typeface="JetBrains Mono"/>
              </a:rPr>
              <a:t> c = 0, 1, 2</a:t>
            </a:r>
            <a:br>
              <a:rPr lang="en-US" sz="20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2000" i="1" dirty="0">
                <a:solidFill>
                  <a:srgbClr val="8C8C8C"/>
                </a:solidFill>
                <a:effectLst/>
                <a:latin typeface="JetBrains Mono"/>
              </a:rPr>
              <a:t>        # create label for row r and column c</a:t>
            </a:r>
            <a:br>
              <a:rPr lang="en-US" sz="20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2000" i="1" dirty="0">
                <a:solidFill>
                  <a:srgbClr val="8C8C8C"/>
                </a:solidFill>
                <a:effectLst/>
                <a:latin typeface="JetBrains Mono"/>
              </a:rPr>
              <a:t>        </a:t>
            </a:r>
            <a:r>
              <a:rPr lang="en-US" sz="2000" dirty="0">
                <a:solidFill>
                  <a:srgbClr val="080808"/>
                </a:solidFill>
                <a:effectLst/>
                <a:latin typeface="JetBrains Mono"/>
              </a:rPr>
              <a:t>label = Label(root,</a:t>
            </a:r>
            <a:br>
              <a:rPr lang="en-US" sz="20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0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sz="2000" dirty="0">
                <a:solidFill>
                  <a:srgbClr val="660099"/>
                </a:solidFill>
                <a:effectLst/>
                <a:latin typeface="JetBrains Mono"/>
              </a:rPr>
              <a:t>relief</a:t>
            </a:r>
            <a:r>
              <a:rPr lang="en-US" sz="2000" dirty="0">
                <a:solidFill>
                  <a:srgbClr val="080808"/>
                </a:solidFill>
                <a:effectLst/>
                <a:latin typeface="JetBrains Mono"/>
              </a:rPr>
              <a:t>=RAISED, </a:t>
            </a:r>
            <a:r>
              <a:rPr lang="en-US" sz="2000" i="1" dirty="0">
                <a:solidFill>
                  <a:srgbClr val="8C8C8C"/>
                </a:solidFill>
                <a:effectLst/>
                <a:latin typeface="JetBrains Mono"/>
              </a:rPr>
              <a:t># raised border</a:t>
            </a:r>
            <a:br>
              <a:rPr lang="en-US" sz="20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2000" i="1" dirty="0">
                <a:solidFill>
                  <a:srgbClr val="8C8C8C"/>
                </a:solidFill>
                <a:effectLst/>
                <a:latin typeface="JetBrains Mono"/>
              </a:rPr>
              <a:t>        </a:t>
            </a:r>
            <a:r>
              <a:rPr lang="en-US" sz="2000" dirty="0" err="1">
                <a:solidFill>
                  <a:srgbClr val="660099"/>
                </a:solidFill>
                <a:effectLst/>
                <a:latin typeface="JetBrains Mono"/>
              </a:rPr>
              <a:t>padx</a:t>
            </a:r>
            <a:r>
              <a:rPr lang="en-US" sz="2000" dirty="0"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lang="en-US" sz="2000" dirty="0">
                <a:solidFill>
                  <a:srgbClr val="1750EB"/>
                </a:solidFill>
                <a:effectLst/>
                <a:latin typeface="JetBrains Mono"/>
              </a:rPr>
              <a:t>10</a:t>
            </a:r>
            <a:r>
              <a:rPr lang="en-US" sz="20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2000" i="1" dirty="0">
                <a:solidFill>
                  <a:srgbClr val="8C8C8C"/>
                </a:solidFill>
                <a:effectLst/>
                <a:latin typeface="JetBrains Mono"/>
              </a:rPr>
              <a:t># make label wide</a:t>
            </a:r>
            <a:br>
              <a:rPr lang="en-US" sz="20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2000" i="1" dirty="0">
                <a:solidFill>
                  <a:srgbClr val="8C8C8C"/>
                </a:solidFill>
                <a:effectLst/>
                <a:latin typeface="JetBrains Mono"/>
              </a:rPr>
              <a:t>        </a:t>
            </a:r>
            <a:r>
              <a:rPr lang="en-US" sz="2000" dirty="0">
                <a:solidFill>
                  <a:srgbClr val="660099"/>
                </a:solidFill>
                <a:effectLst/>
                <a:latin typeface="JetBrains Mono"/>
              </a:rPr>
              <a:t>text</a:t>
            </a:r>
            <a:r>
              <a:rPr lang="en-US" sz="2000" dirty="0">
                <a:solidFill>
                  <a:srgbClr val="080808"/>
                </a:solidFill>
                <a:effectLst/>
                <a:latin typeface="JetBrains Mono"/>
              </a:rPr>
              <a:t>=labels[r][c]) </a:t>
            </a:r>
            <a:r>
              <a:rPr lang="en-US" sz="2000" i="1" dirty="0">
                <a:solidFill>
                  <a:srgbClr val="8C8C8C"/>
                </a:solidFill>
                <a:effectLst/>
                <a:latin typeface="JetBrains Mono"/>
              </a:rPr>
              <a:t># label text</a:t>
            </a:r>
            <a:br>
              <a:rPr lang="en-US" sz="20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2000" i="1" dirty="0">
                <a:solidFill>
                  <a:srgbClr val="8C8C8C"/>
                </a:solidFill>
                <a:effectLst/>
                <a:latin typeface="JetBrains Mono"/>
              </a:rPr>
              <a:t>        # place label in row r and column c</a:t>
            </a:r>
            <a:br>
              <a:rPr lang="en-US" sz="20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2000" i="1" dirty="0">
                <a:solidFill>
                  <a:srgbClr val="8C8C8C"/>
                </a:solidFill>
                <a:effectLst/>
                <a:latin typeface="JetBrains Mono"/>
              </a:rPr>
              <a:t>        </a:t>
            </a:r>
            <a:r>
              <a:rPr lang="en-US" sz="2000" dirty="0" err="1">
                <a:solidFill>
                  <a:srgbClr val="080808"/>
                </a:solidFill>
                <a:effectLst/>
                <a:latin typeface="JetBrains Mono"/>
              </a:rPr>
              <a:t>label.grid</a:t>
            </a:r>
            <a:r>
              <a:rPr lang="en-US" sz="20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2000" dirty="0">
                <a:solidFill>
                  <a:srgbClr val="660099"/>
                </a:solidFill>
                <a:effectLst/>
                <a:latin typeface="JetBrains Mono"/>
              </a:rPr>
              <a:t>row</a:t>
            </a:r>
            <a:r>
              <a:rPr lang="en-US" sz="2000" dirty="0">
                <a:solidFill>
                  <a:srgbClr val="080808"/>
                </a:solidFill>
                <a:effectLst/>
                <a:latin typeface="JetBrains Mono"/>
              </a:rPr>
              <a:t>=r, </a:t>
            </a:r>
            <a:r>
              <a:rPr lang="en-US" sz="2000" dirty="0">
                <a:solidFill>
                  <a:srgbClr val="660099"/>
                </a:solidFill>
                <a:effectLst/>
                <a:latin typeface="JetBrains Mono"/>
              </a:rPr>
              <a:t>column</a:t>
            </a:r>
            <a:r>
              <a:rPr lang="en-US" sz="2000" dirty="0">
                <a:solidFill>
                  <a:srgbClr val="080808"/>
                </a:solidFill>
                <a:effectLst/>
                <a:latin typeface="JetBrains Mono"/>
              </a:rPr>
              <a:t>=c)</a:t>
            </a:r>
            <a:br>
              <a:rPr lang="en-US" sz="2000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en-US" sz="20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000" dirty="0" err="1">
                <a:solidFill>
                  <a:srgbClr val="080808"/>
                </a:solidFill>
                <a:effectLst/>
                <a:latin typeface="JetBrains Mono"/>
              </a:rPr>
              <a:t>root.mainloop</a:t>
            </a:r>
            <a:r>
              <a:rPr lang="en-US" sz="2000" dirty="0">
                <a:solidFill>
                  <a:srgbClr val="080808"/>
                </a:solidFill>
                <a:effectLst/>
                <a:latin typeface="JetBrains Mono"/>
              </a:rPr>
              <a:t>()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9E35250-904E-7E90-2076-4AF19FFDC4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9652" y="2555268"/>
            <a:ext cx="1697535" cy="1747463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A7420F-23F3-DAD5-2384-7C26F8B5B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Computing Using Python</a:t>
            </a:r>
          </a:p>
        </p:txBody>
      </p:sp>
    </p:spTree>
    <p:extLst>
      <p:ext uri="{BB962C8B-B14F-4D97-AF65-F5344CB8AC3E}">
        <p14:creationId xmlns:p14="http://schemas.microsoft.com/office/powerpoint/2010/main" val="38792950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60DDBF-AD6F-02CA-9D8F-FF581A5251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7312" y="2547463"/>
            <a:ext cx="6997376" cy="117248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970C4E2-0518-AD7B-FC21-A73F396AB998}"/>
              </a:ext>
            </a:extLst>
          </p:cNvPr>
          <p:cNvSpPr txBox="1"/>
          <p:nvPr/>
        </p:nvSpPr>
        <p:spPr>
          <a:xfrm>
            <a:off x="2587336" y="1953491"/>
            <a:ext cx="15520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mainloop</a:t>
            </a:r>
            <a:r>
              <a:rPr lang="en-US" sz="2400" dirty="0"/>
              <a:t>()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90EB602-D130-A14B-3AAD-7B0D3618A87D}"/>
              </a:ext>
            </a:extLst>
          </p:cNvPr>
          <p:cNvSpPr txBox="1">
            <a:spLocks/>
          </p:cNvSpPr>
          <p:nvPr/>
        </p:nvSpPr>
        <p:spPr>
          <a:xfrm>
            <a:off x="795203" y="702786"/>
            <a:ext cx="9500755" cy="55057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Event-based </a:t>
            </a:r>
            <a:r>
              <a:rPr lang="en-US" sz="3200" dirty="0" err="1"/>
              <a:t>tkinter</a:t>
            </a:r>
            <a:r>
              <a:rPr lang="en-US" sz="3200" dirty="0"/>
              <a:t> widgets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8D8347C-54AF-9F1B-92BE-D494CAEC2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Computing Using Python</a:t>
            </a:r>
          </a:p>
        </p:txBody>
      </p:sp>
    </p:spTree>
    <p:extLst>
      <p:ext uri="{BB962C8B-B14F-4D97-AF65-F5344CB8AC3E}">
        <p14:creationId xmlns:p14="http://schemas.microsoft.com/office/powerpoint/2010/main" val="35657867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29A84E58-17E8-2065-99D4-DEE9E1EB405E}"/>
              </a:ext>
            </a:extLst>
          </p:cNvPr>
          <p:cNvSpPr txBox="1"/>
          <p:nvPr/>
        </p:nvSpPr>
        <p:spPr>
          <a:xfrm>
            <a:off x="1194955" y="1154081"/>
            <a:ext cx="6421582" cy="584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rgbClr val="0033B3"/>
                </a:solidFill>
                <a:effectLst/>
                <a:latin typeface="JetBrains Mono"/>
              </a:rPr>
              <a:t>from </a:t>
            </a:r>
            <a:r>
              <a:rPr lang="en-US" sz="2200" dirty="0" err="1">
                <a:solidFill>
                  <a:srgbClr val="080808"/>
                </a:solidFill>
                <a:effectLst/>
                <a:latin typeface="JetBrains Mono"/>
              </a:rPr>
              <a:t>tkinter</a:t>
            </a:r>
            <a:r>
              <a:rPr lang="en-US" sz="2200" dirty="0">
                <a:solidFill>
                  <a:srgbClr val="080808"/>
                </a:solidFill>
                <a:effectLst/>
                <a:latin typeface="JetBrains Mono"/>
              </a:rPr>
              <a:t> </a:t>
            </a:r>
            <a:r>
              <a:rPr lang="en-US" sz="2200" dirty="0">
                <a:solidFill>
                  <a:srgbClr val="0033B3"/>
                </a:solidFill>
                <a:effectLst/>
                <a:latin typeface="JetBrains Mono"/>
              </a:rPr>
              <a:t>import </a:t>
            </a:r>
            <a:r>
              <a:rPr lang="en-US" sz="2200" dirty="0">
                <a:solidFill>
                  <a:srgbClr val="080808"/>
                </a:solidFill>
                <a:effectLst/>
                <a:latin typeface="JetBrains Mono"/>
              </a:rPr>
              <a:t>Tk, Button</a:t>
            </a:r>
            <a:br>
              <a:rPr lang="en-US" sz="2200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en-US" sz="22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200" dirty="0">
                <a:solidFill>
                  <a:srgbClr val="0033B3"/>
                </a:solidFill>
                <a:effectLst/>
                <a:latin typeface="JetBrains Mono"/>
              </a:rPr>
              <a:t>def </a:t>
            </a:r>
            <a:r>
              <a:rPr lang="en-US" sz="2200" dirty="0">
                <a:solidFill>
                  <a:srgbClr val="00627A"/>
                </a:solidFill>
                <a:effectLst/>
                <a:latin typeface="JetBrains Mono"/>
              </a:rPr>
              <a:t>clicked</a:t>
            </a:r>
            <a:r>
              <a:rPr lang="en-US" sz="2200" dirty="0">
                <a:solidFill>
                  <a:srgbClr val="080808"/>
                </a:solidFill>
                <a:effectLst/>
                <a:latin typeface="JetBrains Mono"/>
              </a:rPr>
              <a:t>():  </a:t>
            </a:r>
            <a:r>
              <a:rPr lang="en-US" sz="2200" i="1" dirty="0">
                <a:solidFill>
                  <a:srgbClr val="8C8C8C"/>
                </a:solidFill>
                <a:effectLst/>
                <a:latin typeface="JetBrains Mono"/>
              </a:rPr>
              <a:t># event handler for the button</a:t>
            </a:r>
            <a:br>
              <a:rPr lang="en-US" sz="22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2200" i="1" dirty="0"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lang="en-US" sz="2200" dirty="0"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lang="en-US" sz="22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2200" dirty="0">
                <a:solidFill>
                  <a:srgbClr val="067D17"/>
                </a:solidFill>
                <a:effectLst/>
                <a:latin typeface="JetBrains Mono"/>
              </a:rPr>
              <a:t>"Hello GUI World"</a:t>
            </a:r>
            <a:r>
              <a:rPr lang="en-US" sz="2200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en-US" sz="2200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en-US" sz="2200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en-US" sz="22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200" dirty="0">
                <a:solidFill>
                  <a:srgbClr val="080808"/>
                </a:solidFill>
                <a:effectLst/>
                <a:latin typeface="JetBrains Mono"/>
              </a:rPr>
              <a:t>root = Tk()</a:t>
            </a:r>
            <a:br>
              <a:rPr lang="en-US" sz="2200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en-US" sz="22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200" i="1" dirty="0">
                <a:solidFill>
                  <a:srgbClr val="8C8C8C"/>
                </a:solidFill>
                <a:effectLst/>
                <a:latin typeface="JetBrains Mono"/>
              </a:rPr>
              <a:t># create button labeled 'Click it' and event handler clicked()</a:t>
            </a:r>
            <a:br>
              <a:rPr lang="en-US" sz="22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2200" dirty="0">
                <a:solidFill>
                  <a:srgbClr val="080808"/>
                </a:solidFill>
                <a:effectLst/>
                <a:latin typeface="JetBrains Mono"/>
              </a:rPr>
              <a:t>button = Button(root,</a:t>
            </a:r>
            <a:br>
              <a:rPr lang="en-US" sz="22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2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sz="2200" dirty="0">
                <a:solidFill>
                  <a:srgbClr val="660099"/>
                </a:solidFill>
                <a:effectLst/>
                <a:latin typeface="JetBrains Mono"/>
              </a:rPr>
              <a:t>text</a:t>
            </a:r>
            <a:r>
              <a:rPr lang="en-US" sz="2200" dirty="0"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lang="en-US" sz="2200" dirty="0">
                <a:solidFill>
                  <a:srgbClr val="067D17"/>
                </a:solidFill>
                <a:effectLst/>
                <a:latin typeface="JetBrains Mono"/>
              </a:rPr>
              <a:t>'Click it'</a:t>
            </a:r>
            <a:r>
              <a:rPr lang="en-US" sz="22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2200" i="1" dirty="0">
                <a:solidFill>
                  <a:srgbClr val="8C8C8C"/>
                </a:solidFill>
                <a:effectLst/>
                <a:latin typeface="JetBrains Mono"/>
              </a:rPr>
              <a:t># text on top of button</a:t>
            </a:r>
            <a:br>
              <a:rPr lang="en-US" sz="22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2200" i="1" dirty="0">
                <a:solidFill>
                  <a:srgbClr val="8C8C8C"/>
                </a:solidFill>
                <a:effectLst/>
                <a:latin typeface="JetBrains Mono"/>
              </a:rPr>
              <a:t>        </a:t>
            </a:r>
            <a:r>
              <a:rPr lang="en-US" sz="2200" dirty="0">
                <a:solidFill>
                  <a:srgbClr val="660099"/>
                </a:solidFill>
                <a:effectLst/>
                <a:latin typeface="JetBrains Mono"/>
              </a:rPr>
              <a:t>command</a:t>
            </a:r>
            <a:r>
              <a:rPr lang="en-US" sz="2200" dirty="0">
                <a:solidFill>
                  <a:srgbClr val="080808"/>
                </a:solidFill>
                <a:effectLst/>
                <a:latin typeface="JetBrains Mono"/>
              </a:rPr>
              <a:t>=clicked) </a:t>
            </a:r>
            <a:r>
              <a:rPr lang="en-US" sz="2200" i="1" dirty="0">
                <a:solidFill>
                  <a:srgbClr val="8C8C8C"/>
                </a:solidFill>
                <a:effectLst/>
                <a:latin typeface="JetBrains Mono"/>
              </a:rPr>
              <a:t># button click event handler</a:t>
            </a:r>
            <a:br>
              <a:rPr lang="en-US" sz="22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2200" dirty="0" err="1">
                <a:solidFill>
                  <a:srgbClr val="080808"/>
                </a:solidFill>
                <a:effectLst/>
                <a:latin typeface="JetBrains Mono"/>
              </a:rPr>
              <a:t>button.pack</a:t>
            </a:r>
            <a:r>
              <a:rPr lang="en-US" sz="2200" dirty="0">
                <a:solidFill>
                  <a:srgbClr val="080808"/>
                </a:solidFill>
                <a:effectLst/>
                <a:latin typeface="JetBrains Mono"/>
              </a:rPr>
              <a:t>()</a:t>
            </a:r>
            <a:br>
              <a:rPr lang="en-US" sz="22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200" dirty="0" err="1">
                <a:solidFill>
                  <a:srgbClr val="080808"/>
                </a:solidFill>
                <a:effectLst/>
                <a:latin typeface="JetBrains Mono"/>
              </a:rPr>
              <a:t>root.mainloop</a:t>
            </a:r>
            <a:r>
              <a:rPr lang="en-US" sz="2200" dirty="0">
                <a:solidFill>
                  <a:srgbClr val="080808"/>
                </a:solidFill>
                <a:effectLst/>
                <a:latin typeface="JetBrains Mono"/>
              </a:rPr>
              <a:t>()</a:t>
            </a:r>
            <a:br>
              <a:rPr lang="en-US" sz="2200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en-US" sz="2200" dirty="0">
                <a:solidFill>
                  <a:srgbClr val="080808"/>
                </a:solidFill>
                <a:effectLst/>
                <a:latin typeface="JetBrains Mono"/>
              </a:rPr>
            </a:br>
            <a:endParaRPr lang="en-US" sz="2200" dirty="0">
              <a:solidFill>
                <a:srgbClr val="080808"/>
              </a:solidFill>
              <a:effectLst/>
              <a:latin typeface="JetBrains Mono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925AC1-6624-C081-2922-6438FACF4D7D}"/>
              </a:ext>
            </a:extLst>
          </p:cNvPr>
          <p:cNvSpPr txBox="1">
            <a:spLocks/>
          </p:cNvSpPr>
          <p:nvPr/>
        </p:nvSpPr>
        <p:spPr>
          <a:xfrm>
            <a:off x="670512" y="505359"/>
            <a:ext cx="9500755" cy="55057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Event-based </a:t>
            </a:r>
            <a:r>
              <a:rPr lang="en-US" sz="3200" dirty="0" err="1"/>
              <a:t>tkinter</a:t>
            </a:r>
            <a:r>
              <a:rPr lang="en-US" sz="3200" dirty="0"/>
              <a:t> widgets : Button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AB078C8-D8C7-19FF-79A5-5F0C87BCE2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5053" y="1916397"/>
            <a:ext cx="4044686" cy="1232156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AF97407-F19A-6FD9-DE35-0FA689A0FC30}"/>
              </a:ext>
            </a:extLst>
          </p:cNvPr>
          <p:cNvSpPr/>
          <p:nvPr/>
        </p:nvSpPr>
        <p:spPr>
          <a:xfrm>
            <a:off x="3875810" y="1153391"/>
            <a:ext cx="935182" cy="415636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0073F97-812E-18CF-E14F-08EC42EF69CE}"/>
              </a:ext>
            </a:extLst>
          </p:cNvPr>
          <p:cNvSpPr/>
          <p:nvPr/>
        </p:nvSpPr>
        <p:spPr>
          <a:xfrm>
            <a:off x="1056409" y="4537363"/>
            <a:ext cx="6175664" cy="1052946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B721550-3CB0-2DCC-FC59-E91CE3C36EC3}"/>
              </a:ext>
            </a:extLst>
          </p:cNvPr>
          <p:cNvSpPr/>
          <p:nvPr/>
        </p:nvSpPr>
        <p:spPr>
          <a:xfrm>
            <a:off x="1233053" y="1814944"/>
            <a:ext cx="5167747" cy="897083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677FDEA-81C6-C123-B73C-361DC82E8E6D}"/>
              </a:ext>
            </a:extLst>
          </p:cNvPr>
          <p:cNvSpPr/>
          <p:nvPr/>
        </p:nvSpPr>
        <p:spPr>
          <a:xfrm>
            <a:off x="1118754" y="5607626"/>
            <a:ext cx="2060864" cy="678873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2117654-C644-BC09-8304-332DF43A1466}"/>
              </a:ext>
            </a:extLst>
          </p:cNvPr>
          <p:cNvSpPr/>
          <p:nvPr/>
        </p:nvSpPr>
        <p:spPr>
          <a:xfrm>
            <a:off x="6767945" y="1821871"/>
            <a:ext cx="4256810" cy="1440874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C3FC06D-1495-DA93-9D79-917B42C8EC8C}"/>
              </a:ext>
            </a:extLst>
          </p:cNvPr>
          <p:cNvSpPr txBox="1"/>
          <p:nvPr/>
        </p:nvSpPr>
        <p:spPr>
          <a:xfrm>
            <a:off x="6538480" y="5977143"/>
            <a:ext cx="60942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u="none" strike="noStrike" baseline="0" dirty="0">
                <a:latin typeface="SFTT1000"/>
              </a:rPr>
              <a:t>clicked() </a:t>
            </a:r>
            <a:r>
              <a:rPr lang="en-US" sz="2400" b="0" i="0" u="none" strike="noStrike" baseline="0" dirty="0">
                <a:latin typeface="NimbusRomNo9L-Regu"/>
              </a:rPr>
              <a:t>is said to be an </a:t>
            </a:r>
            <a:r>
              <a:rPr lang="en-US" sz="2400" b="0" i="1" u="none" strike="noStrike" baseline="0" dirty="0">
                <a:latin typeface="NimbusRomNo9L-ReguItal"/>
              </a:rPr>
              <a:t>event handler</a:t>
            </a:r>
            <a:endParaRPr lang="en-US" sz="24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ED644A-3FC5-2030-1C3F-A9B8B9656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Computing Using Python</a:t>
            </a:r>
          </a:p>
        </p:txBody>
      </p:sp>
    </p:spTree>
    <p:extLst>
      <p:ext uri="{BB962C8B-B14F-4D97-AF65-F5344CB8AC3E}">
        <p14:creationId xmlns:p14="http://schemas.microsoft.com/office/powerpoint/2010/main" val="3302273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0" grpId="0" animBg="1"/>
      <p:bldP spid="11" grpId="0" animBg="1"/>
      <p:bldP spid="12" grpId="0" animBg="1"/>
      <p:bldP spid="13" grpId="0" animBg="1"/>
      <p:bldP spid="14" grpId="0" animBg="1"/>
      <p:bldP spid="1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BDFBA0-A180-7F9E-8E58-B321EB3B0A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0797" y="1701999"/>
            <a:ext cx="6548575" cy="9299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CBF741F-C51D-412C-4E2D-B0D4BA3D06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4866" y="1238240"/>
            <a:ext cx="5930661" cy="3088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35756A2-835E-ECF1-C6E5-367796C8A4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9705" y="2930236"/>
            <a:ext cx="2339078" cy="210794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44BD4A8-FA6C-B4CF-5A71-505C0CE425E9}"/>
              </a:ext>
            </a:extLst>
          </p:cNvPr>
          <p:cNvSpPr txBox="1"/>
          <p:nvPr/>
        </p:nvSpPr>
        <p:spPr>
          <a:xfrm>
            <a:off x="2861829" y="5125089"/>
            <a:ext cx="60942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u="none" strike="noStrike" baseline="0" dirty="0">
                <a:latin typeface="SFTT1000"/>
              </a:rPr>
              <a:t>A new window pops up and shows the message</a:t>
            </a:r>
            <a:endParaRPr lang="en-US" sz="24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391FAA0-76B2-91DA-1B0E-AE2F85617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Computing Using Python</a:t>
            </a:r>
          </a:p>
        </p:txBody>
      </p:sp>
    </p:spTree>
    <p:extLst>
      <p:ext uri="{BB962C8B-B14F-4D97-AF65-F5344CB8AC3E}">
        <p14:creationId xmlns:p14="http://schemas.microsoft.com/office/powerpoint/2010/main" val="2462487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A9E5C-FBB5-3047-92A8-BB20754FC223}"/>
              </a:ext>
            </a:extLst>
          </p:cNvPr>
          <p:cNvSpPr txBox="1">
            <a:spLocks/>
          </p:cNvSpPr>
          <p:nvPr/>
        </p:nvSpPr>
        <p:spPr>
          <a:xfrm>
            <a:off x="670512" y="505359"/>
            <a:ext cx="9500755" cy="55057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Event-based </a:t>
            </a:r>
            <a:r>
              <a:rPr lang="en-US" sz="3200" dirty="0" err="1"/>
              <a:t>tkinter</a:t>
            </a:r>
            <a:r>
              <a:rPr lang="en-US" sz="3200" dirty="0"/>
              <a:t> widgets : Entry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8E6280-9E94-8586-5E4D-C360E811FA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6803" y="1340960"/>
            <a:ext cx="7067514" cy="4963731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887296-6A23-81DB-EF90-AD2786850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Computing Using Python</a:t>
            </a:r>
          </a:p>
        </p:txBody>
      </p:sp>
    </p:spTree>
    <p:extLst>
      <p:ext uri="{BB962C8B-B14F-4D97-AF65-F5344CB8AC3E}">
        <p14:creationId xmlns:p14="http://schemas.microsoft.com/office/powerpoint/2010/main" val="856618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30A1B2B-3D8C-CC09-DC80-7B4C92865F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11" y="1363263"/>
            <a:ext cx="7582557" cy="4404742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F43C0E52-4D14-A0A8-EB02-F1818EA97D7C}"/>
              </a:ext>
            </a:extLst>
          </p:cNvPr>
          <p:cNvSpPr txBox="1">
            <a:spLocks/>
          </p:cNvSpPr>
          <p:nvPr/>
        </p:nvSpPr>
        <p:spPr>
          <a:xfrm>
            <a:off x="691533" y="484338"/>
            <a:ext cx="9500755" cy="55057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Event-based </a:t>
            </a:r>
            <a:r>
              <a:rPr lang="en-US" sz="3200" dirty="0" err="1"/>
              <a:t>tkinter</a:t>
            </a:r>
            <a:r>
              <a:rPr lang="en-US" sz="3200" dirty="0"/>
              <a:t> widgets : Entry (cont.)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834490-55F2-0488-092B-DDE6D7DFD8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6135" y="2057360"/>
            <a:ext cx="3279725" cy="125339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DE83BA4-9350-BEDF-C871-338A2483BB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5296" y="3635190"/>
            <a:ext cx="2019475" cy="1752752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B8AFC0E-0AE3-4856-E4CB-C345F8B6B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Computing Using Python</a:t>
            </a:r>
          </a:p>
        </p:txBody>
      </p:sp>
    </p:spTree>
    <p:extLst>
      <p:ext uri="{BB962C8B-B14F-4D97-AF65-F5344CB8AC3E}">
        <p14:creationId xmlns:p14="http://schemas.microsoft.com/office/powerpoint/2010/main" val="30429208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82087-CAD3-10A5-2594-DDE8FB87F17F}"/>
              </a:ext>
            </a:extLst>
          </p:cNvPr>
          <p:cNvSpPr txBox="1">
            <a:spLocks/>
          </p:cNvSpPr>
          <p:nvPr/>
        </p:nvSpPr>
        <p:spPr>
          <a:xfrm>
            <a:off x="816224" y="879193"/>
            <a:ext cx="9500755" cy="55057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Text</a:t>
            </a:r>
            <a:r>
              <a:rPr lang="en-US" sz="3200" dirty="0"/>
              <a:t> Widget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038031-02C2-13D3-5CCD-2A456BB0F0EC}"/>
              </a:ext>
            </a:extLst>
          </p:cNvPr>
          <p:cNvSpPr txBox="1"/>
          <p:nvPr/>
        </p:nvSpPr>
        <p:spPr>
          <a:xfrm>
            <a:off x="1613189" y="1578371"/>
            <a:ext cx="609426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interactively enter multiple lines of text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4B43329-6AE7-AF38-8B99-656CCDA363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520" y="2443532"/>
            <a:ext cx="5713800" cy="237496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B2D67D1-5ABD-3EE6-070B-A85ED2A47F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2675" y="3900300"/>
            <a:ext cx="3674021" cy="2136818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BB532E-7EF3-265A-7BC7-033C366AF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Computing Using Python</a:t>
            </a:r>
          </a:p>
        </p:txBody>
      </p:sp>
    </p:spTree>
    <p:extLst>
      <p:ext uri="{BB962C8B-B14F-4D97-AF65-F5344CB8AC3E}">
        <p14:creationId xmlns:p14="http://schemas.microsoft.com/office/powerpoint/2010/main" val="2836598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6E8E370-970D-15BB-7EC1-0F8C29B52A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930" y="1548245"/>
            <a:ext cx="8735982" cy="2260524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D0A4ED-E80F-58F3-CEA9-68F67433D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Computing Using Python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65EA990-A501-79A3-7ECD-62BBEE266467}"/>
              </a:ext>
            </a:extLst>
          </p:cNvPr>
          <p:cNvSpPr txBox="1">
            <a:spLocks/>
          </p:cNvSpPr>
          <p:nvPr/>
        </p:nvSpPr>
        <p:spPr>
          <a:xfrm>
            <a:off x="5024330" y="608605"/>
            <a:ext cx="9500755" cy="55057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Text</a:t>
            </a:r>
            <a:r>
              <a:rPr lang="en-US" sz="3200" dirty="0"/>
              <a:t> Widget (cont.)</a:t>
            </a:r>
          </a:p>
        </p:txBody>
      </p:sp>
    </p:spTree>
    <p:extLst>
      <p:ext uri="{BB962C8B-B14F-4D97-AF65-F5344CB8AC3E}">
        <p14:creationId xmlns:p14="http://schemas.microsoft.com/office/powerpoint/2010/main" val="4202251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5B8F2B7-5DA5-A7AB-F34F-207D21E6F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Computing Using Python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C7316B-1DF7-7905-C459-610D8F492A03}"/>
              </a:ext>
            </a:extLst>
          </p:cNvPr>
          <p:cNvSpPr txBox="1"/>
          <p:nvPr/>
        </p:nvSpPr>
        <p:spPr>
          <a:xfrm>
            <a:off x="3047281" y="1305342"/>
            <a:ext cx="6094562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#Insert text</a:t>
            </a:r>
            <a:b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800" dirty="0" err="1">
                <a:solidFill>
                  <a:srgbClr val="080808"/>
                </a:solidFill>
                <a:effectLst/>
                <a:latin typeface="JetBrains Mono"/>
              </a:rPr>
              <a:t>txt.insert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(END, </a:t>
            </a:r>
            <a:r>
              <a:rPr lang="en-US" sz="1800" dirty="0">
                <a:solidFill>
                  <a:srgbClr val="067D17"/>
                </a:solidFill>
                <a:effectLst/>
                <a:latin typeface="JetBrains Mono"/>
              </a:rPr>
              <a:t>'First Line</a:t>
            </a:r>
            <a:r>
              <a:rPr lang="en-US" sz="1800" dirty="0">
                <a:solidFill>
                  <a:srgbClr val="0037A6"/>
                </a:solidFill>
                <a:effectLst/>
                <a:latin typeface="JetBrains Mono"/>
              </a:rPr>
              <a:t>\n</a:t>
            </a:r>
            <a:r>
              <a:rPr lang="en-US" sz="1800" dirty="0">
                <a:solidFill>
                  <a:srgbClr val="067D17"/>
                </a:solidFill>
                <a:effectLst/>
                <a:latin typeface="JetBrains Mono"/>
              </a:rPr>
              <a:t>'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 dirty="0" err="1">
                <a:solidFill>
                  <a:srgbClr val="080808"/>
                </a:solidFill>
                <a:effectLst/>
                <a:latin typeface="JetBrains Mono"/>
              </a:rPr>
              <a:t>txt.insert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(END, </a:t>
            </a:r>
            <a:r>
              <a:rPr lang="en-US" sz="1800" dirty="0">
                <a:solidFill>
                  <a:srgbClr val="067D17"/>
                </a:solidFill>
                <a:effectLst/>
                <a:latin typeface="JetBrains Mono"/>
              </a:rPr>
              <a:t>'Second Line</a:t>
            </a:r>
            <a:r>
              <a:rPr lang="en-US" sz="1800" dirty="0">
                <a:solidFill>
                  <a:srgbClr val="0037A6"/>
                </a:solidFill>
                <a:effectLst/>
                <a:latin typeface="JetBrains Mono"/>
              </a:rPr>
              <a:t>\n</a:t>
            </a:r>
            <a:r>
              <a:rPr lang="en-US" sz="1800" dirty="0">
                <a:solidFill>
                  <a:srgbClr val="067D17"/>
                </a:solidFill>
                <a:effectLst/>
                <a:latin typeface="JetBrains Mono"/>
              </a:rPr>
              <a:t>'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#Get text</a:t>
            </a:r>
            <a:b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800" dirty="0"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800" dirty="0">
                <a:solidFill>
                  <a:srgbClr val="067D17"/>
                </a:solidFill>
                <a:effectLst/>
                <a:latin typeface="JetBrains Mono"/>
              </a:rPr>
              <a:t>'Contents of the Text widget:</a:t>
            </a:r>
            <a:r>
              <a:rPr lang="en-US" sz="1800" dirty="0">
                <a:solidFill>
                  <a:srgbClr val="0037A6"/>
                </a:solidFill>
                <a:effectLst/>
                <a:latin typeface="JetBrains Mono"/>
              </a:rPr>
              <a:t>\n</a:t>
            </a:r>
            <a:r>
              <a:rPr lang="en-US" sz="1800" dirty="0">
                <a:solidFill>
                  <a:srgbClr val="067D17"/>
                </a:solidFill>
                <a:effectLst/>
                <a:latin typeface="JetBrains Mono"/>
              </a:rPr>
              <a:t>'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800" dirty="0" err="1">
                <a:solidFill>
                  <a:srgbClr val="080808"/>
                </a:solidFill>
                <a:effectLst/>
                <a:latin typeface="JetBrains Mono"/>
              </a:rPr>
              <a:t>txt.get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800" dirty="0">
                <a:solidFill>
                  <a:srgbClr val="067D17"/>
                </a:solidFill>
                <a:effectLst/>
                <a:latin typeface="JetBrains Mono"/>
              </a:rPr>
              <a:t>'1.0'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,END))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#Delete text - delete the first line</a:t>
            </a:r>
            <a:b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800" dirty="0" err="1">
                <a:solidFill>
                  <a:srgbClr val="080808"/>
                </a:solidFill>
                <a:effectLst/>
                <a:latin typeface="JetBrains Mono"/>
              </a:rPr>
              <a:t>txt.delete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800" dirty="0">
                <a:solidFill>
                  <a:srgbClr val="1750EB"/>
                </a:solidFill>
                <a:effectLst/>
                <a:latin typeface="JetBrains Mono"/>
              </a:rPr>
              <a:t>1.0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,</a:t>
            </a:r>
            <a:r>
              <a:rPr lang="en-US" sz="1800" dirty="0">
                <a:solidFill>
                  <a:srgbClr val="1750EB"/>
                </a:solidFill>
                <a:effectLst/>
                <a:latin typeface="JetBrains Mono"/>
              </a:rPr>
              <a:t>2.0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#Delete text - delete first three characters</a:t>
            </a:r>
            <a:b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800" dirty="0" err="1">
                <a:solidFill>
                  <a:srgbClr val="080808"/>
                </a:solidFill>
                <a:effectLst/>
                <a:latin typeface="JetBrains Mono"/>
              </a:rPr>
              <a:t>txt.delete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800" dirty="0">
                <a:solidFill>
                  <a:srgbClr val="1750EB"/>
                </a:solidFill>
                <a:effectLst/>
                <a:latin typeface="JetBrains Mono"/>
              </a:rPr>
              <a:t>1.0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,</a:t>
            </a:r>
            <a:r>
              <a:rPr lang="en-US" sz="1800" dirty="0">
                <a:solidFill>
                  <a:srgbClr val="1750EB"/>
                </a:solidFill>
                <a:effectLst/>
                <a:latin typeface="JetBrains Mono"/>
              </a:rPr>
              <a:t>1.3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#Delete entire text content</a:t>
            </a:r>
            <a:b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800" dirty="0" err="1">
                <a:solidFill>
                  <a:srgbClr val="080808"/>
                </a:solidFill>
                <a:effectLst/>
                <a:latin typeface="JetBrains Mono"/>
              </a:rPr>
              <a:t>txt.delete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800" dirty="0">
                <a:solidFill>
                  <a:srgbClr val="1750EB"/>
                </a:solidFill>
                <a:effectLst/>
                <a:latin typeface="JetBrains Mono"/>
              </a:rPr>
              <a:t>1.0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, END)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BA56B4F-0A58-12E2-22FF-5A91DEBC9ADB}"/>
              </a:ext>
            </a:extLst>
          </p:cNvPr>
          <p:cNvSpPr txBox="1">
            <a:spLocks/>
          </p:cNvSpPr>
          <p:nvPr/>
        </p:nvSpPr>
        <p:spPr>
          <a:xfrm>
            <a:off x="4465036" y="510950"/>
            <a:ext cx="9500755" cy="55057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Text</a:t>
            </a:r>
            <a:r>
              <a:rPr lang="en-US" sz="3200" dirty="0"/>
              <a:t> Widget (cont.)</a:t>
            </a:r>
          </a:p>
        </p:txBody>
      </p:sp>
    </p:spTree>
    <p:extLst>
      <p:ext uri="{BB962C8B-B14F-4D97-AF65-F5344CB8AC3E}">
        <p14:creationId xmlns:p14="http://schemas.microsoft.com/office/powerpoint/2010/main" val="2122805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0E04F-E548-1415-98EA-9347CF3A8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2975" y="2728118"/>
            <a:ext cx="10515600" cy="1325563"/>
          </a:xfrm>
        </p:spPr>
        <p:txBody>
          <a:bodyPr/>
          <a:lstStyle/>
          <a:p>
            <a:r>
              <a:rPr lang="en-US" dirty="0"/>
              <a:t>Attendance</a:t>
            </a:r>
          </a:p>
        </p:txBody>
      </p:sp>
    </p:spTree>
    <p:extLst>
      <p:ext uri="{BB962C8B-B14F-4D97-AF65-F5344CB8AC3E}">
        <p14:creationId xmlns:p14="http://schemas.microsoft.com/office/powerpoint/2010/main" val="19834585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A0E7AB627372340BC90817A16362710" ma:contentTypeVersion="9" ma:contentTypeDescription="Create a new document." ma:contentTypeScope="" ma:versionID="f2c3a11852dc30fee7c6685d0f4a4ec5">
  <xsd:schema xmlns:xsd="http://www.w3.org/2001/XMLSchema" xmlns:xs="http://www.w3.org/2001/XMLSchema" xmlns:p="http://schemas.microsoft.com/office/2006/metadata/properties" xmlns:ns3="de7bfbcc-834f-422c-a61f-4e1400314c9a" xmlns:ns4="890a661f-6afe-4b4e-bef4-5bc2e81fdcdf" targetNamespace="http://schemas.microsoft.com/office/2006/metadata/properties" ma:root="true" ma:fieldsID="8fbbebcadc8028faef9b6f320318449b" ns3:_="" ns4:_="">
    <xsd:import namespace="de7bfbcc-834f-422c-a61f-4e1400314c9a"/>
    <xsd:import namespace="890a661f-6afe-4b4e-bef4-5bc2e81fdcd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7bfbcc-834f-422c-a61f-4e1400314c9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0a661f-6afe-4b4e-bef4-5bc2e81fdcdf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e7bfbcc-834f-422c-a61f-4e1400314c9a" xsi:nil="true"/>
  </documentManagement>
</p:properties>
</file>

<file path=customXml/itemProps1.xml><?xml version="1.0" encoding="utf-8"?>
<ds:datastoreItem xmlns:ds="http://schemas.openxmlformats.org/officeDocument/2006/customXml" ds:itemID="{08789BCC-42DA-4F72-89DE-FD4A139154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e7bfbcc-834f-422c-a61f-4e1400314c9a"/>
    <ds:schemaRef ds:uri="890a661f-6afe-4b4e-bef4-5bc2e81fdcd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1196ED0-0AA5-4873-B108-CECD088481E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83C06BF-FFE8-42CE-9471-A3F1B8C3B734}">
  <ds:schemaRefs>
    <ds:schemaRef ds:uri="http://schemas.microsoft.com/office/infopath/2007/PartnerControls"/>
    <ds:schemaRef ds:uri="http://schemas.microsoft.com/office/2006/metadata/properties"/>
    <ds:schemaRef ds:uri="890a661f-6afe-4b4e-bef4-5bc2e81fdcdf"/>
    <ds:schemaRef ds:uri="http://purl.org/dc/dcmitype/"/>
    <ds:schemaRef ds:uri="de7bfbcc-834f-422c-a61f-4e1400314c9a"/>
    <ds:schemaRef ds:uri="http://schemas.microsoft.com/office/2006/documentManagement/types"/>
    <ds:schemaRef ds:uri="http://purl.org/dc/terms/"/>
    <ds:schemaRef ds:uri="http://www.w3.org/XML/1998/namespace"/>
    <ds:schemaRef ds:uri="http://schemas.openxmlformats.org/package/2006/metadata/core-propertie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2760</TotalTime>
  <Words>1203</Words>
  <Application>Microsoft Macintosh PowerPoint</Application>
  <PresentationFormat>Widescreen</PresentationFormat>
  <Paragraphs>117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7" baseType="lpstr">
      <vt:lpstr>Arial</vt:lpstr>
      <vt:lpstr>Calibri</vt:lpstr>
      <vt:lpstr>Calibri Light</vt:lpstr>
      <vt:lpstr>Consolas</vt:lpstr>
      <vt:lpstr>Courier New</vt:lpstr>
      <vt:lpstr>JetBrains Mono</vt:lpstr>
      <vt:lpstr>NimbusRomNo9L-Regu</vt:lpstr>
      <vt:lpstr>NimbusRomNo9L-ReguItal</vt:lpstr>
      <vt:lpstr>Roboto</vt:lpstr>
      <vt:lpstr>SFTT1000</vt:lpstr>
      <vt:lpstr>Times New Roman</vt:lpstr>
      <vt:lpstr>Wingdings</vt:lpstr>
      <vt:lpstr>Office Theme</vt:lpstr>
      <vt:lpstr>Homework4 will be posted on Fri, Oct 31.</vt:lpstr>
      <vt:lpstr>PowerPoint Presentation</vt:lpstr>
      <vt:lpstr>PowerPoint Presentation</vt:lpstr>
      <vt:lpstr>PowerPoint Presentation</vt:lpstr>
      <vt:lpstr>PowerPoint Presentation</vt:lpstr>
      <vt:lpstr>Graphical User Interfaces – Part1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Attendance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Data Structure</dc:title>
  <dc:creator>S M Towhidul Islam</dc:creator>
  <cp:lastModifiedBy>S M Towhidul Islam</cp:lastModifiedBy>
  <cp:revision>7</cp:revision>
  <dcterms:created xsi:type="dcterms:W3CDTF">2023-06-26T02:20:56Z</dcterms:created>
  <dcterms:modified xsi:type="dcterms:W3CDTF">2025-10-29T19:48:21Z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0x0101006A0E7AB627372340BC90817A16362710</vt:lpwstr>
  </property>
</Properties>
</file>