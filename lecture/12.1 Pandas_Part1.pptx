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6" r:id="rId6"/>
    <p:sldId id="300" r:id="rId7"/>
    <p:sldId id="301" r:id="rId8"/>
    <p:sldId id="302" r:id="rId9"/>
    <p:sldId id="304" r:id="rId10"/>
    <p:sldId id="305" r:id="rId11"/>
    <p:sldId id="306" r:id="rId12"/>
    <p:sldId id="257" r:id="rId13"/>
    <p:sldId id="258" r:id="rId14"/>
    <p:sldId id="259" r:id="rId15"/>
    <p:sldId id="260" r:id="rId16"/>
    <p:sldId id="261" r:id="rId17"/>
    <p:sldId id="307" r:id="rId18"/>
    <p:sldId id="308" r:id="rId19"/>
    <p:sldId id="309" r:id="rId20"/>
    <p:sldId id="310" r:id="rId21"/>
    <p:sldId id="339" r:id="rId22"/>
    <p:sldId id="311" r:id="rId23"/>
    <p:sldId id="312" r:id="rId24"/>
    <p:sldId id="313" r:id="rId25"/>
    <p:sldId id="314" r:id="rId26"/>
    <p:sldId id="317" r:id="rId27"/>
    <p:sldId id="319" r:id="rId28"/>
    <p:sldId id="34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1E533D-A006-412A-9DB5-60808D7961FE}" v="291" dt="2023-07-12T16:51:57.7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14" autoAdjust="0"/>
    <p:restoredTop sz="94660"/>
  </p:normalViewPr>
  <p:slideViewPr>
    <p:cSldViewPr snapToGrid="0" showGuides="1">
      <p:cViewPr varScale="1">
        <p:scale>
          <a:sx n="157" d="100"/>
          <a:sy n="157" d="100"/>
        </p:scale>
        <p:origin x="952" y="168"/>
      </p:cViewPr>
      <p:guideLst>
        <p:guide orient="horz" pos="2160"/>
        <p:guide pos="386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M Towhidul Islam" userId="f0c7a54b-59a3-4574-a7d3-38d3921eb4d8" providerId="ADAL" clId="{E81E533D-A006-412A-9DB5-60808D7961FE}"/>
    <pc:docChg chg="undo custSel addSld delSld modSld">
      <pc:chgData name="S M Towhidul Islam" userId="f0c7a54b-59a3-4574-a7d3-38d3921eb4d8" providerId="ADAL" clId="{E81E533D-A006-412A-9DB5-60808D7961FE}" dt="2023-07-12T16:51:57.744" v="3223"/>
      <pc:docMkLst>
        <pc:docMk/>
      </pc:docMkLst>
      <pc:sldChg chg="addSp modSp mod modAnim">
        <pc:chgData name="S M Towhidul Islam" userId="f0c7a54b-59a3-4574-a7d3-38d3921eb4d8" providerId="ADAL" clId="{E81E533D-A006-412A-9DB5-60808D7961FE}" dt="2023-07-10T05:30:24.553" v="2099"/>
        <pc:sldMkLst>
          <pc:docMk/>
          <pc:sldMk cId="3144128387" sldId="257"/>
        </pc:sldMkLst>
        <pc:spChg chg="mod">
          <ac:chgData name="S M Towhidul Islam" userId="f0c7a54b-59a3-4574-a7d3-38d3921eb4d8" providerId="ADAL" clId="{E81E533D-A006-412A-9DB5-60808D7961FE}" dt="2023-07-08T08:55:07.726" v="246" actId="1076"/>
          <ac:spMkLst>
            <pc:docMk/>
            <pc:sldMk cId="3144128387" sldId="257"/>
            <ac:spMk id="3" creationId="{2AE52A6B-1DE9-0B05-49E3-482F68147A38}"/>
          </ac:spMkLst>
        </pc:spChg>
        <pc:spChg chg="add mod">
          <ac:chgData name="S M Towhidul Islam" userId="f0c7a54b-59a3-4574-a7d3-38d3921eb4d8" providerId="ADAL" clId="{E81E533D-A006-412A-9DB5-60808D7961FE}" dt="2023-07-08T08:55:10.457" v="247" actId="1076"/>
          <ac:spMkLst>
            <pc:docMk/>
            <pc:sldMk cId="3144128387" sldId="257"/>
            <ac:spMk id="6" creationId="{F1315558-67C4-D053-F663-D4AB3C731F95}"/>
          </ac:spMkLst>
        </pc:spChg>
        <pc:picChg chg="mod">
          <ac:chgData name="S M Towhidul Islam" userId="f0c7a54b-59a3-4574-a7d3-38d3921eb4d8" providerId="ADAL" clId="{E81E533D-A006-412A-9DB5-60808D7961FE}" dt="2023-07-10T05:30:23.185" v="2098" actId="1076"/>
          <ac:picMkLst>
            <pc:docMk/>
            <pc:sldMk cId="3144128387" sldId="257"/>
            <ac:picMk id="5" creationId="{7E85871F-6152-1812-6B5C-10425E520934}"/>
          </ac:picMkLst>
        </pc:picChg>
      </pc:sldChg>
      <pc:sldChg chg="addSp modSp mod modAnim">
        <pc:chgData name="S M Towhidul Islam" userId="f0c7a54b-59a3-4574-a7d3-38d3921eb4d8" providerId="ADAL" clId="{E81E533D-A006-412A-9DB5-60808D7961FE}" dt="2023-07-10T05:31:31.062" v="2114"/>
        <pc:sldMkLst>
          <pc:docMk/>
          <pc:sldMk cId="132906508" sldId="258"/>
        </pc:sldMkLst>
        <pc:spChg chg="mod">
          <ac:chgData name="S M Towhidul Islam" userId="f0c7a54b-59a3-4574-a7d3-38d3921eb4d8" providerId="ADAL" clId="{E81E533D-A006-412A-9DB5-60808D7961FE}" dt="2023-07-10T05:30:54.706" v="2107" actId="20577"/>
          <ac:spMkLst>
            <pc:docMk/>
            <pc:sldMk cId="132906508" sldId="258"/>
            <ac:spMk id="5" creationId="{82F4823E-2CA4-EF69-8B59-6E1F4237C242}"/>
          </ac:spMkLst>
        </pc:spChg>
        <pc:spChg chg="add mod">
          <ac:chgData name="S M Towhidul Islam" userId="f0c7a54b-59a3-4574-a7d3-38d3921eb4d8" providerId="ADAL" clId="{E81E533D-A006-412A-9DB5-60808D7961FE}" dt="2023-07-08T09:23:39.210" v="249" actId="1076"/>
          <ac:spMkLst>
            <pc:docMk/>
            <pc:sldMk cId="132906508" sldId="258"/>
            <ac:spMk id="7" creationId="{1B03BF96-969A-A9E5-FD2B-02CF55484B94}"/>
          </ac:spMkLst>
        </pc:spChg>
      </pc:sldChg>
      <pc:sldChg chg="modSp modAnim">
        <pc:chgData name="S M Towhidul Islam" userId="f0c7a54b-59a3-4574-a7d3-38d3921eb4d8" providerId="ADAL" clId="{E81E533D-A006-412A-9DB5-60808D7961FE}" dt="2023-07-10T05:34:09.474" v="2130"/>
        <pc:sldMkLst>
          <pc:docMk/>
          <pc:sldMk cId="1774908397" sldId="259"/>
        </pc:sldMkLst>
        <pc:spChg chg="mod">
          <ac:chgData name="S M Towhidul Islam" userId="f0c7a54b-59a3-4574-a7d3-38d3921eb4d8" providerId="ADAL" clId="{E81E533D-A006-412A-9DB5-60808D7961FE}" dt="2023-07-10T05:33:44.021" v="2127" actId="12"/>
          <ac:spMkLst>
            <pc:docMk/>
            <pc:sldMk cId="1774908397" sldId="259"/>
            <ac:spMk id="5" creationId="{9CDB6360-2D89-088B-E625-A9030B780EE4}"/>
          </ac:spMkLst>
        </pc:spChg>
      </pc:sldChg>
      <pc:sldChg chg="addSp delSp modSp mod modAnim">
        <pc:chgData name="S M Towhidul Islam" userId="f0c7a54b-59a3-4574-a7d3-38d3921eb4d8" providerId="ADAL" clId="{E81E533D-A006-412A-9DB5-60808D7961FE}" dt="2023-07-10T05:34:32.328" v="2133"/>
        <pc:sldMkLst>
          <pc:docMk/>
          <pc:sldMk cId="3734855368" sldId="260"/>
        </pc:sldMkLst>
        <pc:spChg chg="add del mod">
          <ac:chgData name="S M Towhidul Islam" userId="f0c7a54b-59a3-4574-a7d3-38d3921eb4d8" providerId="ADAL" clId="{E81E533D-A006-412A-9DB5-60808D7961FE}" dt="2023-07-07T07:21:02.165" v="56" actId="478"/>
          <ac:spMkLst>
            <pc:docMk/>
            <pc:sldMk cId="3734855368" sldId="260"/>
            <ac:spMk id="3" creationId="{E8C1B29F-CA8C-9677-DB22-5A225E9E0B48}"/>
          </ac:spMkLst>
        </pc:spChg>
        <pc:spChg chg="add del mod">
          <ac:chgData name="S M Towhidul Islam" userId="f0c7a54b-59a3-4574-a7d3-38d3921eb4d8" providerId="ADAL" clId="{E81E533D-A006-412A-9DB5-60808D7961FE}" dt="2023-07-08T09:23:45.801" v="250" actId="478"/>
          <ac:spMkLst>
            <pc:docMk/>
            <pc:sldMk cId="3734855368" sldId="260"/>
            <ac:spMk id="4" creationId="{D69B19CA-B5C4-CEB3-EC79-2A2C86270584}"/>
          </ac:spMkLst>
        </pc:spChg>
        <pc:spChg chg="add mod">
          <ac:chgData name="S M Towhidul Islam" userId="f0c7a54b-59a3-4574-a7d3-38d3921eb4d8" providerId="ADAL" clId="{E81E533D-A006-412A-9DB5-60808D7961FE}" dt="2023-07-08T09:23:50.414" v="251" actId="1076"/>
          <ac:spMkLst>
            <pc:docMk/>
            <pc:sldMk cId="3734855368" sldId="260"/>
            <ac:spMk id="9" creationId="{7CC1BCEA-3084-5D0B-6C99-DE01CB149C73}"/>
          </ac:spMkLst>
        </pc:spChg>
        <pc:picChg chg="add del">
          <ac:chgData name="S M Towhidul Islam" userId="f0c7a54b-59a3-4574-a7d3-38d3921eb4d8" providerId="ADAL" clId="{E81E533D-A006-412A-9DB5-60808D7961FE}" dt="2023-07-07T07:19:06.416" v="1"/>
          <ac:picMkLst>
            <pc:docMk/>
            <pc:sldMk cId="3734855368" sldId="260"/>
            <ac:picMk id="2" creationId="{3FE2A638-3701-66C2-4B64-7B5168FBAD63}"/>
          </ac:picMkLst>
        </pc:picChg>
        <pc:picChg chg="add del mod">
          <ac:chgData name="S M Towhidul Islam" userId="f0c7a54b-59a3-4574-a7d3-38d3921eb4d8" providerId="ADAL" clId="{E81E533D-A006-412A-9DB5-60808D7961FE}" dt="2023-07-07T07:22:49.038" v="119" actId="478"/>
          <ac:picMkLst>
            <pc:docMk/>
            <pc:sldMk cId="3734855368" sldId="260"/>
            <ac:picMk id="6" creationId="{FB8E4AEF-74DF-9C9F-F313-3710994FE048}"/>
          </ac:picMkLst>
        </pc:picChg>
        <pc:picChg chg="add del mod">
          <ac:chgData name="S M Towhidul Islam" userId="f0c7a54b-59a3-4574-a7d3-38d3921eb4d8" providerId="ADAL" clId="{E81E533D-A006-412A-9DB5-60808D7961FE}" dt="2023-07-07T07:22:56.140" v="123" actId="478"/>
          <ac:picMkLst>
            <pc:docMk/>
            <pc:sldMk cId="3734855368" sldId="260"/>
            <ac:picMk id="8" creationId="{72341CDA-F216-2B11-F4D1-9450BEEFF7E0}"/>
          </ac:picMkLst>
        </pc:picChg>
        <pc:picChg chg="add mod">
          <ac:chgData name="S M Towhidul Islam" userId="f0c7a54b-59a3-4574-a7d3-38d3921eb4d8" providerId="ADAL" clId="{E81E533D-A006-412A-9DB5-60808D7961FE}" dt="2023-07-08T09:23:52.499" v="252" actId="1076"/>
          <ac:picMkLst>
            <pc:docMk/>
            <pc:sldMk cId="3734855368" sldId="260"/>
            <ac:picMk id="11" creationId="{CC607C95-37AE-8736-F4BD-1050A352DFF9}"/>
          </ac:picMkLst>
        </pc:picChg>
        <pc:picChg chg="add mod">
          <ac:chgData name="S M Towhidul Islam" userId="f0c7a54b-59a3-4574-a7d3-38d3921eb4d8" providerId="ADAL" clId="{E81E533D-A006-412A-9DB5-60808D7961FE}" dt="2023-07-08T09:23:54.816" v="253" actId="1076"/>
          <ac:picMkLst>
            <pc:docMk/>
            <pc:sldMk cId="3734855368" sldId="260"/>
            <ac:picMk id="13" creationId="{80E745CE-1F60-FE29-7693-F6DA138AF538}"/>
          </ac:picMkLst>
        </pc:picChg>
      </pc:sldChg>
      <pc:sldChg chg="addSp modSp new mod modAnim">
        <pc:chgData name="S M Towhidul Islam" userId="f0c7a54b-59a3-4574-a7d3-38d3921eb4d8" providerId="ADAL" clId="{E81E533D-A006-412A-9DB5-60808D7961FE}" dt="2023-07-10T05:34:55.029" v="2136"/>
        <pc:sldMkLst>
          <pc:docMk/>
          <pc:sldMk cId="1804499377" sldId="261"/>
        </pc:sldMkLst>
        <pc:spChg chg="add mod">
          <ac:chgData name="S M Towhidul Islam" userId="f0c7a54b-59a3-4574-a7d3-38d3921eb4d8" providerId="ADAL" clId="{E81E533D-A006-412A-9DB5-60808D7961FE}" dt="2023-07-08T09:24:12.225" v="269" actId="20577"/>
          <ac:spMkLst>
            <pc:docMk/>
            <pc:sldMk cId="1804499377" sldId="261"/>
            <ac:spMk id="2" creationId="{583FC3C4-DB2D-202B-843B-456B3EDA3852}"/>
          </ac:spMkLst>
        </pc:spChg>
        <pc:spChg chg="add mod">
          <ac:chgData name="S M Towhidul Islam" userId="f0c7a54b-59a3-4574-a7d3-38d3921eb4d8" providerId="ADAL" clId="{E81E533D-A006-412A-9DB5-60808D7961FE}" dt="2023-07-09T04:02:28.361" v="393" actId="20577"/>
          <ac:spMkLst>
            <pc:docMk/>
            <pc:sldMk cId="1804499377" sldId="261"/>
            <ac:spMk id="4" creationId="{2EAE75E6-7125-3EEF-7D6A-E9F5D31E4BA5}"/>
          </ac:spMkLst>
        </pc:spChg>
      </pc:sldChg>
      <pc:sldChg chg="delSp modSp add mod modAnim">
        <pc:chgData name="S M Towhidul Islam" userId="f0c7a54b-59a3-4574-a7d3-38d3921eb4d8" providerId="ADAL" clId="{E81E533D-A006-412A-9DB5-60808D7961FE}" dt="2023-07-10T05:24:10.563" v="2045"/>
        <pc:sldMkLst>
          <pc:docMk/>
          <pc:sldMk cId="0" sldId="262"/>
        </pc:sldMkLst>
        <pc:spChg chg="mod">
          <ac:chgData name="S M Towhidul Islam" userId="f0c7a54b-59a3-4574-a7d3-38d3921eb4d8" providerId="ADAL" clId="{E81E533D-A006-412A-9DB5-60808D7961FE}" dt="2023-07-08T08:41:59.137" v="136" actId="6549"/>
          <ac:spMkLst>
            <pc:docMk/>
            <pc:sldMk cId="0" sldId="262"/>
            <ac:spMk id="2" creationId="{00000000-0000-0000-0000-000000000000}"/>
          </ac:spMkLst>
        </pc:spChg>
        <pc:spChg chg="mod">
          <ac:chgData name="S M Towhidul Islam" userId="f0c7a54b-59a3-4574-a7d3-38d3921eb4d8" providerId="ADAL" clId="{E81E533D-A006-412A-9DB5-60808D7961FE}" dt="2023-07-10T05:23:57.457" v="2043" actId="13926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S M Towhidul Islam" userId="f0c7a54b-59a3-4574-a7d3-38d3921eb4d8" providerId="ADAL" clId="{E81E533D-A006-412A-9DB5-60808D7961FE}" dt="2023-07-10T05:22:50.978" v="2017" actId="478"/>
          <ac:spMkLst>
            <pc:docMk/>
            <pc:sldMk cId="0" sldId="262"/>
            <ac:spMk id="4" creationId="{00000000-0000-0000-0000-000000000000}"/>
          </ac:spMkLst>
        </pc:spChg>
      </pc:sldChg>
      <pc:sldChg chg="modSp add mod">
        <pc:chgData name="S M Towhidul Islam" userId="f0c7a54b-59a3-4574-a7d3-38d3921eb4d8" providerId="ADAL" clId="{E81E533D-A006-412A-9DB5-60808D7961FE}" dt="2023-07-10T05:24:20.348" v="2046" actId="255"/>
        <pc:sldMkLst>
          <pc:docMk/>
          <pc:sldMk cId="4177420456" sldId="300"/>
        </pc:sldMkLst>
        <pc:spChg chg="mod">
          <ac:chgData name="S M Towhidul Islam" userId="f0c7a54b-59a3-4574-a7d3-38d3921eb4d8" providerId="ADAL" clId="{E81E533D-A006-412A-9DB5-60808D7961FE}" dt="2023-07-08T08:41:48.636" v="129" actId="27636"/>
          <ac:spMkLst>
            <pc:docMk/>
            <pc:sldMk cId="4177420456" sldId="300"/>
            <ac:spMk id="2" creationId="{05D3E9DE-0365-BD57-3524-7FF76B53E678}"/>
          </ac:spMkLst>
        </pc:spChg>
        <pc:spChg chg="mod">
          <ac:chgData name="S M Towhidul Islam" userId="f0c7a54b-59a3-4574-a7d3-38d3921eb4d8" providerId="ADAL" clId="{E81E533D-A006-412A-9DB5-60808D7961FE}" dt="2023-07-10T05:24:20.348" v="2046" actId="255"/>
          <ac:spMkLst>
            <pc:docMk/>
            <pc:sldMk cId="4177420456" sldId="300"/>
            <ac:spMk id="3" creationId="{12530930-6E6C-AD01-9B45-BACDA4C315BC}"/>
          </ac:spMkLst>
        </pc:spChg>
      </pc:sldChg>
      <pc:sldChg chg="modSp add mod modAnim">
        <pc:chgData name="S M Towhidul Islam" userId="f0c7a54b-59a3-4574-a7d3-38d3921eb4d8" providerId="ADAL" clId="{E81E533D-A006-412A-9DB5-60808D7961FE}" dt="2023-07-10T05:25:12.643" v="2055"/>
        <pc:sldMkLst>
          <pc:docMk/>
          <pc:sldMk cId="0" sldId="301"/>
        </pc:sldMkLst>
        <pc:spChg chg="mod">
          <ac:chgData name="S M Towhidul Islam" userId="f0c7a54b-59a3-4574-a7d3-38d3921eb4d8" providerId="ADAL" clId="{E81E533D-A006-412A-9DB5-60808D7961FE}" dt="2023-07-10T05:24:43.400" v="2050" actId="1076"/>
          <ac:spMkLst>
            <pc:docMk/>
            <pc:sldMk cId="0" sldId="301"/>
            <ac:spMk id="2" creationId="{00000000-0000-0000-0000-000000000000}"/>
          </ac:spMkLst>
        </pc:spChg>
        <pc:spChg chg="mod">
          <ac:chgData name="S M Towhidul Islam" userId="f0c7a54b-59a3-4574-a7d3-38d3921eb4d8" providerId="ADAL" clId="{E81E533D-A006-412A-9DB5-60808D7961FE}" dt="2023-07-10T05:24:40.700" v="2049" actId="1076"/>
          <ac:spMkLst>
            <pc:docMk/>
            <pc:sldMk cId="0" sldId="301"/>
            <ac:spMk id="3" creationId="{00000000-0000-0000-0000-000000000000}"/>
          </ac:spMkLst>
        </pc:spChg>
      </pc:sldChg>
      <pc:sldChg chg="addSp delSp modSp new mod modAnim">
        <pc:chgData name="S M Towhidul Islam" userId="f0c7a54b-59a3-4574-a7d3-38d3921eb4d8" providerId="ADAL" clId="{E81E533D-A006-412A-9DB5-60808D7961FE}" dt="2023-07-10T05:25:40.692" v="2059"/>
        <pc:sldMkLst>
          <pc:docMk/>
          <pc:sldMk cId="1177167804" sldId="302"/>
        </pc:sldMkLst>
        <pc:spChg chg="add mod">
          <ac:chgData name="S M Towhidul Islam" userId="f0c7a54b-59a3-4574-a7d3-38d3921eb4d8" providerId="ADAL" clId="{E81E533D-A006-412A-9DB5-60808D7961FE}" dt="2023-07-08T08:48:19.430" v="193" actId="1076"/>
          <ac:spMkLst>
            <pc:docMk/>
            <pc:sldMk cId="1177167804" sldId="302"/>
            <ac:spMk id="2" creationId="{E6D1812D-9A5A-0B1A-5F77-133E8AF71B5B}"/>
          </ac:spMkLst>
        </pc:spChg>
        <pc:spChg chg="add mod">
          <ac:chgData name="S M Towhidul Islam" userId="f0c7a54b-59a3-4574-a7d3-38d3921eb4d8" providerId="ADAL" clId="{E81E533D-A006-412A-9DB5-60808D7961FE}" dt="2023-07-08T08:48:22.283" v="194" actId="1076"/>
          <ac:spMkLst>
            <pc:docMk/>
            <pc:sldMk cId="1177167804" sldId="302"/>
            <ac:spMk id="3" creationId="{96E92F89-FC64-CDD1-86A7-4A8FF80412A3}"/>
          </ac:spMkLst>
        </pc:spChg>
        <pc:spChg chg="add mod">
          <ac:chgData name="S M Towhidul Islam" userId="f0c7a54b-59a3-4574-a7d3-38d3921eb4d8" providerId="ADAL" clId="{E81E533D-A006-412A-9DB5-60808D7961FE}" dt="2023-07-08T08:49:51.315" v="211" actId="1076"/>
          <ac:spMkLst>
            <pc:docMk/>
            <pc:sldMk cId="1177167804" sldId="302"/>
            <ac:spMk id="12" creationId="{02096C7D-6A7F-4D9C-C54C-6F44BF913D98}"/>
          </ac:spMkLst>
        </pc:spChg>
        <pc:spChg chg="add mod">
          <ac:chgData name="S M Towhidul Islam" userId="f0c7a54b-59a3-4574-a7d3-38d3921eb4d8" providerId="ADAL" clId="{E81E533D-A006-412A-9DB5-60808D7961FE}" dt="2023-07-08T08:50:02.779" v="214" actId="14100"/>
          <ac:spMkLst>
            <pc:docMk/>
            <pc:sldMk cId="1177167804" sldId="302"/>
            <ac:spMk id="13" creationId="{9122FF0B-D203-DE44-1413-A3AAB27E0F6C}"/>
          </ac:spMkLst>
        </pc:spChg>
        <pc:picChg chg="add del mod">
          <ac:chgData name="S M Towhidul Islam" userId="f0c7a54b-59a3-4574-a7d3-38d3921eb4d8" providerId="ADAL" clId="{E81E533D-A006-412A-9DB5-60808D7961FE}" dt="2023-07-08T08:47:51.826" v="185" actId="478"/>
          <ac:picMkLst>
            <pc:docMk/>
            <pc:sldMk cId="1177167804" sldId="302"/>
            <ac:picMk id="5" creationId="{91EDDEEC-4D90-D1DA-44FD-8D9840201015}"/>
          </ac:picMkLst>
        </pc:picChg>
        <pc:picChg chg="add mod">
          <ac:chgData name="S M Towhidul Islam" userId="f0c7a54b-59a3-4574-a7d3-38d3921eb4d8" providerId="ADAL" clId="{E81E533D-A006-412A-9DB5-60808D7961FE}" dt="2023-07-08T08:48:24.118" v="195" actId="1076"/>
          <ac:picMkLst>
            <pc:docMk/>
            <pc:sldMk cId="1177167804" sldId="302"/>
            <ac:picMk id="7" creationId="{22C5B224-E7DC-A87D-CF37-B330BDF48559}"/>
          </ac:picMkLst>
        </pc:picChg>
        <pc:picChg chg="add mod">
          <ac:chgData name="S M Towhidul Islam" userId="f0c7a54b-59a3-4574-a7d3-38d3921eb4d8" providerId="ADAL" clId="{E81E533D-A006-412A-9DB5-60808D7961FE}" dt="2023-07-08T08:49:25.175" v="206" actId="1076"/>
          <ac:picMkLst>
            <pc:docMk/>
            <pc:sldMk cId="1177167804" sldId="302"/>
            <ac:picMk id="9" creationId="{32D0B02C-976C-237B-AAF9-2069F018A6EC}"/>
          </ac:picMkLst>
        </pc:picChg>
        <pc:picChg chg="add mod">
          <ac:chgData name="S M Towhidul Islam" userId="f0c7a54b-59a3-4574-a7d3-38d3921eb4d8" providerId="ADAL" clId="{E81E533D-A006-412A-9DB5-60808D7961FE}" dt="2023-07-08T08:50:11.323" v="218" actId="1035"/>
          <ac:picMkLst>
            <pc:docMk/>
            <pc:sldMk cId="1177167804" sldId="302"/>
            <ac:picMk id="11" creationId="{4761A29B-D25C-AE45-2F2B-EF316D230DEE}"/>
          </ac:picMkLst>
        </pc:picChg>
      </pc:sldChg>
      <pc:sldChg chg="new del">
        <pc:chgData name="S M Towhidul Islam" userId="f0c7a54b-59a3-4574-a7d3-38d3921eb4d8" providerId="ADAL" clId="{E81E533D-A006-412A-9DB5-60808D7961FE}" dt="2023-07-08T08:52:07.152" v="222" actId="47"/>
        <pc:sldMkLst>
          <pc:docMk/>
          <pc:sldMk cId="3443564815" sldId="303"/>
        </pc:sldMkLst>
      </pc:sldChg>
      <pc:sldChg chg="modSp add mod modAnim">
        <pc:chgData name="S M Towhidul Islam" userId="f0c7a54b-59a3-4574-a7d3-38d3921eb4d8" providerId="ADAL" clId="{E81E533D-A006-412A-9DB5-60808D7961FE}" dt="2023-07-10T05:26:46.951" v="2067"/>
        <pc:sldMkLst>
          <pc:docMk/>
          <pc:sldMk cId="406097479" sldId="304"/>
        </pc:sldMkLst>
        <pc:spChg chg="mod">
          <ac:chgData name="S M Towhidul Islam" userId="f0c7a54b-59a3-4574-a7d3-38d3921eb4d8" providerId="ADAL" clId="{E81E533D-A006-412A-9DB5-60808D7961FE}" dt="2023-07-08T08:52:05.474" v="221" actId="27636"/>
          <ac:spMkLst>
            <pc:docMk/>
            <pc:sldMk cId="406097479" sldId="304"/>
            <ac:spMk id="2" creationId="{6502932B-0BE1-860D-BF68-5032D2C18CBE}"/>
          </ac:spMkLst>
        </pc:spChg>
        <pc:spChg chg="mod">
          <ac:chgData name="S M Towhidul Islam" userId="f0c7a54b-59a3-4574-a7d3-38d3921eb4d8" providerId="ADAL" clId="{E81E533D-A006-412A-9DB5-60808D7961FE}" dt="2023-07-10T05:26:28.282" v="2063" actId="12"/>
          <ac:spMkLst>
            <pc:docMk/>
            <pc:sldMk cId="406097479" sldId="304"/>
            <ac:spMk id="5" creationId="{FEEC279E-8581-4FB0-994B-D3E7CE02C5CF}"/>
          </ac:spMkLst>
        </pc:spChg>
      </pc:sldChg>
      <pc:sldChg chg="addSp delSp modSp add mod">
        <pc:chgData name="S M Towhidul Islam" userId="f0c7a54b-59a3-4574-a7d3-38d3921eb4d8" providerId="ADAL" clId="{E81E533D-A006-412A-9DB5-60808D7961FE}" dt="2023-07-10T05:28:52.163" v="2079" actId="14100"/>
        <pc:sldMkLst>
          <pc:docMk/>
          <pc:sldMk cId="625951002" sldId="305"/>
        </pc:sldMkLst>
        <pc:spChg chg="mod">
          <ac:chgData name="S M Towhidul Islam" userId="f0c7a54b-59a3-4574-a7d3-38d3921eb4d8" providerId="ADAL" clId="{E81E533D-A006-412A-9DB5-60808D7961FE}" dt="2023-07-10T05:28:48.891" v="2078" actId="14100"/>
          <ac:spMkLst>
            <pc:docMk/>
            <pc:sldMk cId="625951002" sldId="305"/>
            <ac:spMk id="2" creationId="{D7538955-1E83-66B2-92DB-075A31433D6A}"/>
          </ac:spMkLst>
        </pc:spChg>
        <pc:picChg chg="del mod">
          <ac:chgData name="S M Towhidul Islam" userId="f0c7a54b-59a3-4574-a7d3-38d3921eb4d8" providerId="ADAL" clId="{E81E533D-A006-412A-9DB5-60808D7961FE}" dt="2023-07-10T05:28:39.121" v="2073" actId="478"/>
          <ac:picMkLst>
            <pc:docMk/>
            <pc:sldMk cId="625951002" sldId="305"/>
            <ac:picMk id="4" creationId="{6B9D70C4-7C65-C914-7DB1-E4D832D39C7D}"/>
          </ac:picMkLst>
        </pc:picChg>
        <pc:picChg chg="del mod">
          <ac:chgData name="S M Towhidul Islam" userId="f0c7a54b-59a3-4574-a7d3-38d3921eb4d8" providerId="ADAL" clId="{E81E533D-A006-412A-9DB5-60808D7961FE}" dt="2023-07-10T05:27:59.069" v="2070" actId="478"/>
          <ac:picMkLst>
            <pc:docMk/>
            <pc:sldMk cId="625951002" sldId="305"/>
            <ac:picMk id="5" creationId="{465006AB-4B91-7457-C2B7-0DCD36EE9C13}"/>
          </ac:picMkLst>
        </pc:picChg>
        <pc:picChg chg="add mod">
          <ac:chgData name="S M Towhidul Islam" userId="f0c7a54b-59a3-4574-a7d3-38d3921eb4d8" providerId="ADAL" clId="{E81E533D-A006-412A-9DB5-60808D7961FE}" dt="2023-07-10T05:28:52.163" v="2079" actId="14100"/>
          <ac:picMkLst>
            <pc:docMk/>
            <pc:sldMk cId="625951002" sldId="305"/>
            <ac:picMk id="6" creationId="{4BFAA9CA-BAD6-19CA-96E0-D61DD2DD8968}"/>
          </ac:picMkLst>
        </pc:picChg>
      </pc:sldChg>
      <pc:sldChg chg="modSp add mod modAnim">
        <pc:chgData name="S M Towhidul Islam" userId="f0c7a54b-59a3-4574-a7d3-38d3921eb4d8" providerId="ADAL" clId="{E81E533D-A006-412A-9DB5-60808D7961FE}" dt="2023-07-10T05:29:46.534" v="2094"/>
        <pc:sldMkLst>
          <pc:docMk/>
          <pc:sldMk cId="412659567" sldId="306"/>
        </pc:sldMkLst>
        <pc:spChg chg="mod">
          <ac:chgData name="S M Towhidul Islam" userId="f0c7a54b-59a3-4574-a7d3-38d3921eb4d8" providerId="ADAL" clId="{E81E533D-A006-412A-9DB5-60808D7961FE}" dt="2023-07-08T08:52:55.169" v="227" actId="27636"/>
          <ac:spMkLst>
            <pc:docMk/>
            <pc:sldMk cId="412659567" sldId="306"/>
            <ac:spMk id="2" creationId="{70F26C1F-73DC-9C8B-455D-85AB0CDF2C8A}"/>
          </ac:spMkLst>
        </pc:spChg>
        <pc:spChg chg="mod">
          <ac:chgData name="S M Towhidul Islam" userId="f0c7a54b-59a3-4574-a7d3-38d3921eb4d8" providerId="ADAL" clId="{E81E533D-A006-412A-9DB5-60808D7961FE}" dt="2023-07-10T05:29:00.945" v="2082" actId="20577"/>
          <ac:spMkLst>
            <pc:docMk/>
            <pc:sldMk cId="412659567" sldId="306"/>
            <ac:spMk id="3" creationId="{2565C5A5-CD4E-6770-D0BE-8E5550921E75}"/>
          </ac:spMkLst>
        </pc:spChg>
        <pc:picChg chg="mod">
          <ac:chgData name="S M Towhidul Islam" userId="f0c7a54b-59a3-4574-a7d3-38d3921eb4d8" providerId="ADAL" clId="{E81E533D-A006-412A-9DB5-60808D7961FE}" dt="2023-07-10T05:29:09.951" v="2085" actId="1076"/>
          <ac:picMkLst>
            <pc:docMk/>
            <pc:sldMk cId="412659567" sldId="306"/>
            <ac:picMk id="4" creationId="{9DEDC6A3-42E0-5479-5207-CE14B048E3EC}"/>
          </ac:picMkLst>
        </pc:picChg>
        <pc:picChg chg="mod">
          <ac:chgData name="S M Towhidul Islam" userId="f0c7a54b-59a3-4574-a7d3-38d3921eb4d8" providerId="ADAL" clId="{E81E533D-A006-412A-9DB5-60808D7961FE}" dt="2023-07-10T05:29:19.860" v="2089" actId="1076"/>
          <ac:picMkLst>
            <pc:docMk/>
            <pc:sldMk cId="412659567" sldId="306"/>
            <ac:picMk id="5" creationId="{A39D4BCA-B8C4-879F-468C-906C9AD2CF03}"/>
          </ac:picMkLst>
        </pc:picChg>
      </pc:sldChg>
      <pc:sldChg chg="addSp delSp modSp new mod modAnim">
        <pc:chgData name="S M Towhidul Islam" userId="f0c7a54b-59a3-4574-a7d3-38d3921eb4d8" providerId="ADAL" clId="{E81E533D-A006-412A-9DB5-60808D7961FE}" dt="2023-07-10T05:35:29.865" v="2142"/>
        <pc:sldMkLst>
          <pc:docMk/>
          <pc:sldMk cId="2126835938" sldId="307"/>
        </pc:sldMkLst>
        <pc:spChg chg="add mod">
          <ac:chgData name="S M Towhidul Islam" userId="f0c7a54b-59a3-4574-a7d3-38d3921eb4d8" providerId="ADAL" clId="{E81E533D-A006-412A-9DB5-60808D7961FE}" dt="2023-07-09T04:05:00.561" v="413" actId="207"/>
          <ac:spMkLst>
            <pc:docMk/>
            <pc:sldMk cId="2126835938" sldId="307"/>
            <ac:spMk id="12" creationId="{4E817CA5-6A07-14CB-53C4-1A8380EDBC8D}"/>
          </ac:spMkLst>
        </pc:spChg>
        <pc:spChg chg="add mod">
          <ac:chgData name="S M Towhidul Islam" userId="f0c7a54b-59a3-4574-a7d3-38d3921eb4d8" providerId="ADAL" clId="{E81E533D-A006-412A-9DB5-60808D7961FE}" dt="2023-07-09T04:05:57.030" v="427" actId="1036"/>
          <ac:spMkLst>
            <pc:docMk/>
            <pc:sldMk cId="2126835938" sldId="307"/>
            <ac:spMk id="13" creationId="{83BB5D09-652D-F0AC-4712-3C1852E1BB07}"/>
          </ac:spMkLst>
        </pc:spChg>
        <pc:spChg chg="add mod">
          <ac:chgData name="S M Towhidul Islam" userId="f0c7a54b-59a3-4574-a7d3-38d3921eb4d8" providerId="ADAL" clId="{E81E533D-A006-412A-9DB5-60808D7961FE}" dt="2023-07-09T04:05:45.829" v="424" actId="14100"/>
          <ac:spMkLst>
            <pc:docMk/>
            <pc:sldMk cId="2126835938" sldId="307"/>
            <ac:spMk id="14" creationId="{2AF8D9ED-81C5-7AFA-D0C4-39AD838697C5}"/>
          </ac:spMkLst>
        </pc:spChg>
        <pc:picChg chg="add mod">
          <ac:chgData name="S M Towhidul Islam" userId="f0c7a54b-59a3-4574-a7d3-38d3921eb4d8" providerId="ADAL" clId="{E81E533D-A006-412A-9DB5-60808D7961FE}" dt="2023-07-09T04:03:23.879" v="396" actId="1076"/>
          <ac:picMkLst>
            <pc:docMk/>
            <pc:sldMk cId="2126835938" sldId="307"/>
            <ac:picMk id="3" creationId="{3DCCA809-8178-C992-6FC2-3A68E7870730}"/>
          </ac:picMkLst>
        </pc:picChg>
        <pc:picChg chg="add del">
          <ac:chgData name="S M Towhidul Islam" userId="f0c7a54b-59a3-4574-a7d3-38d3921eb4d8" providerId="ADAL" clId="{E81E533D-A006-412A-9DB5-60808D7961FE}" dt="2023-07-09T04:04:00.705" v="402" actId="478"/>
          <ac:picMkLst>
            <pc:docMk/>
            <pc:sldMk cId="2126835938" sldId="307"/>
            <ac:picMk id="5" creationId="{743987A1-2CF3-3EF7-A1BE-9BE7A602478C}"/>
          </ac:picMkLst>
        </pc:picChg>
        <pc:picChg chg="add mod">
          <ac:chgData name="S M Towhidul Islam" userId="f0c7a54b-59a3-4574-a7d3-38d3921eb4d8" providerId="ADAL" clId="{E81E533D-A006-412A-9DB5-60808D7961FE}" dt="2023-07-09T04:04:33.937" v="410" actId="1076"/>
          <ac:picMkLst>
            <pc:docMk/>
            <pc:sldMk cId="2126835938" sldId="307"/>
            <ac:picMk id="7" creationId="{D1A918A0-54D6-0B0F-86FE-B97984C0BD1A}"/>
          </ac:picMkLst>
        </pc:picChg>
        <pc:picChg chg="add mod">
          <ac:chgData name="S M Towhidul Islam" userId="f0c7a54b-59a3-4574-a7d3-38d3921eb4d8" providerId="ADAL" clId="{E81E533D-A006-412A-9DB5-60808D7961FE}" dt="2023-07-09T04:05:51.228" v="425" actId="1076"/>
          <ac:picMkLst>
            <pc:docMk/>
            <pc:sldMk cId="2126835938" sldId="307"/>
            <ac:picMk id="9" creationId="{40F7ABA3-E040-E623-BB4C-BC01F58770AE}"/>
          </ac:picMkLst>
        </pc:picChg>
        <pc:picChg chg="add mod">
          <ac:chgData name="S M Towhidul Islam" userId="f0c7a54b-59a3-4574-a7d3-38d3921eb4d8" providerId="ADAL" clId="{E81E533D-A006-412A-9DB5-60808D7961FE}" dt="2023-07-09T04:05:43.423" v="423" actId="14100"/>
          <ac:picMkLst>
            <pc:docMk/>
            <pc:sldMk cId="2126835938" sldId="307"/>
            <ac:picMk id="11" creationId="{D12A4C55-C951-5C3B-8848-1EAF0FFF99B9}"/>
          </ac:picMkLst>
        </pc:picChg>
      </pc:sldChg>
      <pc:sldChg chg="addSp modSp new mod modAnim">
        <pc:chgData name="S M Towhidul Islam" userId="f0c7a54b-59a3-4574-a7d3-38d3921eb4d8" providerId="ADAL" clId="{E81E533D-A006-412A-9DB5-60808D7961FE}" dt="2023-07-10T05:36:17.391" v="2149"/>
        <pc:sldMkLst>
          <pc:docMk/>
          <pc:sldMk cId="3086235275" sldId="308"/>
        </pc:sldMkLst>
        <pc:spChg chg="add mod">
          <ac:chgData name="S M Towhidul Islam" userId="f0c7a54b-59a3-4574-a7d3-38d3921eb4d8" providerId="ADAL" clId="{E81E533D-A006-412A-9DB5-60808D7961FE}" dt="2023-07-09T04:09:32.002" v="459" actId="1076"/>
          <ac:spMkLst>
            <pc:docMk/>
            <pc:sldMk cId="3086235275" sldId="308"/>
            <ac:spMk id="2" creationId="{CEE293CD-BC96-A229-A412-2BF47A9F0F66}"/>
          </ac:spMkLst>
        </pc:spChg>
        <pc:spChg chg="add mod">
          <ac:chgData name="S M Towhidul Islam" userId="f0c7a54b-59a3-4574-a7d3-38d3921eb4d8" providerId="ADAL" clId="{E81E533D-A006-412A-9DB5-60808D7961FE}" dt="2023-07-10T05:35:58.385" v="2145" actId="13926"/>
          <ac:spMkLst>
            <pc:docMk/>
            <pc:sldMk cId="3086235275" sldId="308"/>
            <ac:spMk id="4" creationId="{FCC47B49-5DD1-6FFF-81AE-C20AAFAA0E49}"/>
          </ac:spMkLst>
        </pc:spChg>
        <pc:picChg chg="add mod">
          <ac:chgData name="S M Towhidul Islam" userId="f0c7a54b-59a3-4574-a7d3-38d3921eb4d8" providerId="ADAL" clId="{E81E533D-A006-412A-9DB5-60808D7961FE}" dt="2023-07-09T04:12:52.931" v="578" actId="1076"/>
          <ac:picMkLst>
            <pc:docMk/>
            <pc:sldMk cId="3086235275" sldId="308"/>
            <ac:picMk id="6" creationId="{18EED77D-F04B-A297-9F53-BAD670CC7AA7}"/>
          </ac:picMkLst>
        </pc:picChg>
        <pc:picChg chg="add mod">
          <ac:chgData name="S M Towhidul Islam" userId="f0c7a54b-59a3-4574-a7d3-38d3921eb4d8" providerId="ADAL" clId="{E81E533D-A006-412A-9DB5-60808D7961FE}" dt="2023-07-09T04:13:06.301" v="582" actId="1076"/>
          <ac:picMkLst>
            <pc:docMk/>
            <pc:sldMk cId="3086235275" sldId="308"/>
            <ac:picMk id="8" creationId="{B7C409A4-2A32-C5DB-808F-9A314D8F4DB9}"/>
          </ac:picMkLst>
        </pc:picChg>
      </pc:sldChg>
      <pc:sldChg chg="addSp modSp new mod modAnim">
        <pc:chgData name="S M Towhidul Islam" userId="f0c7a54b-59a3-4574-a7d3-38d3921eb4d8" providerId="ADAL" clId="{E81E533D-A006-412A-9DB5-60808D7961FE}" dt="2023-07-10T05:36:28.872" v="2150"/>
        <pc:sldMkLst>
          <pc:docMk/>
          <pc:sldMk cId="2021498878" sldId="309"/>
        </pc:sldMkLst>
        <pc:spChg chg="add mod">
          <ac:chgData name="S M Towhidul Islam" userId="f0c7a54b-59a3-4574-a7d3-38d3921eb4d8" providerId="ADAL" clId="{E81E533D-A006-412A-9DB5-60808D7961FE}" dt="2023-07-09T04:36:25.751" v="826" actId="1076"/>
          <ac:spMkLst>
            <pc:docMk/>
            <pc:sldMk cId="2021498878" sldId="309"/>
            <ac:spMk id="2" creationId="{DF793F6F-D65D-1A86-D36D-CF06FC3D8626}"/>
          </ac:spMkLst>
        </pc:spChg>
        <pc:picChg chg="add mod">
          <ac:chgData name="S M Towhidul Islam" userId="f0c7a54b-59a3-4574-a7d3-38d3921eb4d8" providerId="ADAL" clId="{E81E533D-A006-412A-9DB5-60808D7961FE}" dt="2023-07-09T04:15:42.155" v="608" actId="1076"/>
          <ac:picMkLst>
            <pc:docMk/>
            <pc:sldMk cId="2021498878" sldId="309"/>
            <ac:picMk id="4" creationId="{423179C5-07DE-5465-21D6-A11677FC193E}"/>
          </ac:picMkLst>
        </pc:picChg>
        <pc:picChg chg="add mod">
          <ac:chgData name="S M Towhidul Islam" userId="f0c7a54b-59a3-4574-a7d3-38d3921eb4d8" providerId="ADAL" clId="{E81E533D-A006-412A-9DB5-60808D7961FE}" dt="2023-07-09T04:15:42.155" v="608" actId="1076"/>
          <ac:picMkLst>
            <pc:docMk/>
            <pc:sldMk cId="2021498878" sldId="309"/>
            <ac:picMk id="6" creationId="{89384321-A5DA-7CBF-41E0-D2BF46DE6128}"/>
          </ac:picMkLst>
        </pc:picChg>
      </pc:sldChg>
      <pc:sldChg chg="addSp delSp modSp new mod modAnim">
        <pc:chgData name="S M Towhidul Islam" userId="f0c7a54b-59a3-4574-a7d3-38d3921eb4d8" providerId="ADAL" clId="{E81E533D-A006-412A-9DB5-60808D7961FE}" dt="2023-07-09T04:32:46.597" v="824" actId="1076"/>
        <pc:sldMkLst>
          <pc:docMk/>
          <pc:sldMk cId="1774103294" sldId="310"/>
        </pc:sldMkLst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3" creationId="{A6207346-0BFE-AD88-E511-73D0AC1BCE67}"/>
          </ac:spMkLst>
        </pc:spChg>
        <pc:spChg chg="add mod">
          <ac:chgData name="S M Towhidul Islam" userId="f0c7a54b-59a3-4574-a7d3-38d3921eb4d8" providerId="ADAL" clId="{E81E533D-A006-412A-9DB5-60808D7961FE}" dt="2023-07-09T04:32:46.597" v="824" actId="1076"/>
          <ac:spMkLst>
            <pc:docMk/>
            <pc:sldMk cId="1774103294" sldId="310"/>
            <ac:spMk id="4" creationId="{2817ADC4-2AF3-E9BE-F779-53AA2CF6689B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8" creationId="{0ED73ACA-EEA2-6A50-A5BF-0327F61A6F2C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9" creationId="{9A113525-D0C3-C54C-A05C-2A8FA0BEC57C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10" creationId="{3DCD37F8-642D-E33E-3764-F82CDAA9F3C0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11" creationId="{2002FC96-C265-C2AE-105A-436E03A5476A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12" creationId="{BFFADCC5-6210-E1D7-0AF2-9C7F9AA7F5C5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13" creationId="{86BCD183-FCCE-F86A-6010-7616E9F67207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14" creationId="{7449D135-8A6D-1366-2DDB-9BCF06B8861B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15" creationId="{AFEFB6BF-BAEC-7C64-D297-CA724724EDB6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16" creationId="{8D62F2AE-54EA-0AD6-EDF3-16159DAE73BB}"/>
          </ac:spMkLst>
        </pc:spChg>
        <pc:spChg chg="add mod">
          <ac:chgData name="S M Towhidul Islam" userId="f0c7a54b-59a3-4574-a7d3-38d3921eb4d8" providerId="ADAL" clId="{E81E533D-A006-412A-9DB5-60808D7961FE}" dt="2023-07-09T04:32:43" v="823" actId="1076"/>
          <ac:spMkLst>
            <pc:docMk/>
            <pc:sldMk cId="1774103294" sldId="310"/>
            <ac:spMk id="17" creationId="{5883D7E9-887C-3E48-B0E0-4FB47D4B8424}"/>
          </ac:spMkLst>
        </pc:spChg>
        <pc:graphicFrameChg chg="add del mod modGraphic">
          <ac:chgData name="S M Towhidul Islam" userId="f0c7a54b-59a3-4574-a7d3-38d3921eb4d8" providerId="ADAL" clId="{E81E533D-A006-412A-9DB5-60808D7961FE}" dt="2023-07-09T04:19:42.858" v="641" actId="478"/>
          <ac:graphicFrameMkLst>
            <pc:docMk/>
            <pc:sldMk cId="1774103294" sldId="310"/>
            <ac:graphicFrameMk id="5" creationId="{4039BA65-02DA-DDEC-C6E7-FF83C9774530}"/>
          </ac:graphicFrameMkLst>
        </pc:graphicFrameChg>
        <pc:graphicFrameChg chg="add del">
          <ac:chgData name="S M Towhidul Islam" userId="f0c7a54b-59a3-4574-a7d3-38d3921eb4d8" providerId="ADAL" clId="{E81E533D-A006-412A-9DB5-60808D7961FE}" dt="2023-07-09T04:19:57.813" v="643" actId="3680"/>
          <ac:graphicFrameMkLst>
            <pc:docMk/>
            <pc:sldMk cId="1774103294" sldId="310"/>
            <ac:graphicFrameMk id="6" creationId="{B5BCF5C7-8EDA-1F39-F2D8-883091F23163}"/>
          </ac:graphicFrameMkLst>
        </pc:graphicFrameChg>
        <pc:graphicFrameChg chg="add mod modGraphic">
          <ac:chgData name="S M Towhidul Islam" userId="f0c7a54b-59a3-4574-a7d3-38d3921eb4d8" providerId="ADAL" clId="{E81E533D-A006-412A-9DB5-60808D7961FE}" dt="2023-07-09T04:32:43" v="823" actId="1076"/>
          <ac:graphicFrameMkLst>
            <pc:docMk/>
            <pc:sldMk cId="1774103294" sldId="310"/>
            <ac:graphicFrameMk id="7" creationId="{5A90EBFC-685B-1EC8-425B-E94A2841BB6B}"/>
          </ac:graphicFrameMkLst>
        </pc:graphicFrameChg>
      </pc:sldChg>
      <pc:sldChg chg="addSp delSp modSp new mod modAnim">
        <pc:chgData name="S M Towhidul Islam" userId="f0c7a54b-59a3-4574-a7d3-38d3921eb4d8" providerId="ADAL" clId="{E81E533D-A006-412A-9DB5-60808D7961FE}" dt="2023-07-10T05:37:01.578" v="2152"/>
        <pc:sldMkLst>
          <pc:docMk/>
          <pc:sldMk cId="656668205" sldId="311"/>
        </pc:sldMkLst>
        <pc:spChg chg="add mod">
          <ac:chgData name="S M Towhidul Islam" userId="f0c7a54b-59a3-4574-a7d3-38d3921eb4d8" providerId="ADAL" clId="{E81E533D-A006-412A-9DB5-60808D7961FE}" dt="2023-07-09T04:38:31.757" v="900" actId="1076"/>
          <ac:spMkLst>
            <pc:docMk/>
            <pc:sldMk cId="656668205" sldId="311"/>
            <ac:spMk id="2" creationId="{E100FF32-A38C-9920-AAA4-77FCBC6697DE}"/>
          </ac:spMkLst>
        </pc:spChg>
        <pc:spChg chg="add del mod">
          <ac:chgData name="S M Towhidul Islam" userId="f0c7a54b-59a3-4574-a7d3-38d3921eb4d8" providerId="ADAL" clId="{E81E533D-A006-412A-9DB5-60808D7961FE}" dt="2023-07-09T04:36:30.844" v="829"/>
          <ac:spMkLst>
            <pc:docMk/>
            <pc:sldMk cId="656668205" sldId="311"/>
            <ac:spMk id="3" creationId="{0EF52471-443D-8EA6-B5A5-5454D3DAD929}"/>
          </ac:spMkLst>
        </pc:spChg>
        <pc:picChg chg="add mod">
          <ac:chgData name="S M Towhidul Islam" userId="f0c7a54b-59a3-4574-a7d3-38d3921eb4d8" providerId="ADAL" clId="{E81E533D-A006-412A-9DB5-60808D7961FE}" dt="2023-07-09T04:38:40.068" v="903" actId="1076"/>
          <ac:picMkLst>
            <pc:docMk/>
            <pc:sldMk cId="656668205" sldId="311"/>
            <ac:picMk id="5" creationId="{AEA3AD99-FCF0-AB76-FCD3-2D37F6F59A80}"/>
          </ac:picMkLst>
        </pc:picChg>
        <pc:picChg chg="add mod">
          <ac:chgData name="S M Towhidul Islam" userId="f0c7a54b-59a3-4574-a7d3-38d3921eb4d8" providerId="ADAL" clId="{E81E533D-A006-412A-9DB5-60808D7961FE}" dt="2023-07-09T04:39:03.959" v="908" actId="1076"/>
          <ac:picMkLst>
            <pc:docMk/>
            <pc:sldMk cId="656668205" sldId="311"/>
            <ac:picMk id="7" creationId="{3E7728D8-FC4D-92A9-6EED-A6AA3DA1C6CB}"/>
          </ac:picMkLst>
        </pc:picChg>
      </pc:sldChg>
      <pc:sldChg chg="addSp modSp new mod modAnim">
        <pc:chgData name="S M Towhidul Islam" userId="f0c7a54b-59a3-4574-a7d3-38d3921eb4d8" providerId="ADAL" clId="{E81E533D-A006-412A-9DB5-60808D7961FE}" dt="2023-07-10T05:37:13.809" v="2155"/>
        <pc:sldMkLst>
          <pc:docMk/>
          <pc:sldMk cId="3692401643" sldId="312"/>
        </pc:sldMkLst>
        <pc:picChg chg="add mod">
          <ac:chgData name="S M Towhidul Islam" userId="f0c7a54b-59a3-4574-a7d3-38d3921eb4d8" providerId="ADAL" clId="{E81E533D-A006-412A-9DB5-60808D7961FE}" dt="2023-07-09T04:40:06.004" v="916" actId="1076"/>
          <ac:picMkLst>
            <pc:docMk/>
            <pc:sldMk cId="3692401643" sldId="312"/>
            <ac:picMk id="3" creationId="{5F9A2719-A52A-BEB7-68BD-CC7E9793B71B}"/>
          </ac:picMkLst>
        </pc:picChg>
        <pc:picChg chg="add mod">
          <ac:chgData name="S M Towhidul Islam" userId="f0c7a54b-59a3-4574-a7d3-38d3921eb4d8" providerId="ADAL" clId="{E81E533D-A006-412A-9DB5-60808D7961FE}" dt="2023-07-10T05:37:09.887" v="2153" actId="1076"/>
          <ac:picMkLst>
            <pc:docMk/>
            <pc:sldMk cId="3692401643" sldId="312"/>
            <ac:picMk id="5" creationId="{5A029275-C58A-A8AA-E232-47F508AE244D}"/>
          </ac:picMkLst>
        </pc:picChg>
      </pc:sldChg>
      <pc:sldChg chg="addSp delSp modSp new mod modAnim">
        <pc:chgData name="S M Towhidul Islam" userId="f0c7a54b-59a3-4574-a7d3-38d3921eb4d8" providerId="ADAL" clId="{E81E533D-A006-412A-9DB5-60808D7961FE}" dt="2023-07-10T05:38:08.841" v="2159"/>
        <pc:sldMkLst>
          <pc:docMk/>
          <pc:sldMk cId="2617392174" sldId="313"/>
        </pc:sldMkLst>
        <pc:spChg chg="add mod">
          <ac:chgData name="S M Towhidul Islam" userId="f0c7a54b-59a3-4574-a7d3-38d3921eb4d8" providerId="ADAL" clId="{E81E533D-A006-412A-9DB5-60808D7961FE}" dt="2023-07-09T04:52:23.045" v="1175" actId="20577"/>
          <ac:spMkLst>
            <pc:docMk/>
            <pc:sldMk cId="2617392174" sldId="313"/>
            <ac:spMk id="4" creationId="{58F804BC-14C8-704F-9EBA-47B700C58BB7}"/>
          </ac:spMkLst>
        </pc:spChg>
        <pc:graphicFrameChg chg="add del mod modGraphic">
          <ac:chgData name="S M Towhidul Islam" userId="f0c7a54b-59a3-4574-a7d3-38d3921eb4d8" providerId="ADAL" clId="{E81E533D-A006-412A-9DB5-60808D7961FE}" dt="2023-07-09T04:42:50.378" v="923" actId="478"/>
          <ac:graphicFrameMkLst>
            <pc:docMk/>
            <pc:sldMk cId="2617392174" sldId="313"/>
            <ac:graphicFrameMk id="2" creationId="{83375A2E-655F-7F9D-1159-0E7B47C31815}"/>
          </ac:graphicFrameMkLst>
        </pc:graphicFrameChg>
        <pc:graphicFrameChg chg="add mod modGraphic">
          <ac:chgData name="S M Towhidul Islam" userId="f0c7a54b-59a3-4574-a7d3-38d3921eb4d8" providerId="ADAL" clId="{E81E533D-A006-412A-9DB5-60808D7961FE}" dt="2023-07-09T08:10:23.755" v="1562" actId="20577"/>
          <ac:graphicFrameMkLst>
            <pc:docMk/>
            <pc:sldMk cId="2617392174" sldId="313"/>
            <ac:graphicFrameMk id="3" creationId="{B485C952-ED14-85CF-6659-EBE24448F34D}"/>
          </ac:graphicFrameMkLst>
        </pc:graphicFrameChg>
      </pc:sldChg>
      <pc:sldChg chg="addSp delSp modSp new mod modAnim">
        <pc:chgData name="S M Towhidul Islam" userId="f0c7a54b-59a3-4574-a7d3-38d3921eb4d8" providerId="ADAL" clId="{E81E533D-A006-412A-9DB5-60808D7961FE}" dt="2023-07-10T05:38:40.699" v="2164"/>
        <pc:sldMkLst>
          <pc:docMk/>
          <pc:sldMk cId="3997509206" sldId="314"/>
        </pc:sldMkLst>
        <pc:spChg chg="add mod">
          <ac:chgData name="S M Towhidul Islam" userId="f0c7a54b-59a3-4574-a7d3-38d3921eb4d8" providerId="ADAL" clId="{E81E533D-A006-412A-9DB5-60808D7961FE}" dt="2023-07-09T08:00:29.889" v="1193" actId="1076"/>
          <ac:spMkLst>
            <pc:docMk/>
            <pc:sldMk cId="3997509206" sldId="314"/>
            <ac:spMk id="2" creationId="{391EAD2A-A8B8-842C-A3DB-237927B9442E}"/>
          </ac:spMkLst>
        </pc:spChg>
        <pc:spChg chg="add mod">
          <ac:chgData name="S M Towhidul Islam" userId="f0c7a54b-59a3-4574-a7d3-38d3921eb4d8" providerId="ADAL" clId="{E81E533D-A006-412A-9DB5-60808D7961FE}" dt="2023-07-09T08:00:32.927" v="1194" actId="1076"/>
          <ac:spMkLst>
            <pc:docMk/>
            <pc:sldMk cId="3997509206" sldId="314"/>
            <ac:spMk id="3" creationId="{FFAF345E-7DA1-2C63-9553-724066EA9CD9}"/>
          </ac:spMkLst>
        </pc:spChg>
        <pc:spChg chg="add del">
          <ac:chgData name="S M Towhidul Islam" userId="f0c7a54b-59a3-4574-a7d3-38d3921eb4d8" providerId="ADAL" clId="{E81E533D-A006-412A-9DB5-60808D7961FE}" dt="2023-07-09T04:49:06.109" v="1150" actId="22"/>
          <ac:spMkLst>
            <pc:docMk/>
            <pc:sldMk cId="3997509206" sldId="314"/>
            <ac:spMk id="5" creationId="{003D1315-6834-0C98-328F-CCBCCCEABC21}"/>
          </ac:spMkLst>
        </pc:spChg>
        <pc:spChg chg="add del mod">
          <ac:chgData name="S M Towhidul Islam" userId="f0c7a54b-59a3-4574-a7d3-38d3921eb4d8" providerId="ADAL" clId="{E81E533D-A006-412A-9DB5-60808D7961FE}" dt="2023-07-09T04:52:43.349" v="1176" actId="478"/>
          <ac:spMkLst>
            <pc:docMk/>
            <pc:sldMk cId="3997509206" sldId="314"/>
            <ac:spMk id="7" creationId="{6BFC3460-6F7D-EF21-D0FA-4BE9F8EB6ECB}"/>
          </ac:spMkLst>
        </pc:spChg>
        <pc:spChg chg="add mod">
          <ac:chgData name="S M Towhidul Islam" userId="f0c7a54b-59a3-4574-a7d3-38d3921eb4d8" providerId="ADAL" clId="{E81E533D-A006-412A-9DB5-60808D7961FE}" dt="2023-07-09T08:00:51.413" v="1210" actId="113"/>
          <ac:spMkLst>
            <pc:docMk/>
            <pc:sldMk cId="3997509206" sldId="314"/>
            <ac:spMk id="12" creationId="{04B39961-6A66-E687-AE7E-AD6A0BF165DC}"/>
          </ac:spMkLst>
        </pc:spChg>
        <pc:picChg chg="add mod">
          <ac:chgData name="S M Towhidul Islam" userId="f0c7a54b-59a3-4574-a7d3-38d3921eb4d8" providerId="ADAL" clId="{E81E533D-A006-412A-9DB5-60808D7961FE}" dt="2023-07-09T08:00:34.465" v="1195" actId="1076"/>
          <ac:picMkLst>
            <pc:docMk/>
            <pc:sldMk cId="3997509206" sldId="314"/>
            <ac:picMk id="9" creationId="{5D98A49C-B47F-66F6-A6CD-54065E439211}"/>
          </ac:picMkLst>
        </pc:picChg>
        <pc:picChg chg="add mod">
          <ac:chgData name="S M Towhidul Islam" userId="f0c7a54b-59a3-4574-a7d3-38d3921eb4d8" providerId="ADAL" clId="{E81E533D-A006-412A-9DB5-60808D7961FE}" dt="2023-07-09T08:00:36.185" v="1196" actId="1076"/>
          <ac:picMkLst>
            <pc:docMk/>
            <pc:sldMk cId="3997509206" sldId="314"/>
            <ac:picMk id="11" creationId="{65CA5B95-740C-C1A2-6E66-477FA4579E0E}"/>
          </ac:picMkLst>
        </pc:picChg>
      </pc:sldChg>
      <pc:sldChg chg="modSp add del mod">
        <pc:chgData name="S M Towhidul Islam" userId="f0c7a54b-59a3-4574-a7d3-38d3921eb4d8" providerId="ADAL" clId="{E81E533D-A006-412A-9DB5-60808D7961FE}" dt="2023-07-09T08:03:59.071" v="1263" actId="47"/>
        <pc:sldMkLst>
          <pc:docMk/>
          <pc:sldMk cId="1521194674" sldId="315"/>
        </pc:sldMkLst>
        <pc:spChg chg="mod">
          <ac:chgData name="S M Towhidul Islam" userId="f0c7a54b-59a3-4574-a7d3-38d3921eb4d8" providerId="ADAL" clId="{E81E533D-A006-412A-9DB5-60808D7961FE}" dt="2023-07-09T04:53:13.836" v="1186" actId="20577"/>
          <ac:spMkLst>
            <pc:docMk/>
            <pc:sldMk cId="1521194674" sldId="315"/>
            <ac:spMk id="2" creationId="{391EAD2A-A8B8-842C-A3DB-237927B9442E}"/>
          </ac:spMkLst>
        </pc:spChg>
        <pc:spChg chg="mod">
          <ac:chgData name="S M Towhidul Islam" userId="f0c7a54b-59a3-4574-a7d3-38d3921eb4d8" providerId="ADAL" clId="{E81E533D-A006-412A-9DB5-60808D7961FE}" dt="2023-07-09T08:01:20.707" v="1260" actId="20577"/>
          <ac:spMkLst>
            <pc:docMk/>
            <pc:sldMk cId="1521194674" sldId="315"/>
            <ac:spMk id="3" creationId="{FFAF345E-7DA1-2C63-9553-724066EA9CD9}"/>
          </ac:spMkLst>
        </pc:spChg>
      </pc:sldChg>
      <pc:sldChg chg="new del">
        <pc:chgData name="S M Towhidul Islam" userId="f0c7a54b-59a3-4574-a7d3-38d3921eb4d8" providerId="ADAL" clId="{E81E533D-A006-412A-9DB5-60808D7961FE}" dt="2023-07-09T08:05:40.094" v="1295" actId="47"/>
        <pc:sldMkLst>
          <pc:docMk/>
          <pc:sldMk cId="147448673" sldId="316"/>
        </pc:sldMkLst>
      </pc:sldChg>
      <pc:sldChg chg="addSp delSp modSp add mod modAnim">
        <pc:chgData name="S M Towhidul Islam" userId="f0c7a54b-59a3-4574-a7d3-38d3921eb4d8" providerId="ADAL" clId="{E81E533D-A006-412A-9DB5-60808D7961FE}" dt="2023-07-10T05:38:59.831" v="2167"/>
        <pc:sldMkLst>
          <pc:docMk/>
          <pc:sldMk cId="1335856287" sldId="317"/>
        </pc:sldMkLst>
        <pc:spChg chg="mod">
          <ac:chgData name="S M Towhidul Islam" userId="f0c7a54b-59a3-4574-a7d3-38d3921eb4d8" providerId="ADAL" clId="{E81E533D-A006-412A-9DB5-60808D7961FE}" dt="2023-07-09T08:04:04.891" v="1270" actId="20577"/>
          <ac:spMkLst>
            <pc:docMk/>
            <pc:sldMk cId="1335856287" sldId="317"/>
            <ac:spMk id="3" creationId="{FFAF345E-7DA1-2C63-9553-724066EA9CD9}"/>
          </ac:spMkLst>
        </pc:spChg>
        <pc:spChg chg="add mod">
          <ac:chgData name="S M Towhidul Islam" userId="f0c7a54b-59a3-4574-a7d3-38d3921eb4d8" providerId="ADAL" clId="{E81E533D-A006-412A-9DB5-60808D7961FE}" dt="2023-07-09T08:05:16.683" v="1294" actId="1076"/>
          <ac:spMkLst>
            <pc:docMk/>
            <pc:sldMk cId="1335856287" sldId="317"/>
            <ac:spMk id="5" creationId="{83411288-9EB8-CB03-7488-6DFFC361C872}"/>
          </ac:spMkLst>
        </pc:spChg>
        <pc:picChg chg="add mod">
          <ac:chgData name="S M Towhidul Islam" userId="f0c7a54b-59a3-4574-a7d3-38d3921eb4d8" providerId="ADAL" clId="{E81E533D-A006-412A-9DB5-60808D7961FE}" dt="2023-07-09T08:05:13.594" v="1293" actId="1076"/>
          <ac:picMkLst>
            <pc:docMk/>
            <pc:sldMk cId="1335856287" sldId="317"/>
            <ac:picMk id="7" creationId="{D7C4DB74-EBE4-593B-F910-CECB8DF634D4}"/>
          </ac:picMkLst>
        </pc:picChg>
        <pc:picChg chg="del">
          <ac:chgData name="S M Towhidul Islam" userId="f0c7a54b-59a3-4574-a7d3-38d3921eb4d8" providerId="ADAL" clId="{E81E533D-A006-412A-9DB5-60808D7961FE}" dt="2023-07-09T08:04:07.490" v="1271" actId="478"/>
          <ac:picMkLst>
            <pc:docMk/>
            <pc:sldMk cId="1335856287" sldId="317"/>
            <ac:picMk id="9" creationId="{5D98A49C-B47F-66F6-A6CD-54065E439211}"/>
          </ac:picMkLst>
        </pc:picChg>
        <pc:picChg chg="del">
          <ac:chgData name="S M Towhidul Islam" userId="f0c7a54b-59a3-4574-a7d3-38d3921eb4d8" providerId="ADAL" clId="{E81E533D-A006-412A-9DB5-60808D7961FE}" dt="2023-07-09T08:04:51.544" v="1289" actId="478"/>
          <ac:picMkLst>
            <pc:docMk/>
            <pc:sldMk cId="1335856287" sldId="317"/>
            <ac:picMk id="11" creationId="{65CA5B95-740C-C1A2-6E66-477FA4579E0E}"/>
          </ac:picMkLst>
        </pc:picChg>
      </pc:sldChg>
      <pc:sldChg chg="addSp delSp modSp new mod modAnim">
        <pc:chgData name="S M Towhidul Islam" userId="f0c7a54b-59a3-4574-a7d3-38d3921eb4d8" providerId="ADAL" clId="{E81E533D-A006-412A-9DB5-60808D7961FE}" dt="2023-07-10T05:39:49.940" v="2176"/>
        <pc:sldMkLst>
          <pc:docMk/>
          <pc:sldMk cId="476781063" sldId="318"/>
        </pc:sldMkLst>
        <pc:spChg chg="add mod">
          <ac:chgData name="S M Towhidul Islam" userId="f0c7a54b-59a3-4574-a7d3-38d3921eb4d8" providerId="ADAL" clId="{E81E533D-A006-412A-9DB5-60808D7961FE}" dt="2023-07-09T09:04:45.647" v="1755" actId="20577"/>
          <ac:spMkLst>
            <pc:docMk/>
            <pc:sldMk cId="476781063" sldId="318"/>
            <ac:spMk id="4" creationId="{EC1712CF-B977-76D0-F06A-3CEEC49A28F8}"/>
          </ac:spMkLst>
        </pc:spChg>
        <pc:spChg chg="add mod">
          <ac:chgData name="S M Towhidul Islam" userId="f0c7a54b-59a3-4574-a7d3-38d3921eb4d8" providerId="ADAL" clId="{E81E533D-A006-412A-9DB5-60808D7961FE}" dt="2023-07-10T05:39:33.748" v="2173" actId="1076"/>
          <ac:spMkLst>
            <pc:docMk/>
            <pc:sldMk cId="476781063" sldId="318"/>
            <ac:spMk id="7" creationId="{F91E5641-C352-A730-98F4-5E35E9475097}"/>
          </ac:spMkLst>
        </pc:spChg>
        <pc:spChg chg="add mod">
          <ac:chgData name="S M Towhidul Islam" userId="f0c7a54b-59a3-4574-a7d3-38d3921eb4d8" providerId="ADAL" clId="{E81E533D-A006-412A-9DB5-60808D7961FE}" dt="2023-07-09T09:01:00.829" v="1681" actId="1076"/>
          <ac:spMkLst>
            <pc:docMk/>
            <pc:sldMk cId="476781063" sldId="318"/>
            <ac:spMk id="9" creationId="{EE142210-70F9-4D9D-E008-27CEBFF56D7E}"/>
          </ac:spMkLst>
        </pc:spChg>
        <pc:picChg chg="add del">
          <ac:chgData name="S M Towhidul Islam" userId="f0c7a54b-59a3-4574-a7d3-38d3921eb4d8" providerId="ADAL" clId="{E81E533D-A006-412A-9DB5-60808D7961FE}" dt="2023-07-09T08:13:59.749" v="1577" actId="22"/>
          <ac:picMkLst>
            <pc:docMk/>
            <pc:sldMk cId="476781063" sldId="318"/>
            <ac:picMk id="3" creationId="{C31BA734-40A0-CE39-FFC0-1A4FF2339AEB}"/>
          </ac:picMkLst>
        </pc:picChg>
        <pc:picChg chg="add del mod">
          <ac:chgData name="S M Towhidul Islam" userId="f0c7a54b-59a3-4574-a7d3-38d3921eb4d8" providerId="ADAL" clId="{E81E533D-A006-412A-9DB5-60808D7961FE}" dt="2023-07-09T08:56:27.036" v="1618" actId="478"/>
          <ac:picMkLst>
            <pc:docMk/>
            <pc:sldMk cId="476781063" sldId="318"/>
            <ac:picMk id="6" creationId="{B8A1C6E1-0E31-A6C4-A203-E16E7F2DFE36}"/>
          </ac:picMkLst>
        </pc:picChg>
        <pc:picChg chg="add mod">
          <ac:chgData name="S M Towhidul Islam" userId="f0c7a54b-59a3-4574-a7d3-38d3921eb4d8" providerId="ADAL" clId="{E81E533D-A006-412A-9DB5-60808D7961FE}" dt="2023-07-09T09:02:32.835" v="1694" actId="1076"/>
          <ac:picMkLst>
            <pc:docMk/>
            <pc:sldMk cId="476781063" sldId="318"/>
            <ac:picMk id="11" creationId="{E9F01ED6-8977-5E04-A40A-FC94B13F599B}"/>
          </ac:picMkLst>
        </pc:picChg>
      </pc:sldChg>
      <pc:sldChg chg="addSp delSp modSp add mod modAnim">
        <pc:chgData name="S M Towhidul Islam" userId="f0c7a54b-59a3-4574-a7d3-38d3921eb4d8" providerId="ADAL" clId="{E81E533D-A006-412A-9DB5-60808D7961FE}" dt="2023-07-10T05:39:16.336" v="2171"/>
        <pc:sldMkLst>
          <pc:docMk/>
          <pc:sldMk cId="1228751173" sldId="319"/>
        </pc:sldMkLst>
        <pc:spChg chg="mod">
          <ac:chgData name="S M Towhidul Islam" userId="f0c7a54b-59a3-4574-a7d3-38d3921eb4d8" providerId="ADAL" clId="{E81E533D-A006-412A-9DB5-60808D7961FE}" dt="2023-07-09T08:06:04.502" v="1299" actId="20577"/>
          <ac:spMkLst>
            <pc:docMk/>
            <pc:sldMk cId="1228751173" sldId="319"/>
            <ac:spMk id="2" creationId="{391EAD2A-A8B8-842C-A3DB-237927B9442E}"/>
          </ac:spMkLst>
        </pc:spChg>
        <pc:spChg chg="mod">
          <ac:chgData name="S M Towhidul Islam" userId="f0c7a54b-59a3-4574-a7d3-38d3921eb4d8" providerId="ADAL" clId="{E81E533D-A006-412A-9DB5-60808D7961FE}" dt="2023-07-09T08:08:03.319" v="1558" actId="27636"/>
          <ac:spMkLst>
            <pc:docMk/>
            <pc:sldMk cId="1228751173" sldId="319"/>
            <ac:spMk id="3" creationId="{FFAF345E-7DA1-2C63-9553-724066EA9CD9}"/>
          </ac:spMkLst>
        </pc:spChg>
        <pc:spChg chg="del">
          <ac:chgData name="S M Towhidul Islam" userId="f0c7a54b-59a3-4574-a7d3-38d3921eb4d8" providerId="ADAL" clId="{E81E533D-A006-412A-9DB5-60808D7961FE}" dt="2023-07-09T08:12:45.600" v="1563" actId="478"/>
          <ac:spMkLst>
            <pc:docMk/>
            <pc:sldMk cId="1228751173" sldId="319"/>
            <ac:spMk id="5" creationId="{83411288-9EB8-CB03-7488-6DFFC361C872}"/>
          </ac:spMkLst>
        </pc:spChg>
        <pc:picChg chg="add mod">
          <ac:chgData name="S M Towhidul Islam" userId="f0c7a54b-59a3-4574-a7d3-38d3921eb4d8" providerId="ADAL" clId="{E81E533D-A006-412A-9DB5-60808D7961FE}" dt="2023-07-09T08:12:54.614" v="1567" actId="14100"/>
          <ac:picMkLst>
            <pc:docMk/>
            <pc:sldMk cId="1228751173" sldId="319"/>
            <ac:picMk id="6" creationId="{59992767-AAAD-9F1E-AC00-7D0801E2A895}"/>
          </ac:picMkLst>
        </pc:picChg>
        <pc:picChg chg="del">
          <ac:chgData name="S M Towhidul Islam" userId="f0c7a54b-59a3-4574-a7d3-38d3921eb4d8" providerId="ADAL" clId="{E81E533D-A006-412A-9DB5-60808D7961FE}" dt="2023-07-09T08:12:55.712" v="1568" actId="478"/>
          <ac:picMkLst>
            <pc:docMk/>
            <pc:sldMk cId="1228751173" sldId="319"/>
            <ac:picMk id="7" creationId="{D7C4DB74-EBE4-593B-F910-CECB8DF634D4}"/>
          </ac:picMkLst>
        </pc:picChg>
        <pc:picChg chg="add mod">
          <ac:chgData name="S M Towhidul Islam" userId="f0c7a54b-59a3-4574-a7d3-38d3921eb4d8" providerId="ADAL" clId="{E81E533D-A006-412A-9DB5-60808D7961FE}" dt="2023-07-09T08:13:26.408" v="1575" actId="1076"/>
          <ac:picMkLst>
            <pc:docMk/>
            <pc:sldMk cId="1228751173" sldId="319"/>
            <ac:picMk id="9" creationId="{7315CAAA-43A8-F60A-D259-73CAB324E1FC}"/>
          </ac:picMkLst>
        </pc:picChg>
      </pc:sldChg>
      <pc:sldChg chg="addSp delSp modSp add mod modAnim">
        <pc:chgData name="S M Towhidul Islam" userId="f0c7a54b-59a3-4574-a7d3-38d3921eb4d8" providerId="ADAL" clId="{E81E533D-A006-412A-9DB5-60808D7961FE}" dt="2023-07-10T05:40:27.014" v="2184"/>
        <pc:sldMkLst>
          <pc:docMk/>
          <pc:sldMk cId="3408574101" sldId="320"/>
        </pc:sldMkLst>
        <pc:spChg chg="add del">
          <ac:chgData name="S M Towhidul Islam" userId="f0c7a54b-59a3-4574-a7d3-38d3921eb4d8" providerId="ADAL" clId="{E81E533D-A006-412A-9DB5-60808D7961FE}" dt="2023-07-09T09:02:10.809" v="1691" actId="22"/>
          <ac:spMkLst>
            <pc:docMk/>
            <pc:sldMk cId="3408574101" sldId="320"/>
            <ac:spMk id="3" creationId="{087BE66B-1D44-FAE2-AE8B-75D81B507660}"/>
          </ac:spMkLst>
        </pc:spChg>
        <pc:spChg chg="mod">
          <ac:chgData name="S M Towhidul Islam" userId="f0c7a54b-59a3-4574-a7d3-38d3921eb4d8" providerId="ADAL" clId="{E81E533D-A006-412A-9DB5-60808D7961FE}" dt="2023-07-09T09:04:49.303" v="1757" actId="20577"/>
          <ac:spMkLst>
            <pc:docMk/>
            <pc:sldMk cId="3408574101" sldId="320"/>
            <ac:spMk id="4" creationId="{EC1712CF-B977-76D0-F06A-3CEEC49A28F8}"/>
          </ac:spMkLst>
        </pc:spChg>
        <pc:spChg chg="del mod">
          <ac:chgData name="S M Towhidul Islam" userId="f0c7a54b-59a3-4574-a7d3-38d3921eb4d8" providerId="ADAL" clId="{E81E533D-A006-412A-9DB5-60808D7961FE}" dt="2023-07-10T05:40:05.658" v="2179" actId="478"/>
          <ac:spMkLst>
            <pc:docMk/>
            <pc:sldMk cId="3408574101" sldId="320"/>
            <ac:spMk id="7" creationId="{F91E5641-C352-A730-98F4-5E35E9475097}"/>
          </ac:spMkLst>
        </pc:spChg>
        <pc:spChg chg="mod">
          <ac:chgData name="S M Towhidul Islam" userId="f0c7a54b-59a3-4574-a7d3-38d3921eb4d8" providerId="ADAL" clId="{E81E533D-A006-412A-9DB5-60808D7961FE}" dt="2023-07-10T05:40:09.059" v="2180" actId="1076"/>
          <ac:spMkLst>
            <pc:docMk/>
            <pc:sldMk cId="3408574101" sldId="320"/>
            <ac:spMk id="9" creationId="{EE142210-70F9-4D9D-E008-27CEBFF56D7E}"/>
          </ac:spMkLst>
        </pc:spChg>
        <pc:spChg chg="add mod">
          <ac:chgData name="S M Towhidul Islam" userId="f0c7a54b-59a3-4574-a7d3-38d3921eb4d8" providerId="ADAL" clId="{E81E533D-A006-412A-9DB5-60808D7961FE}" dt="2023-07-09T09:04:25.265" v="1749" actId="13926"/>
          <ac:spMkLst>
            <pc:docMk/>
            <pc:sldMk cId="3408574101" sldId="320"/>
            <ac:spMk id="13" creationId="{235BB607-62F2-5947-E1D3-5BF9989E5BE8}"/>
          </ac:spMkLst>
        </pc:spChg>
        <pc:picChg chg="add mod">
          <ac:chgData name="S M Towhidul Islam" userId="f0c7a54b-59a3-4574-a7d3-38d3921eb4d8" providerId="ADAL" clId="{E81E533D-A006-412A-9DB5-60808D7961FE}" dt="2023-07-09T09:03:59.327" v="1729" actId="1076"/>
          <ac:picMkLst>
            <pc:docMk/>
            <pc:sldMk cId="3408574101" sldId="320"/>
            <ac:picMk id="6" creationId="{C6E9CDCB-FAE9-E9E8-E0E9-B12164CC4DF6}"/>
          </ac:picMkLst>
        </pc:picChg>
        <pc:picChg chg="add del mod">
          <ac:chgData name="S M Towhidul Islam" userId="f0c7a54b-59a3-4574-a7d3-38d3921eb4d8" providerId="ADAL" clId="{E81E533D-A006-412A-9DB5-60808D7961FE}" dt="2023-07-09T09:04:05.313" v="1731" actId="478"/>
          <ac:picMkLst>
            <pc:docMk/>
            <pc:sldMk cId="3408574101" sldId="320"/>
            <ac:picMk id="10" creationId="{ED9025C3-8328-F5B1-9689-1B6631AE5A52}"/>
          </ac:picMkLst>
        </pc:picChg>
        <pc:picChg chg="del mod">
          <ac:chgData name="S M Towhidul Islam" userId="f0c7a54b-59a3-4574-a7d3-38d3921eb4d8" providerId="ADAL" clId="{E81E533D-A006-412A-9DB5-60808D7961FE}" dt="2023-07-09T09:02:59.832" v="1720" actId="478"/>
          <ac:picMkLst>
            <pc:docMk/>
            <pc:sldMk cId="3408574101" sldId="320"/>
            <ac:picMk id="11" creationId="{E9F01ED6-8977-5E04-A40A-FC94B13F599B}"/>
          </ac:picMkLst>
        </pc:picChg>
      </pc:sldChg>
      <pc:sldChg chg="addSp delSp modSp add mod modAnim">
        <pc:chgData name="S M Towhidul Islam" userId="f0c7a54b-59a3-4574-a7d3-38d3921eb4d8" providerId="ADAL" clId="{E81E533D-A006-412A-9DB5-60808D7961FE}" dt="2023-07-10T05:40:51.084" v="2187"/>
        <pc:sldMkLst>
          <pc:docMk/>
          <pc:sldMk cId="3456772497" sldId="321"/>
        </pc:sldMkLst>
        <pc:spChg chg="add mod">
          <ac:chgData name="S M Towhidul Islam" userId="f0c7a54b-59a3-4574-a7d3-38d3921eb4d8" providerId="ADAL" clId="{E81E533D-A006-412A-9DB5-60808D7961FE}" dt="2023-07-09T09:16:10.239" v="1804" actId="1076"/>
          <ac:spMkLst>
            <pc:docMk/>
            <pc:sldMk cId="3456772497" sldId="321"/>
            <ac:spMk id="2" creationId="{179E44C2-A65C-E989-5B30-21D94E8D1E68}"/>
          </ac:spMkLst>
        </pc:spChg>
        <pc:spChg chg="mod">
          <ac:chgData name="S M Towhidul Islam" userId="f0c7a54b-59a3-4574-a7d3-38d3921eb4d8" providerId="ADAL" clId="{E81E533D-A006-412A-9DB5-60808D7961FE}" dt="2023-07-09T09:12:49.186" v="1768" actId="20577"/>
          <ac:spMkLst>
            <pc:docMk/>
            <pc:sldMk cId="3456772497" sldId="321"/>
            <ac:spMk id="4" creationId="{EC1712CF-B977-76D0-F06A-3CEEC49A28F8}"/>
          </ac:spMkLst>
        </pc:spChg>
        <pc:spChg chg="del">
          <ac:chgData name="S M Towhidul Islam" userId="f0c7a54b-59a3-4574-a7d3-38d3921eb4d8" providerId="ADAL" clId="{E81E533D-A006-412A-9DB5-60808D7961FE}" dt="2023-07-09T09:04:38.741" v="1751" actId="478"/>
          <ac:spMkLst>
            <pc:docMk/>
            <pc:sldMk cId="3456772497" sldId="321"/>
            <ac:spMk id="7" creationId="{F91E5641-C352-A730-98F4-5E35E9475097}"/>
          </ac:spMkLst>
        </pc:spChg>
        <pc:spChg chg="del">
          <ac:chgData name="S M Towhidul Islam" userId="f0c7a54b-59a3-4574-a7d3-38d3921eb4d8" providerId="ADAL" clId="{E81E533D-A006-412A-9DB5-60808D7961FE}" dt="2023-07-09T09:04:38.741" v="1751" actId="478"/>
          <ac:spMkLst>
            <pc:docMk/>
            <pc:sldMk cId="3456772497" sldId="321"/>
            <ac:spMk id="9" creationId="{EE142210-70F9-4D9D-E008-27CEBFF56D7E}"/>
          </ac:spMkLst>
        </pc:spChg>
        <pc:picChg chg="add mod">
          <ac:chgData name="S M Towhidul Islam" userId="f0c7a54b-59a3-4574-a7d3-38d3921eb4d8" providerId="ADAL" clId="{E81E533D-A006-412A-9DB5-60808D7961FE}" dt="2023-07-09T09:16:00.779" v="1801" actId="1076"/>
          <ac:picMkLst>
            <pc:docMk/>
            <pc:sldMk cId="3456772497" sldId="321"/>
            <ac:picMk id="5" creationId="{F664C5A6-EE57-F199-018C-09B7CE227D1B}"/>
          </ac:picMkLst>
        </pc:picChg>
        <pc:picChg chg="add mod">
          <ac:chgData name="S M Towhidul Islam" userId="f0c7a54b-59a3-4574-a7d3-38d3921eb4d8" providerId="ADAL" clId="{E81E533D-A006-412A-9DB5-60808D7961FE}" dt="2023-07-09T09:16:06.193" v="1803" actId="1076"/>
          <ac:picMkLst>
            <pc:docMk/>
            <pc:sldMk cId="3456772497" sldId="321"/>
            <ac:picMk id="8" creationId="{FA4B84CB-ACED-72B0-B971-3635D99533E2}"/>
          </ac:picMkLst>
        </pc:picChg>
        <pc:picChg chg="del">
          <ac:chgData name="S M Towhidul Islam" userId="f0c7a54b-59a3-4574-a7d3-38d3921eb4d8" providerId="ADAL" clId="{E81E533D-A006-412A-9DB5-60808D7961FE}" dt="2023-07-09T09:04:38.741" v="1751" actId="478"/>
          <ac:picMkLst>
            <pc:docMk/>
            <pc:sldMk cId="3456772497" sldId="321"/>
            <ac:picMk id="11" creationId="{E9F01ED6-8977-5E04-A40A-FC94B13F599B}"/>
          </ac:picMkLst>
        </pc:picChg>
      </pc:sldChg>
      <pc:sldChg chg="addSp delSp modSp add mod modAnim">
        <pc:chgData name="S M Towhidul Islam" userId="f0c7a54b-59a3-4574-a7d3-38d3921eb4d8" providerId="ADAL" clId="{E81E533D-A006-412A-9DB5-60808D7961FE}" dt="2023-07-10T05:41:15.475" v="2191"/>
        <pc:sldMkLst>
          <pc:docMk/>
          <pc:sldMk cId="2557604782" sldId="322"/>
        </pc:sldMkLst>
        <pc:spChg chg="del">
          <ac:chgData name="S M Towhidul Islam" userId="f0c7a54b-59a3-4574-a7d3-38d3921eb4d8" providerId="ADAL" clId="{E81E533D-A006-412A-9DB5-60808D7961FE}" dt="2023-07-09T09:16:26.183" v="1806" actId="478"/>
          <ac:spMkLst>
            <pc:docMk/>
            <pc:sldMk cId="2557604782" sldId="322"/>
            <ac:spMk id="2" creationId="{179E44C2-A65C-E989-5B30-21D94E8D1E68}"/>
          </ac:spMkLst>
        </pc:spChg>
        <pc:spChg chg="mod">
          <ac:chgData name="S M Towhidul Islam" userId="f0c7a54b-59a3-4574-a7d3-38d3921eb4d8" providerId="ADAL" clId="{E81E533D-A006-412A-9DB5-60808D7961FE}" dt="2023-07-09T09:16:39.153" v="1811" actId="20577"/>
          <ac:spMkLst>
            <pc:docMk/>
            <pc:sldMk cId="2557604782" sldId="322"/>
            <ac:spMk id="4" creationId="{EC1712CF-B977-76D0-F06A-3CEEC49A28F8}"/>
          </ac:spMkLst>
        </pc:spChg>
        <pc:spChg chg="add mod">
          <ac:chgData name="S M Towhidul Islam" userId="f0c7a54b-59a3-4574-a7d3-38d3921eb4d8" providerId="ADAL" clId="{E81E533D-A006-412A-9DB5-60808D7961FE}" dt="2023-07-10T05:41:02.478" v="2188" actId="14100"/>
          <ac:spMkLst>
            <pc:docMk/>
            <pc:sldMk cId="2557604782" sldId="322"/>
            <ac:spMk id="6" creationId="{E409856C-0B41-9A46-383C-83A82916C01F}"/>
          </ac:spMkLst>
        </pc:spChg>
        <pc:spChg chg="add mod">
          <ac:chgData name="S M Towhidul Islam" userId="f0c7a54b-59a3-4574-a7d3-38d3921eb4d8" providerId="ADAL" clId="{E81E533D-A006-412A-9DB5-60808D7961FE}" dt="2023-07-09T09:23:16" v="1902" actId="13926"/>
          <ac:spMkLst>
            <pc:docMk/>
            <pc:sldMk cId="2557604782" sldId="322"/>
            <ac:spMk id="11" creationId="{663D792B-E32E-2562-2548-21436861272A}"/>
          </ac:spMkLst>
        </pc:spChg>
        <pc:picChg chg="del">
          <ac:chgData name="S M Towhidul Islam" userId="f0c7a54b-59a3-4574-a7d3-38d3921eb4d8" providerId="ADAL" clId="{E81E533D-A006-412A-9DB5-60808D7961FE}" dt="2023-07-09T09:16:26.183" v="1806" actId="478"/>
          <ac:picMkLst>
            <pc:docMk/>
            <pc:sldMk cId="2557604782" sldId="322"/>
            <ac:picMk id="5" creationId="{F664C5A6-EE57-F199-018C-09B7CE227D1B}"/>
          </ac:picMkLst>
        </pc:picChg>
        <pc:picChg chg="del">
          <ac:chgData name="S M Towhidul Islam" userId="f0c7a54b-59a3-4574-a7d3-38d3921eb4d8" providerId="ADAL" clId="{E81E533D-A006-412A-9DB5-60808D7961FE}" dt="2023-07-09T09:16:26.183" v="1806" actId="478"/>
          <ac:picMkLst>
            <pc:docMk/>
            <pc:sldMk cId="2557604782" sldId="322"/>
            <ac:picMk id="8" creationId="{FA4B84CB-ACED-72B0-B971-3635D99533E2}"/>
          </ac:picMkLst>
        </pc:picChg>
        <pc:picChg chg="add mod">
          <ac:chgData name="S M Towhidul Islam" userId="f0c7a54b-59a3-4574-a7d3-38d3921eb4d8" providerId="ADAL" clId="{E81E533D-A006-412A-9DB5-60808D7961FE}" dt="2023-07-09T09:19:06.177" v="1827" actId="1076"/>
          <ac:picMkLst>
            <pc:docMk/>
            <pc:sldMk cId="2557604782" sldId="322"/>
            <ac:picMk id="9" creationId="{E576BDE5-1AD0-B29B-2FA4-891CC00A688D}"/>
          </ac:picMkLst>
        </pc:picChg>
      </pc:sldChg>
      <pc:sldChg chg="modSp add mod modAnim">
        <pc:chgData name="S M Towhidul Islam" userId="f0c7a54b-59a3-4574-a7d3-38d3921eb4d8" providerId="ADAL" clId="{E81E533D-A006-412A-9DB5-60808D7961FE}" dt="2023-07-10T05:41:40.910" v="2195"/>
        <pc:sldMkLst>
          <pc:docMk/>
          <pc:sldMk cId="2204351583" sldId="323"/>
        </pc:sldMkLst>
        <pc:spChg chg="mod">
          <ac:chgData name="S M Towhidul Islam" userId="f0c7a54b-59a3-4574-a7d3-38d3921eb4d8" providerId="ADAL" clId="{E81E533D-A006-412A-9DB5-60808D7961FE}" dt="2023-07-10T05:41:30.732" v="2192" actId="14100"/>
          <ac:spMkLst>
            <pc:docMk/>
            <pc:sldMk cId="2204351583" sldId="323"/>
            <ac:spMk id="6" creationId="{E409856C-0B41-9A46-383C-83A82916C01F}"/>
          </ac:spMkLst>
        </pc:spChg>
        <pc:spChg chg="mod">
          <ac:chgData name="S M Towhidul Islam" userId="f0c7a54b-59a3-4574-a7d3-38d3921eb4d8" providerId="ADAL" clId="{E81E533D-A006-412A-9DB5-60808D7961FE}" dt="2023-07-09T09:23:04.026" v="1899" actId="13926"/>
          <ac:spMkLst>
            <pc:docMk/>
            <pc:sldMk cId="2204351583" sldId="323"/>
            <ac:spMk id="11" creationId="{663D792B-E32E-2562-2548-21436861272A}"/>
          </ac:spMkLst>
        </pc:spChg>
      </pc:sldChg>
      <pc:sldChg chg="addSp delSp modSp add mod modAnim">
        <pc:chgData name="S M Towhidul Islam" userId="f0c7a54b-59a3-4574-a7d3-38d3921eb4d8" providerId="ADAL" clId="{E81E533D-A006-412A-9DB5-60808D7961FE}" dt="2023-07-10T05:42:01.376" v="2199"/>
        <pc:sldMkLst>
          <pc:docMk/>
          <pc:sldMk cId="1698938256" sldId="324"/>
        </pc:sldMkLst>
        <pc:spChg chg="add del mod">
          <ac:chgData name="S M Towhidul Islam" userId="f0c7a54b-59a3-4574-a7d3-38d3921eb4d8" providerId="ADAL" clId="{E81E533D-A006-412A-9DB5-60808D7961FE}" dt="2023-07-09T09:26:17.440" v="1925" actId="478"/>
          <ac:spMkLst>
            <pc:docMk/>
            <pc:sldMk cId="1698938256" sldId="324"/>
            <ac:spMk id="2" creationId="{7ABC943D-C8C1-3919-B7E0-6ADF1B0A97A3}"/>
          </ac:spMkLst>
        </pc:spChg>
        <pc:spChg chg="mod">
          <ac:chgData name="S M Towhidul Islam" userId="f0c7a54b-59a3-4574-a7d3-38d3921eb4d8" providerId="ADAL" clId="{E81E533D-A006-412A-9DB5-60808D7961FE}" dt="2023-07-09T09:23:49.185" v="1914" actId="20577"/>
          <ac:spMkLst>
            <pc:docMk/>
            <pc:sldMk cId="1698938256" sldId="324"/>
            <ac:spMk id="4" creationId="{EC1712CF-B977-76D0-F06A-3CEEC49A28F8}"/>
          </ac:spMkLst>
        </pc:spChg>
        <pc:spChg chg="mod">
          <ac:chgData name="S M Towhidul Islam" userId="f0c7a54b-59a3-4574-a7d3-38d3921eb4d8" providerId="ADAL" clId="{E81E533D-A006-412A-9DB5-60808D7961FE}" dt="2023-07-09T09:26:21.120" v="1926" actId="1076"/>
          <ac:spMkLst>
            <pc:docMk/>
            <pc:sldMk cId="1698938256" sldId="324"/>
            <ac:spMk id="6" creationId="{E409856C-0B41-9A46-383C-83A82916C01F}"/>
          </ac:spMkLst>
        </pc:spChg>
        <pc:spChg chg="del">
          <ac:chgData name="S M Towhidul Islam" userId="f0c7a54b-59a3-4574-a7d3-38d3921eb4d8" providerId="ADAL" clId="{E81E533D-A006-412A-9DB5-60808D7961FE}" dt="2023-07-09T09:24:20.039" v="1919" actId="478"/>
          <ac:spMkLst>
            <pc:docMk/>
            <pc:sldMk cId="1698938256" sldId="324"/>
            <ac:spMk id="11" creationId="{663D792B-E32E-2562-2548-21436861272A}"/>
          </ac:spMkLst>
        </pc:spChg>
        <pc:spChg chg="add mod">
          <ac:chgData name="S M Towhidul Islam" userId="f0c7a54b-59a3-4574-a7d3-38d3921eb4d8" providerId="ADAL" clId="{E81E533D-A006-412A-9DB5-60808D7961FE}" dt="2023-07-09T09:28:11.926" v="1979" actId="13926"/>
          <ac:spMkLst>
            <pc:docMk/>
            <pc:sldMk cId="1698938256" sldId="324"/>
            <ac:spMk id="16" creationId="{EFFE3990-18D0-6DB9-FC8E-B0E42B9EED8E}"/>
          </ac:spMkLst>
        </pc:spChg>
        <pc:picChg chg="add del mod">
          <ac:chgData name="S M Towhidul Islam" userId="f0c7a54b-59a3-4574-a7d3-38d3921eb4d8" providerId="ADAL" clId="{E81E533D-A006-412A-9DB5-60808D7961FE}" dt="2023-07-09T09:26:25.991" v="1928" actId="478"/>
          <ac:picMkLst>
            <pc:docMk/>
            <pc:sldMk cId="1698938256" sldId="324"/>
            <ac:picMk id="5" creationId="{FB6D7415-E8FD-1826-7F5F-ABE4B3E2F637}"/>
          </ac:picMkLst>
        </pc:picChg>
        <pc:picChg chg="add mod">
          <ac:chgData name="S M Towhidul Islam" userId="f0c7a54b-59a3-4574-a7d3-38d3921eb4d8" providerId="ADAL" clId="{E81E533D-A006-412A-9DB5-60808D7961FE}" dt="2023-07-09T09:26:45.022" v="1932" actId="1076"/>
          <ac:picMkLst>
            <pc:docMk/>
            <pc:sldMk cId="1698938256" sldId="324"/>
            <ac:picMk id="8" creationId="{74174E4B-C458-A304-FB62-EA3DE3406535}"/>
          </ac:picMkLst>
        </pc:picChg>
        <pc:picChg chg="del">
          <ac:chgData name="S M Towhidul Islam" userId="f0c7a54b-59a3-4574-a7d3-38d3921eb4d8" providerId="ADAL" clId="{E81E533D-A006-412A-9DB5-60808D7961FE}" dt="2023-07-09T09:24:17.929" v="1918" actId="478"/>
          <ac:picMkLst>
            <pc:docMk/>
            <pc:sldMk cId="1698938256" sldId="324"/>
            <ac:picMk id="9" creationId="{E576BDE5-1AD0-B29B-2FA4-891CC00A688D}"/>
          </ac:picMkLst>
        </pc:picChg>
        <pc:picChg chg="add mod">
          <ac:chgData name="S M Towhidul Islam" userId="f0c7a54b-59a3-4574-a7d3-38d3921eb4d8" providerId="ADAL" clId="{E81E533D-A006-412A-9DB5-60808D7961FE}" dt="2023-07-09T09:27:02.392" v="1934" actId="1076"/>
          <ac:picMkLst>
            <pc:docMk/>
            <pc:sldMk cId="1698938256" sldId="324"/>
            <ac:picMk id="12" creationId="{DE69C345-07E4-E6DD-EB3D-591BBC0E4A78}"/>
          </ac:picMkLst>
        </pc:picChg>
        <pc:picChg chg="add del mod">
          <ac:chgData name="S M Towhidul Islam" userId="f0c7a54b-59a3-4574-a7d3-38d3921eb4d8" providerId="ADAL" clId="{E81E533D-A006-412A-9DB5-60808D7961FE}" dt="2023-07-09T09:27:31.613" v="1938" actId="22"/>
          <ac:picMkLst>
            <pc:docMk/>
            <pc:sldMk cId="1698938256" sldId="324"/>
            <ac:picMk id="14" creationId="{C14DA2E1-F63E-AF54-C737-DA437D659119}"/>
          </ac:picMkLst>
        </pc:picChg>
      </pc:sldChg>
      <pc:sldChg chg="addSp delSp modSp new mod modAnim">
        <pc:chgData name="S M Towhidul Islam" userId="f0c7a54b-59a3-4574-a7d3-38d3921eb4d8" providerId="ADAL" clId="{E81E533D-A006-412A-9DB5-60808D7961FE}" dt="2023-07-10T05:42:19.492" v="2202"/>
        <pc:sldMkLst>
          <pc:docMk/>
          <pc:sldMk cId="2907921785" sldId="325"/>
        </pc:sldMkLst>
        <pc:spChg chg="add del">
          <ac:chgData name="S M Towhidul Islam" userId="f0c7a54b-59a3-4574-a7d3-38d3921eb4d8" providerId="ADAL" clId="{E81E533D-A006-412A-9DB5-60808D7961FE}" dt="2023-07-09T09:28:54.423" v="1982" actId="22"/>
          <ac:spMkLst>
            <pc:docMk/>
            <pc:sldMk cId="2907921785" sldId="325"/>
            <ac:spMk id="3" creationId="{264EE957-AB9B-B4A1-4BD1-4DCA9421688C}"/>
          </ac:spMkLst>
        </pc:spChg>
        <pc:spChg chg="add mod">
          <ac:chgData name="S M Towhidul Islam" userId="f0c7a54b-59a3-4574-a7d3-38d3921eb4d8" providerId="ADAL" clId="{E81E533D-A006-412A-9DB5-60808D7961FE}" dt="2023-07-09T09:29:12.996" v="1991" actId="1076"/>
          <ac:spMkLst>
            <pc:docMk/>
            <pc:sldMk cId="2907921785" sldId="325"/>
            <ac:spMk id="5" creationId="{95D0DF5A-091A-CF3B-35C9-77D08EA75B4C}"/>
          </ac:spMkLst>
        </pc:spChg>
        <pc:spChg chg="add mod">
          <ac:chgData name="S M Towhidul Islam" userId="f0c7a54b-59a3-4574-a7d3-38d3921eb4d8" providerId="ADAL" clId="{E81E533D-A006-412A-9DB5-60808D7961FE}" dt="2023-07-09T09:29:24.411" v="2012" actId="1076"/>
          <ac:spMkLst>
            <pc:docMk/>
            <pc:sldMk cId="2907921785" sldId="325"/>
            <ac:spMk id="6" creationId="{060D004E-A59C-B30C-F8C8-1FD1AE0F988C}"/>
          </ac:spMkLst>
        </pc:spChg>
      </pc:sldChg>
      <pc:sldChg chg="new del">
        <pc:chgData name="S M Towhidul Islam" userId="f0c7a54b-59a3-4574-a7d3-38d3921eb4d8" providerId="ADAL" clId="{E81E533D-A006-412A-9DB5-60808D7961FE}" dt="2023-07-10T05:37:56.236" v="2157" actId="47"/>
        <pc:sldMkLst>
          <pc:docMk/>
          <pc:sldMk cId="370806466" sldId="326"/>
        </pc:sldMkLst>
      </pc:sldChg>
      <pc:sldChg chg="addSp modSp new mod">
        <pc:chgData name="S M Towhidul Islam" userId="f0c7a54b-59a3-4574-a7d3-38d3921eb4d8" providerId="ADAL" clId="{E81E533D-A006-412A-9DB5-60808D7961FE}" dt="2023-07-12T09:10:01.033" v="2393" actId="1076"/>
        <pc:sldMkLst>
          <pc:docMk/>
          <pc:sldMk cId="581012322" sldId="326"/>
        </pc:sldMkLst>
        <pc:spChg chg="add mod">
          <ac:chgData name="S M Towhidul Islam" userId="f0c7a54b-59a3-4574-a7d3-38d3921eb4d8" providerId="ADAL" clId="{E81E533D-A006-412A-9DB5-60808D7961FE}" dt="2023-07-10T07:24:31.571" v="2349" actId="1076"/>
          <ac:spMkLst>
            <pc:docMk/>
            <pc:sldMk cId="581012322" sldId="326"/>
            <ac:spMk id="2" creationId="{397F0C0E-B930-EE1F-177C-89FD2680F2CB}"/>
          </ac:spMkLst>
        </pc:spChg>
        <pc:spChg chg="add mod">
          <ac:chgData name="S M Towhidul Islam" userId="f0c7a54b-59a3-4574-a7d3-38d3921eb4d8" providerId="ADAL" clId="{E81E533D-A006-412A-9DB5-60808D7961FE}" dt="2023-07-12T09:10:01.033" v="2393" actId="1076"/>
          <ac:spMkLst>
            <pc:docMk/>
            <pc:sldMk cId="581012322" sldId="326"/>
            <ac:spMk id="3" creationId="{986BE190-99E0-E6BD-1D65-445839EDBA43}"/>
          </ac:spMkLst>
        </pc:spChg>
      </pc:sldChg>
      <pc:sldChg chg="new del">
        <pc:chgData name="S M Towhidul Islam" userId="f0c7a54b-59a3-4574-a7d3-38d3921eb4d8" providerId="ADAL" clId="{E81E533D-A006-412A-9DB5-60808D7961FE}" dt="2023-07-12T09:20:03.759" v="2395" actId="47"/>
        <pc:sldMkLst>
          <pc:docMk/>
          <pc:sldMk cId="4249987608" sldId="327"/>
        </pc:sldMkLst>
      </pc:sldChg>
      <pc:sldChg chg="modSp add mod modAnim">
        <pc:chgData name="S M Towhidul Islam" userId="f0c7a54b-59a3-4574-a7d3-38d3921eb4d8" providerId="ADAL" clId="{E81E533D-A006-412A-9DB5-60808D7961FE}" dt="2023-07-12T16:46:52.325" v="3192"/>
        <pc:sldMkLst>
          <pc:docMk/>
          <pc:sldMk cId="1517549725" sldId="333"/>
        </pc:sldMkLst>
        <pc:spChg chg="mod">
          <ac:chgData name="S M Towhidul Islam" userId="f0c7a54b-59a3-4574-a7d3-38d3921eb4d8" providerId="ADAL" clId="{E81E533D-A006-412A-9DB5-60808D7961FE}" dt="2023-07-12T09:21:12.637" v="2420" actId="1076"/>
          <ac:spMkLst>
            <pc:docMk/>
            <pc:sldMk cId="1517549725" sldId="333"/>
            <ac:spMk id="2" creationId="{A21FE7DF-08F8-76F9-1965-28E75CD07031}"/>
          </ac:spMkLst>
        </pc:spChg>
        <pc:spChg chg="mod">
          <ac:chgData name="S M Towhidul Islam" userId="f0c7a54b-59a3-4574-a7d3-38d3921eb4d8" providerId="ADAL" clId="{E81E533D-A006-412A-9DB5-60808D7961FE}" dt="2023-07-12T09:20:45.450" v="2415" actId="313"/>
          <ac:spMkLst>
            <pc:docMk/>
            <pc:sldMk cId="1517549725" sldId="333"/>
            <ac:spMk id="5" creationId="{7CC8A391-5874-8A4B-4372-2BD94E3550FC}"/>
          </ac:spMkLst>
        </pc:spChg>
        <pc:picChg chg="mod">
          <ac:chgData name="S M Towhidul Islam" userId="f0c7a54b-59a3-4574-a7d3-38d3921eb4d8" providerId="ADAL" clId="{E81E533D-A006-412A-9DB5-60808D7961FE}" dt="2023-07-12T09:21:16.090" v="2421" actId="1076"/>
          <ac:picMkLst>
            <pc:docMk/>
            <pc:sldMk cId="1517549725" sldId="333"/>
            <ac:picMk id="6" creationId="{4227CB61-569E-2D07-4666-E93CDC04F0CF}"/>
          </ac:picMkLst>
        </pc:picChg>
      </pc:sldChg>
      <pc:sldChg chg="addSp delSp modSp new mod modAnim">
        <pc:chgData name="S M Towhidul Islam" userId="f0c7a54b-59a3-4574-a7d3-38d3921eb4d8" providerId="ADAL" clId="{E81E533D-A006-412A-9DB5-60808D7961FE}" dt="2023-07-12T16:48:16.611" v="3201"/>
        <pc:sldMkLst>
          <pc:docMk/>
          <pc:sldMk cId="2134249446" sldId="334"/>
        </pc:sldMkLst>
        <pc:spChg chg="add mod">
          <ac:chgData name="S M Towhidul Islam" userId="f0c7a54b-59a3-4574-a7d3-38d3921eb4d8" providerId="ADAL" clId="{E81E533D-A006-412A-9DB5-60808D7961FE}" dt="2023-07-12T10:01:54.324" v="2944" actId="1076"/>
          <ac:spMkLst>
            <pc:docMk/>
            <pc:sldMk cId="2134249446" sldId="334"/>
            <ac:spMk id="4" creationId="{41E10E55-BE66-90D5-9786-1D7EE967C599}"/>
          </ac:spMkLst>
        </pc:spChg>
        <pc:spChg chg="add mod">
          <ac:chgData name="S M Towhidul Islam" userId="f0c7a54b-59a3-4574-a7d3-38d3921eb4d8" providerId="ADAL" clId="{E81E533D-A006-412A-9DB5-60808D7961FE}" dt="2023-07-12T10:01:54.324" v="2944" actId="1076"/>
          <ac:spMkLst>
            <pc:docMk/>
            <pc:sldMk cId="2134249446" sldId="334"/>
            <ac:spMk id="6" creationId="{CD4185AC-1E1A-CA31-894A-291127FA036C}"/>
          </ac:spMkLst>
        </pc:spChg>
        <pc:spChg chg="add mod">
          <ac:chgData name="S M Towhidul Islam" userId="f0c7a54b-59a3-4574-a7d3-38d3921eb4d8" providerId="ADAL" clId="{E81E533D-A006-412A-9DB5-60808D7961FE}" dt="2023-07-12T09:54:58.675" v="2853" actId="13926"/>
          <ac:spMkLst>
            <pc:docMk/>
            <pc:sldMk cId="2134249446" sldId="334"/>
            <ac:spMk id="8" creationId="{1EC27BE8-A447-CA0D-83AD-C041D4993F38}"/>
          </ac:spMkLst>
        </pc:spChg>
        <pc:spChg chg="add mod">
          <ac:chgData name="S M Towhidul Islam" userId="f0c7a54b-59a3-4574-a7d3-38d3921eb4d8" providerId="ADAL" clId="{E81E533D-A006-412A-9DB5-60808D7961FE}" dt="2023-07-12T10:07:11.858" v="3073" actId="1076"/>
          <ac:spMkLst>
            <pc:docMk/>
            <pc:sldMk cId="2134249446" sldId="334"/>
            <ac:spMk id="20" creationId="{4A00E47C-1707-7C38-566A-6E911EB792AC}"/>
          </ac:spMkLst>
        </pc:spChg>
        <pc:spChg chg="add mod">
          <ac:chgData name="S M Towhidul Islam" userId="f0c7a54b-59a3-4574-a7d3-38d3921eb4d8" providerId="ADAL" clId="{E81E533D-A006-412A-9DB5-60808D7961FE}" dt="2023-07-12T09:53:02.114" v="2844" actId="13926"/>
          <ac:spMkLst>
            <pc:docMk/>
            <pc:sldMk cId="2134249446" sldId="334"/>
            <ac:spMk id="27" creationId="{EE6FEA06-3AF7-4B6F-E965-989B8BC0D484}"/>
          </ac:spMkLst>
        </pc:spChg>
        <pc:graphicFrameChg chg="add mod modGraphic">
          <ac:chgData name="S M Towhidul Islam" userId="f0c7a54b-59a3-4574-a7d3-38d3921eb4d8" providerId="ADAL" clId="{E81E533D-A006-412A-9DB5-60808D7961FE}" dt="2023-07-12T10:01:54.324" v="2944" actId="1076"/>
          <ac:graphicFrameMkLst>
            <pc:docMk/>
            <pc:sldMk cId="2134249446" sldId="334"/>
            <ac:graphicFrameMk id="3" creationId="{E85D444A-63C6-0279-2368-744E197C758F}"/>
          </ac:graphicFrameMkLst>
        </pc:graphicFrameChg>
        <pc:graphicFrameChg chg="add mod modGraphic">
          <ac:chgData name="S M Towhidul Islam" userId="f0c7a54b-59a3-4574-a7d3-38d3921eb4d8" providerId="ADAL" clId="{E81E533D-A006-412A-9DB5-60808D7961FE}" dt="2023-07-12T10:02:27.305" v="2956" actId="20577"/>
          <ac:graphicFrameMkLst>
            <pc:docMk/>
            <pc:sldMk cId="2134249446" sldId="334"/>
            <ac:graphicFrameMk id="5" creationId="{81D0272C-DC00-6F59-44E9-3688E82E3E87}"/>
          </ac:graphicFrameMkLst>
        </pc:graphicFrameChg>
        <pc:graphicFrameChg chg="add mod modGraphic">
          <ac:chgData name="S M Towhidul Islam" userId="f0c7a54b-59a3-4574-a7d3-38d3921eb4d8" providerId="ADAL" clId="{E81E533D-A006-412A-9DB5-60808D7961FE}" dt="2023-07-12T09:52:31.970" v="2835" actId="207"/>
          <ac:graphicFrameMkLst>
            <pc:docMk/>
            <pc:sldMk cId="2134249446" sldId="334"/>
            <ac:graphicFrameMk id="11" creationId="{73E303C6-5815-F6F7-F036-C6551DCD389C}"/>
          </ac:graphicFrameMkLst>
        </pc:graphicFrameChg>
        <pc:picChg chg="add del mod">
          <ac:chgData name="S M Towhidul Islam" userId="f0c7a54b-59a3-4574-a7d3-38d3921eb4d8" providerId="ADAL" clId="{E81E533D-A006-412A-9DB5-60808D7961FE}" dt="2023-07-12T09:24:26.227" v="2426" actId="478"/>
          <ac:picMkLst>
            <pc:docMk/>
            <pc:sldMk cId="2134249446" sldId="334"/>
            <ac:picMk id="2" creationId="{BF1FAC67-4FFB-45C5-A8EA-ED0C2B30F80D}"/>
          </ac:picMkLst>
        </pc:picChg>
        <pc:cxnChg chg="add mod">
          <ac:chgData name="S M Towhidul Islam" userId="f0c7a54b-59a3-4574-a7d3-38d3921eb4d8" providerId="ADAL" clId="{E81E533D-A006-412A-9DB5-60808D7961FE}" dt="2023-07-12T10:01:54.324" v="2944" actId="1076"/>
          <ac:cxnSpMkLst>
            <pc:docMk/>
            <pc:sldMk cId="2134249446" sldId="334"/>
            <ac:cxnSpMk id="10" creationId="{D72018AB-2590-F8BD-8A30-C0A9A9987ED3}"/>
          </ac:cxnSpMkLst>
        </pc:cxnChg>
        <pc:cxnChg chg="add mod">
          <ac:chgData name="S M Towhidul Islam" userId="f0c7a54b-59a3-4574-a7d3-38d3921eb4d8" providerId="ADAL" clId="{E81E533D-A006-412A-9DB5-60808D7961FE}" dt="2023-07-12T10:01:54.324" v="2944" actId="1076"/>
          <ac:cxnSpMkLst>
            <pc:docMk/>
            <pc:sldMk cId="2134249446" sldId="334"/>
            <ac:cxnSpMk id="14" creationId="{ED789A43-0480-6917-66B8-99D8B47A816F}"/>
          </ac:cxnSpMkLst>
        </pc:cxnChg>
        <pc:cxnChg chg="add mod">
          <ac:chgData name="S M Towhidul Islam" userId="f0c7a54b-59a3-4574-a7d3-38d3921eb4d8" providerId="ADAL" clId="{E81E533D-A006-412A-9DB5-60808D7961FE}" dt="2023-07-12T10:01:54.324" v="2944" actId="1076"/>
          <ac:cxnSpMkLst>
            <pc:docMk/>
            <pc:sldMk cId="2134249446" sldId="334"/>
            <ac:cxnSpMk id="21" creationId="{1091792E-B902-9714-4030-517F285CF7E5}"/>
          </ac:cxnSpMkLst>
        </pc:cxnChg>
        <pc:cxnChg chg="add mod">
          <ac:chgData name="S M Towhidul Islam" userId="f0c7a54b-59a3-4574-a7d3-38d3921eb4d8" providerId="ADAL" clId="{E81E533D-A006-412A-9DB5-60808D7961FE}" dt="2023-07-12T10:01:54.324" v="2944" actId="1076"/>
          <ac:cxnSpMkLst>
            <pc:docMk/>
            <pc:sldMk cId="2134249446" sldId="334"/>
            <ac:cxnSpMk id="24" creationId="{85E8BE10-028E-A702-98AB-0034081010DC}"/>
          </ac:cxnSpMkLst>
        </pc:cxnChg>
      </pc:sldChg>
      <pc:sldChg chg="addSp delSp modSp new mod modAnim">
        <pc:chgData name="S M Towhidul Islam" userId="f0c7a54b-59a3-4574-a7d3-38d3921eb4d8" providerId="ADAL" clId="{E81E533D-A006-412A-9DB5-60808D7961FE}" dt="2023-07-12T16:49:55.027" v="3208"/>
        <pc:sldMkLst>
          <pc:docMk/>
          <pc:sldMk cId="1473580805" sldId="335"/>
        </pc:sldMkLst>
        <pc:spChg chg="add mod">
          <ac:chgData name="S M Towhidul Islam" userId="f0c7a54b-59a3-4574-a7d3-38d3921eb4d8" providerId="ADAL" clId="{E81E533D-A006-412A-9DB5-60808D7961FE}" dt="2023-07-12T10:04:29.355" v="2986" actId="1076"/>
          <ac:spMkLst>
            <pc:docMk/>
            <pc:sldMk cId="1473580805" sldId="335"/>
            <ac:spMk id="2" creationId="{FA894C9E-26E7-F273-72D2-ABFA8EB08729}"/>
          </ac:spMkLst>
        </pc:spChg>
        <pc:spChg chg="add mod">
          <ac:chgData name="S M Towhidul Islam" userId="f0c7a54b-59a3-4574-a7d3-38d3921eb4d8" providerId="ADAL" clId="{E81E533D-A006-412A-9DB5-60808D7961FE}" dt="2023-07-12T10:04:18.291" v="2985" actId="1076"/>
          <ac:spMkLst>
            <pc:docMk/>
            <pc:sldMk cId="1473580805" sldId="335"/>
            <ac:spMk id="4" creationId="{C5AC3C39-74CB-8022-402A-E01AAC3C97F2}"/>
          </ac:spMkLst>
        </pc:spChg>
        <pc:spChg chg="add mod">
          <ac:chgData name="S M Towhidul Islam" userId="f0c7a54b-59a3-4574-a7d3-38d3921eb4d8" providerId="ADAL" clId="{E81E533D-A006-412A-9DB5-60808D7961FE}" dt="2023-07-12T10:04:18.291" v="2985" actId="1076"/>
          <ac:spMkLst>
            <pc:docMk/>
            <pc:sldMk cId="1473580805" sldId="335"/>
            <ac:spMk id="6" creationId="{56FAF23B-8759-4E3D-D866-0A4B0F2D160F}"/>
          </ac:spMkLst>
        </pc:spChg>
        <pc:spChg chg="add del mod">
          <ac:chgData name="S M Towhidul Islam" userId="f0c7a54b-59a3-4574-a7d3-38d3921eb4d8" providerId="ADAL" clId="{E81E533D-A006-412A-9DB5-60808D7961FE}" dt="2023-07-12T10:03:17.161" v="2958" actId="478"/>
          <ac:spMkLst>
            <pc:docMk/>
            <pc:sldMk cId="1473580805" sldId="335"/>
            <ac:spMk id="7" creationId="{5278218F-35CF-FFF4-2680-C16C8CC82B88}"/>
          </ac:spMkLst>
        </pc:spChg>
        <pc:spChg chg="add mod">
          <ac:chgData name="S M Towhidul Islam" userId="f0c7a54b-59a3-4574-a7d3-38d3921eb4d8" providerId="ADAL" clId="{E81E533D-A006-412A-9DB5-60808D7961FE}" dt="2023-07-12T10:06:56.040" v="3053" actId="1076"/>
          <ac:spMkLst>
            <pc:docMk/>
            <pc:sldMk cId="1473580805" sldId="335"/>
            <ac:spMk id="11" creationId="{A9B3F5EE-995B-B3EA-1F29-99F001A82635}"/>
          </ac:spMkLst>
        </pc:spChg>
        <pc:spChg chg="add mod">
          <ac:chgData name="S M Towhidul Islam" userId="f0c7a54b-59a3-4574-a7d3-38d3921eb4d8" providerId="ADAL" clId="{E81E533D-A006-412A-9DB5-60808D7961FE}" dt="2023-07-12T10:04:18.291" v="2985" actId="1076"/>
          <ac:spMkLst>
            <pc:docMk/>
            <pc:sldMk cId="1473580805" sldId="335"/>
            <ac:spMk id="14" creationId="{B1471F20-B69F-D5C9-F182-0B547AF98CD2}"/>
          </ac:spMkLst>
        </pc:spChg>
        <pc:graphicFrameChg chg="add mod">
          <ac:chgData name="S M Towhidul Islam" userId="f0c7a54b-59a3-4574-a7d3-38d3921eb4d8" providerId="ADAL" clId="{E81E533D-A006-412A-9DB5-60808D7961FE}" dt="2023-07-12T10:04:18.291" v="2985" actId="1076"/>
          <ac:graphicFrameMkLst>
            <pc:docMk/>
            <pc:sldMk cId="1473580805" sldId="335"/>
            <ac:graphicFrameMk id="3" creationId="{C7A76C5F-1D54-8708-124A-B4B3F42F34F3}"/>
          </ac:graphicFrameMkLst>
        </pc:graphicFrameChg>
        <pc:graphicFrameChg chg="add del mod">
          <ac:chgData name="S M Towhidul Islam" userId="f0c7a54b-59a3-4574-a7d3-38d3921eb4d8" providerId="ADAL" clId="{E81E533D-A006-412A-9DB5-60808D7961FE}" dt="2023-07-12T10:03:24.180" v="2959" actId="478"/>
          <ac:graphicFrameMkLst>
            <pc:docMk/>
            <pc:sldMk cId="1473580805" sldId="335"/>
            <ac:graphicFrameMk id="5" creationId="{B0C4BD2D-2EB3-C73A-4454-E9BE0B057670}"/>
          </ac:graphicFrameMkLst>
        </pc:graphicFrameChg>
        <pc:graphicFrameChg chg="add mod modGraphic">
          <ac:chgData name="S M Towhidul Islam" userId="f0c7a54b-59a3-4574-a7d3-38d3921eb4d8" providerId="ADAL" clId="{E81E533D-A006-412A-9DB5-60808D7961FE}" dt="2023-07-12T10:04:39.403" v="2987" actId="1076"/>
          <ac:graphicFrameMkLst>
            <pc:docMk/>
            <pc:sldMk cId="1473580805" sldId="335"/>
            <ac:graphicFrameMk id="9" creationId="{8FBBFACA-7992-3822-323C-7DAF8C621906}"/>
          </ac:graphicFrameMkLst>
        </pc:graphicFrameChg>
        <pc:graphicFrameChg chg="add mod">
          <ac:chgData name="S M Towhidul Islam" userId="f0c7a54b-59a3-4574-a7d3-38d3921eb4d8" providerId="ADAL" clId="{E81E533D-A006-412A-9DB5-60808D7961FE}" dt="2023-07-12T10:04:18.291" v="2985" actId="1076"/>
          <ac:graphicFrameMkLst>
            <pc:docMk/>
            <pc:sldMk cId="1473580805" sldId="335"/>
            <ac:graphicFrameMk id="15" creationId="{652C5023-3584-60F4-3299-FCAFDB7AE4E9}"/>
          </ac:graphicFrameMkLst>
        </pc:graphicFrameChg>
        <pc:cxnChg chg="add mod">
          <ac:chgData name="S M Towhidul Islam" userId="f0c7a54b-59a3-4574-a7d3-38d3921eb4d8" providerId="ADAL" clId="{E81E533D-A006-412A-9DB5-60808D7961FE}" dt="2023-07-12T10:04:18.291" v="2985" actId="1076"/>
          <ac:cxnSpMkLst>
            <pc:docMk/>
            <pc:sldMk cId="1473580805" sldId="335"/>
            <ac:cxnSpMk id="8" creationId="{FB42467A-F709-2293-7B6D-41B8AAF57CB8}"/>
          </ac:cxnSpMkLst>
        </pc:cxnChg>
        <pc:cxnChg chg="add mod">
          <ac:chgData name="S M Towhidul Islam" userId="f0c7a54b-59a3-4574-a7d3-38d3921eb4d8" providerId="ADAL" clId="{E81E533D-A006-412A-9DB5-60808D7961FE}" dt="2023-07-12T10:04:18.291" v="2985" actId="1076"/>
          <ac:cxnSpMkLst>
            <pc:docMk/>
            <pc:sldMk cId="1473580805" sldId="335"/>
            <ac:cxnSpMk id="10" creationId="{CB25F6FA-B976-16E4-C540-77546D4B84D2}"/>
          </ac:cxnSpMkLst>
        </pc:cxnChg>
        <pc:cxnChg chg="add mod">
          <ac:chgData name="S M Towhidul Islam" userId="f0c7a54b-59a3-4574-a7d3-38d3921eb4d8" providerId="ADAL" clId="{E81E533D-A006-412A-9DB5-60808D7961FE}" dt="2023-07-12T10:04:18.291" v="2985" actId="1076"/>
          <ac:cxnSpMkLst>
            <pc:docMk/>
            <pc:sldMk cId="1473580805" sldId="335"/>
            <ac:cxnSpMk id="12" creationId="{D2CFE35B-5E55-B0A5-2BDD-61C295421BB4}"/>
          </ac:cxnSpMkLst>
        </pc:cxnChg>
        <pc:cxnChg chg="add mod">
          <ac:chgData name="S M Towhidul Islam" userId="f0c7a54b-59a3-4574-a7d3-38d3921eb4d8" providerId="ADAL" clId="{E81E533D-A006-412A-9DB5-60808D7961FE}" dt="2023-07-12T10:04:18.291" v="2985" actId="1076"/>
          <ac:cxnSpMkLst>
            <pc:docMk/>
            <pc:sldMk cId="1473580805" sldId="335"/>
            <ac:cxnSpMk id="13" creationId="{993429DD-77F3-2863-57BD-5543F175DC75}"/>
          </ac:cxnSpMkLst>
        </pc:cxnChg>
      </pc:sldChg>
      <pc:sldChg chg="addSp delSp modSp add del mod">
        <pc:chgData name="S M Towhidul Islam" userId="f0c7a54b-59a3-4574-a7d3-38d3921eb4d8" providerId="ADAL" clId="{E81E533D-A006-412A-9DB5-60808D7961FE}" dt="2023-07-12T10:04:47.605" v="2988" actId="47"/>
        <pc:sldMkLst>
          <pc:docMk/>
          <pc:sldMk cId="1449911596" sldId="336"/>
        </pc:sldMkLst>
        <pc:spChg chg="mod">
          <ac:chgData name="S M Towhidul Islam" userId="f0c7a54b-59a3-4574-a7d3-38d3921eb4d8" providerId="ADAL" clId="{E81E533D-A006-412A-9DB5-60808D7961FE}" dt="2023-07-12T09:59:16.892" v="2918" actId="1076"/>
          <ac:spMkLst>
            <pc:docMk/>
            <pc:sldMk cId="1449911596" sldId="336"/>
            <ac:spMk id="2" creationId="{FA894C9E-26E7-F273-72D2-ABFA8EB08729}"/>
          </ac:spMkLst>
        </pc:spChg>
        <pc:spChg chg="del">
          <ac:chgData name="S M Towhidul Islam" userId="f0c7a54b-59a3-4574-a7d3-38d3921eb4d8" providerId="ADAL" clId="{E81E533D-A006-412A-9DB5-60808D7961FE}" dt="2023-07-12T09:59:10.841" v="2916" actId="478"/>
          <ac:spMkLst>
            <pc:docMk/>
            <pc:sldMk cId="1449911596" sldId="336"/>
            <ac:spMk id="4" creationId="{C5AC3C39-74CB-8022-402A-E01AAC3C97F2}"/>
          </ac:spMkLst>
        </pc:spChg>
        <pc:spChg chg="del">
          <ac:chgData name="S M Towhidul Islam" userId="f0c7a54b-59a3-4574-a7d3-38d3921eb4d8" providerId="ADAL" clId="{E81E533D-A006-412A-9DB5-60808D7961FE}" dt="2023-07-12T09:59:13.073" v="2917" actId="478"/>
          <ac:spMkLst>
            <pc:docMk/>
            <pc:sldMk cId="1449911596" sldId="336"/>
            <ac:spMk id="6" creationId="{56FAF23B-8759-4E3D-D866-0A4B0F2D160F}"/>
          </ac:spMkLst>
        </pc:spChg>
        <pc:spChg chg="mod">
          <ac:chgData name="S M Towhidul Islam" userId="f0c7a54b-59a3-4574-a7d3-38d3921eb4d8" providerId="ADAL" clId="{E81E533D-A006-412A-9DB5-60808D7961FE}" dt="2023-07-12T10:00:02.958" v="2940" actId="313"/>
          <ac:spMkLst>
            <pc:docMk/>
            <pc:sldMk cId="1449911596" sldId="336"/>
            <ac:spMk id="7" creationId="{5278218F-35CF-FFF4-2680-C16C8CC82B88}"/>
          </ac:spMkLst>
        </pc:spChg>
        <pc:spChg chg="del">
          <ac:chgData name="S M Towhidul Islam" userId="f0c7a54b-59a3-4574-a7d3-38d3921eb4d8" providerId="ADAL" clId="{E81E533D-A006-412A-9DB5-60808D7961FE}" dt="2023-07-12T09:59:21.538" v="2920" actId="478"/>
          <ac:spMkLst>
            <pc:docMk/>
            <pc:sldMk cId="1449911596" sldId="336"/>
            <ac:spMk id="11" creationId="{A9B3F5EE-995B-B3EA-1F29-99F001A82635}"/>
          </ac:spMkLst>
        </pc:spChg>
        <pc:spChg chg="del">
          <ac:chgData name="S M Towhidul Islam" userId="f0c7a54b-59a3-4574-a7d3-38d3921eb4d8" providerId="ADAL" clId="{E81E533D-A006-412A-9DB5-60808D7961FE}" dt="2023-07-12T09:59:09.137" v="2915" actId="478"/>
          <ac:spMkLst>
            <pc:docMk/>
            <pc:sldMk cId="1449911596" sldId="336"/>
            <ac:spMk id="14" creationId="{B1471F20-B69F-D5C9-F182-0B547AF98CD2}"/>
          </ac:spMkLst>
        </pc:spChg>
        <pc:spChg chg="add mod">
          <ac:chgData name="S M Towhidul Islam" userId="f0c7a54b-59a3-4574-a7d3-38d3921eb4d8" providerId="ADAL" clId="{E81E533D-A006-412A-9DB5-60808D7961FE}" dt="2023-07-12T09:59:47.614" v="2934" actId="14100"/>
          <ac:spMkLst>
            <pc:docMk/>
            <pc:sldMk cId="1449911596" sldId="336"/>
            <ac:spMk id="15" creationId="{A37BB9FE-FB66-8015-D2A6-917BA71E5E36}"/>
          </ac:spMkLst>
        </pc:spChg>
        <pc:spChg chg="add mod">
          <ac:chgData name="S M Towhidul Islam" userId="f0c7a54b-59a3-4574-a7d3-38d3921eb4d8" providerId="ADAL" clId="{E81E533D-A006-412A-9DB5-60808D7961FE}" dt="2023-07-12T10:00:11.452" v="2943" actId="1076"/>
          <ac:spMkLst>
            <pc:docMk/>
            <pc:sldMk cId="1449911596" sldId="336"/>
            <ac:spMk id="16" creationId="{792F2BA3-1B01-0EC3-B380-E8CFA0454AB3}"/>
          </ac:spMkLst>
        </pc:spChg>
        <pc:graphicFrameChg chg="del">
          <ac:chgData name="S M Towhidul Islam" userId="f0c7a54b-59a3-4574-a7d3-38d3921eb4d8" providerId="ADAL" clId="{E81E533D-A006-412A-9DB5-60808D7961FE}" dt="2023-07-12T09:59:05.780" v="2914" actId="478"/>
          <ac:graphicFrameMkLst>
            <pc:docMk/>
            <pc:sldMk cId="1449911596" sldId="336"/>
            <ac:graphicFrameMk id="3" creationId="{C7A76C5F-1D54-8708-124A-B4B3F42F34F3}"/>
          </ac:graphicFrameMkLst>
        </pc:graphicFrameChg>
        <pc:graphicFrameChg chg="del">
          <ac:chgData name="S M Towhidul Islam" userId="f0c7a54b-59a3-4574-a7d3-38d3921eb4d8" providerId="ADAL" clId="{E81E533D-A006-412A-9DB5-60808D7961FE}" dt="2023-07-12T09:59:05.780" v="2914" actId="478"/>
          <ac:graphicFrameMkLst>
            <pc:docMk/>
            <pc:sldMk cId="1449911596" sldId="336"/>
            <ac:graphicFrameMk id="5" creationId="{B0C4BD2D-2EB3-C73A-4454-E9BE0B057670}"/>
          </ac:graphicFrameMkLst>
        </pc:graphicFrameChg>
        <pc:graphicFrameChg chg="del">
          <ac:chgData name="S M Towhidul Islam" userId="f0c7a54b-59a3-4574-a7d3-38d3921eb4d8" providerId="ADAL" clId="{E81E533D-A006-412A-9DB5-60808D7961FE}" dt="2023-07-12T09:59:19.202" v="2919" actId="478"/>
          <ac:graphicFrameMkLst>
            <pc:docMk/>
            <pc:sldMk cId="1449911596" sldId="336"/>
            <ac:graphicFrameMk id="9" creationId="{8FBBFACA-7992-3822-323C-7DAF8C621906}"/>
          </ac:graphicFrameMkLst>
        </pc:graphicFrameChg>
        <pc:cxnChg chg="del mod">
          <ac:chgData name="S M Towhidul Islam" userId="f0c7a54b-59a3-4574-a7d3-38d3921eb4d8" providerId="ADAL" clId="{E81E533D-A006-412A-9DB5-60808D7961FE}" dt="2023-07-12T09:59:09.137" v="2915" actId="478"/>
          <ac:cxnSpMkLst>
            <pc:docMk/>
            <pc:sldMk cId="1449911596" sldId="336"/>
            <ac:cxnSpMk id="8" creationId="{FB42467A-F709-2293-7B6D-41B8AAF57CB8}"/>
          </ac:cxnSpMkLst>
        </pc:cxnChg>
        <pc:cxnChg chg="del">
          <ac:chgData name="S M Towhidul Islam" userId="f0c7a54b-59a3-4574-a7d3-38d3921eb4d8" providerId="ADAL" clId="{E81E533D-A006-412A-9DB5-60808D7961FE}" dt="2023-07-12T09:59:09.137" v="2915" actId="478"/>
          <ac:cxnSpMkLst>
            <pc:docMk/>
            <pc:sldMk cId="1449911596" sldId="336"/>
            <ac:cxnSpMk id="10" creationId="{CB25F6FA-B976-16E4-C540-77546D4B84D2}"/>
          </ac:cxnSpMkLst>
        </pc:cxnChg>
        <pc:cxnChg chg="del mod">
          <ac:chgData name="S M Towhidul Islam" userId="f0c7a54b-59a3-4574-a7d3-38d3921eb4d8" providerId="ADAL" clId="{E81E533D-A006-412A-9DB5-60808D7961FE}" dt="2023-07-12T09:59:09.137" v="2915" actId="478"/>
          <ac:cxnSpMkLst>
            <pc:docMk/>
            <pc:sldMk cId="1449911596" sldId="336"/>
            <ac:cxnSpMk id="12" creationId="{D2CFE35B-5E55-B0A5-2BDD-61C295421BB4}"/>
          </ac:cxnSpMkLst>
        </pc:cxnChg>
        <pc:cxnChg chg="del mod">
          <ac:chgData name="S M Towhidul Islam" userId="f0c7a54b-59a3-4574-a7d3-38d3921eb4d8" providerId="ADAL" clId="{E81E533D-A006-412A-9DB5-60808D7961FE}" dt="2023-07-12T09:59:09.137" v="2915" actId="478"/>
          <ac:cxnSpMkLst>
            <pc:docMk/>
            <pc:sldMk cId="1449911596" sldId="336"/>
            <ac:cxnSpMk id="13" creationId="{993429DD-77F3-2863-57BD-5543F175DC75}"/>
          </ac:cxnSpMkLst>
        </pc:cxnChg>
      </pc:sldChg>
      <pc:sldChg chg="modSp add mod modAnim">
        <pc:chgData name="S M Towhidul Islam" userId="f0c7a54b-59a3-4574-a7d3-38d3921eb4d8" providerId="ADAL" clId="{E81E533D-A006-412A-9DB5-60808D7961FE}" dt="2023-07-12T16:50:56.445" v="3215"/>
        <pc:sldMkLst>
          <pc:docMk/>
          <pc:sldMk cId="2815902787" sldId="336"/>
        </pc:sldMkLst>
        <pc:spChg chg="mod">
          <ac:chgData name="S M Towhidul Islam" userId="f0c7a54b-59a3-4574-a7d3-38d3921eb4d8" providerId="ADAL" clId="{E81E533D-A006-412A-9DB5-60808D7961FE}" dt="2023-07-12T10:05:02.090" v="3000" actId="14100"/>
          <ac:spMkLst>
            <pc:docMk/>
            <pc:sldMk cId="2815902787" sldId="336"/>
            <ac:spMk id="2" creationId="{FA894C9E-26E7-F273-72D2-ABFA8EB08729}"/>
          </ac:spMkLst>
        </pc:spChg>
        <pc:spChg chg="mod">
          <ac:chgData name="S M Towhidul Islam" userId="f0c7a54b-59a3-4574-a7d3-38d3921eb4d8" providerId="ADAL" clId="{E81E533D-A006-412A-9DB5-60808D7961FE}" dt="2023-07-12T10:06:44.999" v="3035" actId="1076"/>
          <ac:spMkLst>
            <pc:docMk/>
            <pc:sldMk cId="2815902787" sldId="336"/>
            <ac:spMk id="11" creationId="{A9B3F5EE-995B-B3EA-1F29-99F001A82635}"/>
          </ac:spMkLst>
        </pc:spChg>
        <pc:spChg chg="mod">
          <ac:chgData name="S M Towhidul Islam" userId="f0c7a54b-59a3-4574-a7d3-38d3921eb4d8" providerId="ADAL" clId="{E81E533D-A006-412A-9DB5-60808D7961FE}" dt="2023-07-12T10:05:16.368" v="3003" actId="14100"/>
          <ac:spMkLst>
            <pc:docMk/>
            <pc:sldMk cId="2815902787" sldId="336"/>
            <ac:spMk id="14" creationId="{B1471F20-B69F-D5C9-F182-0B547AF98CD2}"/>
          </ac:spMkLst>
        </pc:spChg>
        <pc:graphicFrameChg chg="modGraphic">
          <ac:chgData name="S M Towhidul Islam" userId="f0c7a54b-59a3-4574-a7d3-38d3921eb4d8" providerId="ADAL" clId="{E81E533D-A006-412A-9DB5-60808D7961FE}" dt="2023-07-12T10:05:49.134" v="3022" actId="20577"/>
          <ac:graphicFrameMkLst>
            <pc:docMk/>
            <pc:sldMk cId="2815902787" sldId="336"/>
            <ac:graphicFrameMk id="9" creationId="{8FBBFACA-7992-3822-323C-7DAF8C621906}"/>
          </ac:graphicFrameMkLst>
        </pc:graphicFrameChg>
        <pc:graphicFrameChg chg="ord">
          <ac:chgData name="S M Towhidul Islam" userId="f0c7a54b-59a3-4574-a7d3-38d3921eb4d8" providerId="ADAL" clId="{E81E533D-A006-412A-9DB5-60808D7961FE}" dt="2023-07-12T16:50:53.853" v="3214" actId="167"/>
          <ac:graphicFrameMkLst>
            <pc:docMk/>
            <pc:sldMk cId="2815902787" sldId="336"/>
            <ac:graphicFrameMk id="15" creationId="{652C5023-3584-60F4-3299-FCAFDB7AE4E9}"/>
          </ac:graphicFrameMkLst>
        </pc:graphicFrameChg>
      </pc:sldChg>
      <pc:sldChg chg="addSp delSp modSp add mod modAnim">
        <pc:chgData name="S M Towhidul Islam" userId="f0c7a54b-59a3-4574-a7d3-38d3921eb4d8" providerId="ADAL" clId="{E81E533D-A006-412A-9DB5-60808D7961FE}" dt="2023-07-12T16:51:57.744" v="3223"/>
        <pc:sldMkLst>
          <pc:docMk/>
          <pc:sldMk cId="3412635521" sldId="337"/>
        </pc:sldMkLst>
        <pc:spChg chg="mod">
          <ac:chgData name="S M Towhidul Islam" userId="f0c7a54b-59a3-4574-a7d3-38d3921eb4d8" providerId="ADAL" clId="{E81E533D-A006-412A-9DB5-60808D7961FE}" dt="2023-07-12T10:07:29.247" v="3081" actId="20577"/>
          <ac:spMkLst>
            <pc:docMk/>
            <pc:sldMk cId="3412635521" sldId="337"/>
            <ac:spMk id="2" creationId="{FA894C9E-26E7-F273-72D2-ABFA8EB08729}"/>
          </ac:spMkLst>
        </pc:spChg>
        <pc:spChg chg="mod">
          <ac:chgData name="S M Towhidul Islam" userId="f0c7a54b-59a3-4574-a7d3-38d3921eb4d8" providerId="ADAL" clId="{E81E533D-A006-412A-9DB5-60808D7961FE}" dt="2023-07-12T10:08:10.911" v="3096" actId="20577"/>
          <ac:spMkLst>
            <pc:docMk/>
            <pc:sldMk cId="3412635521" sldId="337"/>
            <ac:spMk id="11" creationId="{A9B3F5EE-995B-B3EA-1F29-99F001A82635}"/>
          </ac:spMkLst>
        </pc:spChg>
        <pc:spChg chg="mod">
          <ac:chgData name="S M Towhidul Islam" userId="f0c7a54b-59a3-4574-a7d3-38d3921eb4d8" providerId="ADAL" clId="{E81E533D-A006-412A-9DB5-60808D7961FE}" dt="2023-07-12T10:07:50.868" v="3087" actId="14100"/>
          <ac:spMkLst>
            <pc:docMk/>
            <pc:sldMk cId="3412635521" sldId="337"/>
            <ac:spMk id="14" creationId="{B1471F20-B69F-D5C9-F182-0B547AF98CD2}"/>
          </ac:spMkLst>
        </pc:spChg>
        <pc:spChg chg="add mod">
          <ac:chgData name="S M Towhidul Islam" userId="f0c7a54b-59a3-4574-a7d3-38d3921eb4d8" providerId="ADAL" clId="{E81E533D-A006-412A-9DB5-60808D7961FE}" dt="2023-07-12T10:08:00.242" v="3090" actId="14100"/>
          <ac:spMkLst>
            <pc:docMk/>
            <pc:sldMk cId="3412635521" sldId="337"/>
            <ac:spMk id="16" creationId="{15688A94-E0A1-0F44-E639-6A3A9F611940}"/>
          </ac:spMkLst>
        </pc:spChg>
        <pc:graphicFrameChg chg="add del mod">
          <ac:chgData name="S M Towhidul Islam" userId="f0c7a54b-59a3-4574-a7d3-38d3921eb4d8" providerId="ADAL" clId="{E81E533D-A006-412A-9DB5-60808D7961FE}" dt="2023-07-12T10:07:35.841" v="3083"/>
          <ac:graphicFrameMkLst>
            <pc:docMk/>
            <pc:sldMk cId="3412635521" sldId="337"/>
            <ac:graphicFrameMk id="5" creationId="{50589AC6-4998-898F-4DDE-C773EF217BD4}"/>
          </ac:graphicFrameMkLst>
        </pc:graphicFrameChg>
        <pc:graphicFrameChg chg="add del mod">
          <ac:chgData name="S M Towhidul Islam" userId="f0c7a54b-59a3-4574-a7d3-38d3921eb4d8" providerId="ADAL" clId="{E81E533D-A006-412A-9DB5-60808D7961FE}" dt="2023-07-12T10:07:39.972" v="3085"/>
          <ac:graphicFrameMkLst>
            <pc:docMk/>
            <pc:sldMk cId="3412635521" sldId="337"/>
            <ac:graphicFrameMk id="7" creationId="{59C12409-E005-BF79-7BF1-80786FEA70A0}"/>
          </ac:graphicFrameMkLst>
        </pc:graphicFrameChg>
        <pc:graphicFrameChg chg="mod modGraphic">
          <ac:chgData name="S M Towhidul Islam" userId="f0c7a54b-59a3-4574-a7d3-38d3921eb4d8" providerId="ADAL" clId="{E81E533D-A006-412A-9DB5-60808D7961FE}" dt="2023-07-12T10:09:14.957" v="3105"/>
          <ac:graphicFrameMkLst>
            <pc:docMk/>
            <pc:sldMk cId="3412635521" sldId="337"/>
            <ac:graphicFrameMk id="9" creationId="{8FBBFACA-7992-3822-323C-7DAF8C621906}"/>
          </ac:graphicFrameMkLst>
        </pc:graphicFrameChg>
        <pc:graphicFrameChg chg="ord">
          <ac:chgData name="S M Towhidul Islam" userId="f0c7a54b-59a3-4574-a7d3-38d3921eb4d8" providerId="ADAL" clId="{E81E533D-A006-412A-9DB5-60808D7961FE}" dt="2023-07-12T10:07:44.587" v="3086" actId="167"/>
          <ac:graphicFrameMkLst>
            <pc:docMk/>
            <pc:sldMk cId="3412635521" sldId="337"/>
            <ac:graphicFrameMk id="15" creationId="{652C5023-3584-60F4-3299-FCAFDB7AE4E9}"/>
          </ac:graphicFrameMkLst>
        </pc:graphicFrameChg>
      </pc:sldChg>
      <pc:sldChg chg="addSp modSp new mod">
        <pc:chgData name="S M Towhidul Islam" userId="f0c7a54b-59a3-4574-a7d3-38d3921eb4d8" providerId="ADAL" clId="{E81E533D-A006-412A-9DB5-60808D7961FE}" dt="2023-07-12T10:11:32.040" v="3190" actId="1076"/>
        <pc:sldMkLst>
          <pc:docMk/>
          <pc:sldMk cId="86451759" sldId="338"/>
        </pc:sldMkLst>
        <pc:spChg chg="add mod">
          <ac:chgData name="S M Towhidul Islam" userId="f0c7a54b-59a3-4574-a7d3-38d3921eb4d8" providerId="ADAL" clId="{E81E533D-A006-412A-9DB5-60808D7961FE}" dt="2023-07-12T10:10:54.360" v="3185" actId="1076"/>
          <ac:spMkLst>
            <pc:docMk/>
            <pc:sldMk cId="86451759" sldId="338"/>
            <ac:spMk id="3" creationId="{59922BD0-CA86-8CAA-6DC5-3CE8628E8F4D}"/>
          </ac:spMkLst>
        </pc:spChg>
        <pc:spChg chg="add mod">
          <ac:chgData name="S M Towhidul Islam" userId="f0c7a54b-59a3-4574-a7d3-38d3921eb4d8" providerId="ADAL" clId="{E81E533D-A006-412A-9DB5-60808D7961FE}" dt="2023-07-12T10:11:32.040" v="3190" actId="1076"/>
          <ac:spMkLst>
            <pc:docMk/>
            <pc:sldMk cId="86451759" sldId="338"/>
            <ac:spMk id="6" creationId="{4197568D-5B93-B363-5282-126B59E4F498}"/>
          </ac:spMkLst>
        </pc:spChg>
        <pc:picChg chg="add mod">
          <ac:chgData name="S M Towhidul Islam" userId="f0c7a54b-59a3-4574-a7d3-38d3921eb4d8" providerId="ADAL" clId="{E81E533D-A006-412A-9DB5-60808D7961FE}" dt="2023-07-12T10:11:23.857" v="3188" actId="1076"/>
          <ac:picMkLst>
            <pc:docMk/>
            <pc:sldMk cId="86451759" sldId="338"/>
            <ac:picMk id="5" creationId="{4B639403-9CEB-1800-1EBA-CA7D7DABF74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5E5C2-BBA1-50D1-7C25-E687BE8BE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3CC71-9104-9BE3-71D4-C147914BF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488C5-EB01-61D2-C913-08F59AD1E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26252-B1F1-DCA1-3F6C-2E96DB372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1389B-400E-CA6E-92F6-534C41F19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32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97394-91F2-D14D-7368-F95D95D79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A64D8-439B-96AE-6626-610924D07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16ACD-9599-6589-54A2-CB6810FFF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81F51-00C3-B901-A703-8C8EB6A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36BBB-E20E-1C7A-A3E5-93F7D8EAD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47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783E9-1FF1-4D28-66FC-B945D0D66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CA718-A49F-9EF0-328E-FE06172B9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74F83-7801-AF8A-F576-22090652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06442-8AC1-68C1-5C11-8002E3DFE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4C842-55E4-AC6E-845D-92516531F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51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9743-A9B2-F894-AE13-CA99DAE0C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C48C7-4FB2-A2DD-6D56-4637E22C3B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56B48-6014-D5EA-F411-2B1EC5938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75E91-EE63-CA48-98B2-6AB5F9949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3A7C6D-51B7-A49C-84FD-F7F5C3BC5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7E64E-416F-1691-3739-836ACD06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12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D3A7C-EC06-786E-17E1-6F6DAFBC2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19B18-3EB7-9B58-8CC0-051D6B103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03BF6-C06C-C4FA-FC50-EDA421023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84EEBE-6496-6F21-82D3-7CAE2A0AC7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03C26D-D284-C6AD-6ECD-A17D84831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AE9554-81F1-83FF-0459-6FCBA6608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533FC4-6516-9B82-B982-F0FF124D8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A79B2E-7020-EB30-BE7B-4246CCE24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170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7017-82F6-EE15-8F45-24572AA60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345470-53A3-5E2F-4C41-54274DBF3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C40D71-3BEB-4EEE-B7DA-126A29817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C921D-5258-78F9-40C6-34A32B66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02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2F6AA3-1128-0BA6-14F7-9A2DF2BA8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B71D2-478E-26A2-FD4B-85B96C280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7D945-E29D-B963-735D-8CF7E701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00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0BBDA-B4DF-0EB5-9415-4AD4A0DFD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6DF26-8C81-B353-7EF9-A923CBE1E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FCB71-4D1D-5D9B-D9D5-7DC642E8D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381EC-2FBE-E039-569E-6D4356687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522CB-C3EF-E7E6-C23C-19E210E68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0A0FC-C964-31BB-4A1A-EE61A04C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19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2FAC-46A5-2D64-7820-8722EB6BA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98AA7B-851C-9BDE-B69F-1BF0205D97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3F045-1550-3CC5-2DB7-BE247C091A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FD19F-87D0-0727-4324-B5152953A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4E8DA-1895-F85D-0D05-10B911A55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10901-2A72-3E90-21FE-FE30F429A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10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35416-2B97-C9B1-9F62-0DE7779C1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1F7FE-C35E-358C-C6D4-8AAD43E52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06FD-C09C-961B-EAC5-530B95EA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C0283-799F-757A-368B-5B581106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E182A-4A46-2E79-51BF-8CEEECFE8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A510E5-414A-AAC5-1A22-82E2666CB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007092-4A1E-72FE-F455-6057DBCE1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B28AE-EA77-F47C-91FB-A259A3670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D38D-AF56-4B72-A9EB-9985B041CA83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64341-5035-2B24-7407-69CC87E43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EA68C-ACAB-8C83-8DA5-EFD1B10F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989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D8C95C-E2FE-C1B8-F7E3-C2A43389D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0DBF6-9A47-8691-34CB-48B326205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7FFB5-060B-6A4B-8037-598122F96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FD38D-AF56-4B72-A9EB-9985B041CA83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B400A-0860-0603-A020-DA4652CCB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DB1D5-0D11-D240-626D-EDC709454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5CC2D-8FA2-4ED9-973F-AF2D750C3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6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02D19-829C-E96E-380C-67C75D7D6A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Pandas Package</a:t>
            </a:r>
          </a:p>
        </p:txBody>
      </p:sp>
    </p:spTree>
    <p:extLst>
      <p:ext uri="{BB962C8B-B14F-4D97-AF65-F5344CB8AC3E}">
        <p14:creationId xmlns:p14="http://schemas.microsoft.com/office/powerpoint/2010/main" val="1287179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3687" y="1281119"/>
            <a:ext cx="3032725" cy="69238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119"/>
              </a:spcBef>
            </a:pPr>
            <a:r>
              <a:rPr spc="-146" dirty="0"/>
              <a:t>Overview</a:t>
            </a:r>
            <a:endParaRPr spc="-141" dirty="0"/>
          </a:p>
        </p:txBody>
      </p:sp>
      <p:sp>
        <p:nvSpPr>
          <p:cNvPr id="3" name="object 3"/>
          <p:cNvSpPr txBox="1"/>
          <p:nvPr/>
        </p:nvSpPr>
        <p:spPr>
          <a:xfrm>
            <a:off x="2323709" y="2235836"/>
            <a:ext cx="8680264" cy="2493782"/>
          </a:xfrm>
          <a:prstGeom prst="rect">
            <a:avLst/>
          </a:prstGeom>
        </p:spPr>
        <p:txBody>
          <a:bodyPr vert="horz" wrap="square" lIns="0" tIns="46504" rIns="0" bIns="0" rtlCol="0">
            <a:spAutoFit/>
          </a:bodyPr>
          <a:lstStyle/>
          <a:p>
            <a:pPr marL="177623" marR="92453" indent="-166977">
              <a:spcBef>
                <a:spcPts val="366"/>
              </a:spcBef>
              <a:buFont typeface="Arial"/>
              <a:buChar char="•"/>
              <a:tabLst>
                <a:tab pos="178183" algn="l"/>
              </a:tabLst>
            </a:pPr>
            <a:r>
              <a:rPr lang="en-US" sz="2400" spc="9" dirty="0">
                <a:latin typeface="Arial" panose="020B0604020202020204" pitchFamily="34" charset="0"/>
                <a:cs typeface="Arial" panose="020B0604020202020204" pitchFamily="34" charset="0"/>
              </a:rPr>
              <a:t>Powerful p</a:t>
            </a:r>
            <a:r>
              <a:rPr sz="2400" spc="9" dirty="0">
                <a:latin typeface="Arial" panose="020B0604020202020204" pitchFamily="34" charset="0"/>
                <a:cs typeface="Arial" panose="020B0604020202020204" pitchFamily="34" charset="0"/>
              </a:rPr>
              <a:t>ython 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Library to provide </a:t>
            </a:r>
            <a:r>
              <a:rPr sz="2400" spc="-13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analysis </a:t>
            </a:r>
            <a:r>
              <a:rPr sz="2400" spc="-13" dirty="0"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endParaRPr lang="en-US" sz="2400" spc="-13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623" marR="92453" indent="-166977">
              <a:spcBef>
                <a:spcPts val="366"/>
              </a:spcBef>
              <a:buFont typeface="Arial"/>
              <a:buChar char="•"/>
              <a:tabLst>
                <a:tab pos="178183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sz="2400" spc="4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24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built </a:t>
            </a:r>
            <a:r>
              <a:rPr sz="2400" spc="9" dirty="0"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top </a:t>
            </a:r>
            <a:r>
              <a:rPr sz="2400" spc="4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4" dirty="0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endParaRPr lang="en-US" sz="2400" spc="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623" indent="-166977">
              <a:spcBef>
                <a:spcPts val="485"/>
              </a:spcBef>
              <a:buFont typeface="Arial"/>
              <a:buChar char="•"/>
              <a:tabLst>
                <a:tab pos="178183" algn="l"/>
              </a:tabLst>
            </a:pPr>
            <a:r>
              <a:rPr lang="en-US" sz="2400" spc="-13" dirty="0">
                <a:latin typeface="Arial" panose="020B0604020202020204" pitchFamily="34" charset="0"/>
                <a:cs typeface="Arial" panose="020B0604020202020204" pitchFamily="34" charset="0"/>
              </a:rPr>
              <a:t>It’s </a:t>
            </a:r>
            <a:r>
              <a:rPr lang="en-US" sz="2400" spc="4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open-source</a:t>
            </a:r>
            <a:r>
              <a:rPr lang="en-US" sz="2400" spc="-1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product.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623" indent="-166977">
              <a:spcBef>
                <a:spcPts val="499"/>
              </a:spcBef>
              <a:buFont typeface="Arial"/>
              <a:buChar char="•"/>
              <a:tabLst>
                <a:tab pos="178183" algn="l"/>
              </a:tabLst>
            </a:pPr>
            <a:r>
              <a:rPr sz="2400" spc="-9" dirty="0">
                <a:latin typeface="Arial" panose="020B0604020202020204" pitchFamily="34" charset="0"/>
                <a:cs typeface="Arial" panose="020B0604020202020204" pitchFamily="34" charset="0"/>
              </a:rPr>
              <a:t>Key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components 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provided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sz="2400" spc="-5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Pandas: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9895" lvl="1" indent="-165856">
              <a:spcBef>
                <a:spcPts val="202"/>
              </a:spcBef>
              <a:buFont typeface="Arial"/>
              <a:buChar char="•"/>
              <a:tabLst>
                <a:tab pos="510455" algn="l"/>
              </a:tabLst>
            </a:pPr>
            <a:r>
              <a:rPr sz="2400" spc="9" dirty="0">
                <a:latin typeface="Arial" panose="020B0604020202020204" pitchFamily="34" charset="0"/>
                <a:cs typeface="Arial" panose="020B0604020202020204" pitchFamily="34" charset="0"/>
              </a:rPr>
              <a:t>Series</a:t>
            </a:r>
            <a:endParaRPr lang="en-US" sz="2400" spc="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9895" lvl="1" indent="-165856">
              <a:spcBef>
                <a:spcPts val="202"/>
              </a:spcBef>
              <a:buFont typeface="Arial"/>
              <a:buChar char="•"/>
              <a:tabLst>
                <a:tab pos="510455" algn="l"/>
              </a:tabLst>
            </a:pPr>
            <a:r>
              <a:rPr lang="en-US" sz="2400" spc="9" dirty="0" err="1"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3E9DE-0365-BD57-3524-7FF76B53E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9945" y="1375262"/>
            <a:ext cx="7572110" cy="488822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 Pandas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30930-6E6C-AD01-9B45-BACDA4C31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6588" y="2420471"/>
            <a:ext cx="7362824" cy="936908"/>
          </a:xfrm>
        </p:spPr>
        <p:txBody>
          <a:bodyPr>
            <a:noAutofit/>
          </a:bodyPr>
          <a:lstStyle/>
          <a:p>
            <a:r>
              <a:rPr lang="en-US" sz="2400" dirty="0"/>
              <a:t>pip install pandas</a:t>
            </a:r>
          </a:p>
          <a:p>
            <a:endParaRPr lang="en-US" sz="2400" dirty="0"/>
          </a:p>
          <a:p>
            <a:r>
              <a:rPr lang="en-US" sz="2400" dirty="0"/>
              <a:t>import pandas as pd</a:t>
            </a:r>
          </a:p>
        </p:txBody>
      </p:sp>
    </p:spTree>
    <p:extLst>
      <p:ext uri="{BB962C8B-B14F-4D97-AF65-F5344CB8AC3E}">
        <p14:creationId xmlns:p14="http://schemas.microsoft.com/office/powerpoint/2010/main" val="4177420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7190" y="613107"/>
            <a:ext cx="2289855" cy="69238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119"/>
              </a:spcBef>
            </a:pPr>
            <a:r>
              <a:rPr spc="-679" dirty="0"/>
              <a:t>S</a:t>
            </a:r>
            <a:r>
              <a:rPr spc="-168" dirty="0"/>
              <a:t>e</a:t>
            </a:r>
            <a:r>
              <a:rPr spc="26" dirty="0"/>
              <a:t>r</a:t>
            </a:r>
            <a:r>
              <a:rPr spc="-4" dirty="0"/>
              <a:t>i</a:t>
            </a:r>
            <a:r>
              <a:rPr spc="-168" dirty="0"/>
              <a:t>e</a:t>
            </a:r>
            <a:r>
              <a:rPr spc="-349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19441" y="1451234"/>
            <a:ext cx="8629318" cy="1977766"/>
          </a:xfrm>
          <a:prstGeom prst="rect">
            <a:avLst/>
          </a:prstGeom>
        </p:spPr>
        <p:txBody>
          <a:bodyPr vert="horz" wrap="square" lIns="0" tIns="73959" rIns="0" bIns="0" rtlCol="0">
            <a:spAutoFit/>
          </a:bodyPr>
          <a:lstStyle/>
          <a:p>
            <a:pPr marL="177623" indent="-166977">
              <a:spcBef>
                <a:spcPts val="582"/>
              </a:spcBef>
              <a:buFont typeface="Arial"/>
              <a:buChar char="•"/>
              <a:tabLst>
                <a:tab pos="178183" algn="l"/>
              </a:tabLst>
            </a:pPr>
            <a:r>
              <a:rPr lang="en-US" sz="2400" spc="9" dirty="0">
                <a:latin typeface="Carlito"/>
                <a:cs typeface="Carlito"/>
              </a:rPr>
              <a:t>One of the most important data structure in pandas </a:t>
            </a:r>
          </a:p>
          <a:p>
            <a:pPr marL="177623" indent="-166977">
              <a:spcBef>
                <a:spcPts val="582"/>
              </a:spcBef>
              <a:buFont typeface="Arial"/>
              <a:buChar char="•"/>
              <a:tabLst>
                <a:tab pos="178183" algn="l"/>
              </a:tabLst>
            </a:pPr>
            <a:r>
              <a:rPr sz="2400" spc="9" dirty="0">
                <a:latin typeface="Carlito"/>
                <a:cs typeface="Carlito"/>
              </a:rPr>
              <a:t>One </a:t>
            </a:r>
            <a:r>
              <a:rPr sz="2400" dirty="0">
                <a:latin typeface="Carlito"/>
                <a:cs typeface="Carlito"/>
              </a:rPr>
              <a:t>dimensional </a:t>
            </a:r>
            <a:r>
              <a:rPr sz="2400" spc="-18" dirty="0">
                <a:latin typeface="Carlito"/>
                <a:cs typeface="Carlito"/>
              </a:rPr>
              <a:t>array-like</a:t>
            </a:r>
            <a:r>
              <a:rPr sz="2400" spc="-13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object</a:t>
            </a:r>
          </a:p>
          <a:p>
            <a:pPr marL="177623" marR="228052" indent="-166977">
              <a:lnSpc>
                <a:spcPts val="2206"/>
              </a:lnSpc>
              <a:spcBef>
                <a:spcPts val="759"/>
              </a:spcBef>
              <a:buFont typeface="Arial"/>
              <a:buChar char="•"/>
              <a:tabLst>
                <a:tab pos="178183" algn="l"/>
              </a:tabLst>
            </a:pPr>
            <a:r>
              <a:rPr sz="2400" dirty="0">
                <a:latin typeface="Carlito"/>
                <a:cs typeface="Carlito"/>
              </a:rPr>
              <a:t>It </a:t>
            </a:r>
            <a:r>
              <a:rPr sz="2400" spc="-4" dirty="0">
                <a:latin typeface="Carlito"/>
                <a:cs typeface="Carlito"/>
              </a:rPr>
              <a:t>contains </a:t>
            </a:r>
            <a:r>
              <a:rPr sz="2400" spc="-22" dirty="0">
                <a:latin typeface="Carlito"/>
                <a:cs typeface="Carlito"/>
              </a:rPr>
              <a:t>array </a:t>
            </a:r>
            <a:r>
              <a:rPr sz="2400" spc="4" dirty="0">
                <a:latin typeface="Carlito"/>
                <a:cs typeface="Carlito"/>
              </a:rPr>
              <a:t>of </a:t>
            </a:r>
            <a:r>
              <a:rPr sz="2400" spc="-13" dirty="0">
                <a:latin typeface="Carlito"/>
                <a:cs typeface="Carlito"/>
              </a:rPr>
              <a:t>data </a:t>
            </a:r>
            <a:r>
              <a:rPr sz="2400" spc="4" dirty="0">
                <a:latin typeface="Carlito"/>
                <a:cs typeface="Carlito"/>
              </a:rPr>
              <a:t>with </a:t>
            </a:r>
            <a:r>
              <a:rPr sz="2400" spc="-4" dirty="0">
                <a:latin typeface="Carlito"/>
                <a:cs typeface="Carlito"/>
              </a:rPr>
              <a:t>associated </a:t>
            </a:r>
            <a:r>
              <a:rPr sz="2400" spc="-9" dirty="0">
                <a:latin typeface="Carlito"/>
                <a:cs typeface="Carlito"/>
              </a:rPr>
              <a:t>indexes. (Indexes </a:t>
            </a:r>
            <a:r>
              <a:rPr sz="2400" spc="-4" dirty="0">
                <a:latin typeface="Carlito"/>
                <a:cs typeface="Carlito"/>
              </a:rPr>
              <a:t>can </a:t>
            </a:r>
            <a:r>
              <a:rPr sz="2400" spc="9" dirty="0">
                <a:latin typeface="Carlito"/>
                <a:cs typeface="Carlito"/>
              </a:rPr>
              <a:t>be </a:t>
            </a:r>
            <a:r>
              <a:rPr sz="2400" dirty="0">
                <a:latin typeface="Carlito"/>
                <a:cs typeface="Carlito"/>
              </a:rPr>
              <a:t>strings </a:t>
            </a:r>
            <a:r>
              <a:rPr sz="2400" spc="4" dirty="0">
                <a:latin typeface="Carlito"/>
                <a:cs typeface="Carlito"/>
              </a:rPr>
              <a:t>or </a:t>
            </a:r>
            <a:r>
              <a:rPr sz="2400" spc="-9" dirty="0">
                <a:latin typeface="Carlito"/>
                <a:cs typeface="Carlito"/>
              </a:rPr>
              <a:t>integers </a:t>
            </a:r>
            <a:r>
              <a:rPr sz="2400" spc="4" dirty="0">
                <a:latin typeface="Carlito"/>
                <a:cs typeface="Carlito"/>
              </a:rPr>
              <a:t>or </a:t>
            </a:r>
            <a:r>
              <a:rPr sz="2400" dirty="0">
                <a:latin typeface="Carlito"/>
                <a:cs typeface="Carlito"/>
              </a:rPr>
              <a:t>other </a:t>
            </a:r>
            <a:r>
              <a:rPr sz="2400" spc="-13" dirty="0">
                <a:latin typeface="Carlito"/>
                <a:cs typeface="Carlito"/>
              </a:rPr>
              <a:t>data</a:t>
            </a:r>
            <a:r>
              <a:rPr sz="2400" spc="-26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types.)</a:t>
            </a:r>
          </a:p>
          <a:p>
            <a:pPr marL="177623" indent="-166977">
              <a:spcBef>
                <a:spcPts val="449"/>
              </a:spcBef>
              <a:buFont typeface="Arial"/>
              <a:buChar char="•"/>
              <a:tabLst>
                <a:tab pos="178183" algn="l"/>
              </a:tabLst>
            </a:pPr>
            <a:r>
              <a:rPr sz="2400" spc="-9" dirty="0">
                <a:latin typeface="Carlito"/>
                <a:cs typeface="Carlito"/>
              </a:rPr>
              <a:t>By default </a:t>
            </a:r>
            <a:r>
              <a:rPr sz="2400" dirty="0">
                <a:latin typeface="Carlito"/>
                <a:cs typeface="Carlito"/>
              </a:rPr>
              <a:t>, </a:t>
            </a:r>
            <a:r>
              <a:rPr sz="2400" spc="4" dirty="0">
                <a:latin typeface="Carlito"/>
                <a:cs typeface="Carlito"/>
              </a:rPr>
              <a:t>the </a:t>
            </a:r>
            <a:r>
              <a:rPr sz="2400" dirty="0">
                <a:latin typeface="Carlito"/>
                <a:cs typeface="Carlito"/>
              </a:rPr>
              <a:t>series will </a:t>
            </a:r>
            <a:r>
              <a:rPr sz="2400" spc="-4" dirty="0">
                <a:latin typeface="Carlito"/>
                <a:cs typeface="Carlito"/>
              </a:rPr>
              <a:t>get indexing </a:t>
            </a:r>
            <a:r>
              <a:rPr sz="2400" spc="-9" dirty="0">
                <a:latin typeface="Carlito"/>
                <a:cs typeface="Carlito"/>
              </a:rPr>
              <a:t>from </a:t>
            </a:r>
            <a:r>
              <a:rPr sz="2400" spc="4" dirty="0">
                <a:latin typeface="Carlito"/>
                <a:cs typeface="Carlito"/>
              </a:rPr>
              <a:t>0 </a:t>
            </a:r>
            <a:r>
              <a:rPr sz="2400" spc="-4" dirty="0">
                <a:latin typeface="Carlito"/>
                <a:cs typeface="Carlito"/>
              </a:rPr>
              <a:t>to </a:t>
            </a:r>
            <a:r>
              <a:rPr sz="2400" spc="9" dirty="0">
                <a:latin typeface="Carlito"/>
                <a:cs typeface="Carlito"/>
              </a:rPr>
              <a:t>N </a:t>
            </a:r>
            <a:r>
              <a:rPr sz="2400" spc="-4" dirty="0">
                <a:latin typeface="Carlito"/>
                <a:cs typeface="Carlito"/>
              </a:rPr>
              <a:t>where </a:t>
            </a:r>
            <a:r>
              <a:rPr sz="2400" spc="9" dirty="0">
                <a:latin typeface="Carlito"/>
                <a:cs typeface="Carlito"/>
              </a:rPr>
              <a:t>N </a:t>
            </a:r>
            <a:r>
              <a:rPr sz="2400" spc="4" dirty="0">
                <a:latin typeface="Carlito"/>
                <a:cs typeface="Carlito"/>
              </a:rPr>
              <a:t>= </a:t>
            </a:r>
            <a:r>
              <a:rPr sz="2400" spc="-13" dirty="0">
                <a:latin typeface="Carlito"/>
                <a:cs typeface="Carlito"/>
              </a:rPr>
              <a:t>size</a:t>
            </a:r>
            <a:r>
              <a:rPr sz="2400" spc="13" dirty="0">
                <a:latin typeface="Carlito"/>
                <a:cs typeface="Carlito"/>
              </a:rPr>
              <a:t> </a:t>
            </a:r>
            <a:r>
              <a:rPr sz="2400" spc="4" dirty="0">
                <a:latin typeface="Carlito"/>
                <a:cs typeface="Carlito"/>
              </a:rPr>
              <a:t>-1</a:t>
            </a:r>
            <a:endParaRPr sz="2400" dirty="0">
              <a:latin typeface="Carlito"/>
              <a:cs typeface="Carlit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385C1C-1BD5-F59D-D350-96E87FC91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030" y="3586551"/>
            <a:ext cx="3697941" cy="2967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1812D-9A5A-0B1A-5F77-133E8AF71B5B}"/>
              </a:ext>
            </a:extLst>
          </p:cNvPr>
          <p:cNvSpPr txBox="1">
            <a:spLocks/>
          </p:cNvSpPr>
          <p:nvPr/>
        </p:nvSpPr>
        <p:spPr>
          <a:xfrm>
            <a:off x="610540" y="496129"/>
            <a:ext cx="8581725" cy="5539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Creating Series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92F89-FC64-CDD1-86A7-4A8FF80412A3}"/>
              </a:ext>
            </a:extLst>
          </p:cNvPr>
          <p:cNvSpPr txBox="1">
            <a:spLocks/>
          </p:cNvSpPr>
          <p:nvPr/>
        </p:nvSpPr>
        <p:spPr>
          <a:xfrm>
            <a:off x="2575375" y="1157092"/>
            <a:ext cx="8344534" cy="10618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>
                <a:solidFill>
                  <a:srgbClr val="323232"/>
                </a:solidFill>
                <a:latin typeface="SFMono-Regular"/>
              </a:rPr>
              <a:t>pandas.</a:t>
            </a:r>
            <a:r>
              <a:rPr lang="en-US" b="1" dirty="0" err="1">
                <a:latin typeface="SFMono-Regular"/>
              </a:rPr>
              <a:t>Series</a:t>
            </a:r>
            <a:r>
              <a:rPr lang="en-US" b="1" dirty="0">
                <a:solidFill>
                  <a:srgbClr val="323232"/>
                </a:solidFill>
                <a:latin typeface="SFMono-Regular"/>
              </a:rPr>
              <a:t>(</a:t>
            </a:r>
            <a:r>
              <a:rPr lang="en-US" b="1" i="1" dirty="0">
                <a:solidFill>
                  <a:srgbClr val="323232"/>
                </a:solidFill>
                <a:latin typeface="SFMono-Regular"/>
              </a:rPr>
              <a:t>data=None</a:t>
            </a:r>
            <a:r>
              <a:rPr lang="en-US" b="1" dirty="0">
                <a:solidFill>
                  <a:srgbClr val="323232"/>
                </a:solidFill>
                <a:latin typeface="SFMono-Regular"/>
              </a:rPr>
              <a:t>, </a:t>
            </a:r>
            <a:r>
              <a:rPr lang="en-US" b="1" i="1" dirty="0">
                <a:solidFill>
                  <a:srgbClr val="323232"/>
                </a:solidFill>
                <a:latin typeface="SFMono-Regular"/>
              </a:rPr>
              <a:t>index=None</a:t>
            </a:r>
            <a:r>
              <a:rPr lang="en-US" b="1" dirty="0">
                <a:solidFill>
                  <a:srgbClr val="323232"/>
                </a:solidFill>
                <a:latin typeface="SFMono-Regular"/>
              </a:rPr>
              <a:t>, </a:t>
            </a:r>
            <a:r>
              <a:rPr lang="en-US" b="1" i="1" dirty="0" err="1">
                <a:solidFill>
                  <a:srgbClr val="323232"/>
                </a:solidFill>
                <a:latin typeface="SFMono-Regular"/>
              </a:rPr>
              <a:t>dtype</a:t>
            </a:r>
            <a:r>
              <a:rPr lang="en-US" b="1" i="1" dirty="0">
                <a:solidFill>
                  <a:srgbClr val="323232"/>
                </a:solidFill>
                <a:latin typeface="SFMono-Regular"/>
              </a:rPr>
              <a:t>=None</a:t>
            </a:r>
            <a:r>
              <a:rPr lang="en-US" b="1" dirty="0">
                <a:solidFill>
                  <a:srgbClr val="323232"/>
                </a:solidFill>
                <a:latin typeface="SFMono-Regular"/>
              </a:rPr>
              <a:t>, </a:t>
            </a:r>
            <a:r>
              <a:rPr lang="en-US" b="1" i="1" dirty="0">
                <a:solidFill>
                  <a:srgbClr val="323232"/>
                </a:solidFill>
                <a:latin typeface="SFMono-Regular"/>
              </a:rPr>
              <a:t>name=None</a:t>
            </a:r>
            <a:r>
              <a:rPr lang="en-US" b="1" dirty="0">
                <a:solidFill>
                  <a:srgbClr val="323232"/>
                </a:solidFill>
                <a:latin typeface="SFMono-Regular"/>
              </a:rPr>
              <a:t>)</a:t>
            </a:r>
          </a:p>
          <a:p>
            <a:endParaRPr lang="en-US" b="1" dirty="0">
              <a:solidFill>
                <a:srgbClr val="323232"/>
              </a:solidFill>
              <a:latin typeface="SFMono-Regula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C5B224-E7DC-A87D-CF37-B330BDF48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52" y="2174735"/>
            <a:ext cx="8111670" cy="35849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D0B02C-976C-237B-AAF9-2069F018A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213" y="4573370"/>
            <a:ext cx="5292924" cy="21905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61A29B-D25C-AE45-2F2B-EF316D230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967" y="4617850"/>
            <a:ext cx="2128283" cy="2208977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02096C7D-6A7F-4D9C-C54C-6F44BF913D98}"/>
              </a:ext>
            </a:extLst>
          </p:cNvPr>
          <p:cNvSpPr/>
          <p:nvPr/>
        </p:nvSpPr>
        <p:spPr>
          <a:xfrm>
            <a:off x="2667717" y="5430265"/>
            <a:ext cx="969101" cy="2535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122FF0B-D203-DE44-1413-A3AAB27E0F6C}"/>
              </a:ext>
            </a:extLst>
          </p:cNvPr>
          <p:cNvSpPr/>
          <p:nvPr/>
        </p:nvSpPr>
        <p:spPr>
          <a:xfrm>
            <a:off x="2549954" y="4969601"/>
            <a:ext cx="3746937" cy="2154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6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2932B-0BE1-860D-BF68-5032D2C18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3709" y="672353"/>
            <a:ext cx="7572110" cy="488822"/>
          </a:xfrm>
        </p:spPr>
        <p:txBody>
          <a:bodyPr>
            <a:normAutofit fontScale="90000"/>
          </a:bodyPr>
          <a:lstStyle/>
          <a:p>
            <a:r>
              <a:rPr lang="en-US" dirty="0"/>
              <a:t>Indexing and slicing in Series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A49448-34A6-3C89-6EDF-FB4F6F1A6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903" y="1542774"/>
            <a:ext cx="2057321" cy="46428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EC279E-8581-4FB0-994B-D3E7CE02C5CF}"/>
              </a:ext>
            </a:extLst>
          </p:cNvPr>
          <p:cNvSpPr txBox="1"/>
          <p:nvPr/>
        </p:nvSpPr>
        <p:spPr>
          <a:xfrm>
            <a:off x="5154707" y="1542773"/>
            <a:ext cx="5714184" cy="3894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71" dirty="0"/>
              <a:t>The same as </a:t>
            </a:r>
            <a:r>
              <a:rPr lang="en-US" sz="2471" dirty="0" err="1"/>
              <a:t>numpy</a:t>
            </a:r>
            <a:r>
              <a:rPr lang="en-US" sz="2471" dirty="0"/>
              <a:t> array, we can search data in series with specific index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71" dirty="0">
              <a:latin typeface="Menlo" panose="020B0609030804020204" pitchFamily="49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71" dirty="0" err="1">
                <a:latin typeface="Menlo" panose="020B0609030804020204" pitchFamily="49" charset="0"/>
              </a:rPr>
              <a:t>series_data</a:t>
            </a:r>
            <a:r>
              <a:rPr lang="en-US" sz="2471" dirty="0">
                <a:latin typeface="Menlo" panose="020B0609030804020204" pitchFamily="49" charset="0"/>
              </a:rPr>
              <a:t>[0] extract the first element</a:t>
            </a:r>
            <a:r>
              <a:rPr lang="en-US" sz="2471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7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71" dirty="0" err="1">
                <a:latin typeface="Menlo" panose="020B0609030804020204" pitchFamily="49" charset="0"/>
              </a:rPr>
              <a:t>series_data</a:t>
            </a:r>
            <a:r>
              <a:rPr lang="en-US" sz="2471" dirty="0">
                <a:latin typeface="Menlo" panose="020B0609030804020204" pitchFamily="49" charset="0"/>
              </a:rPr>
              <a:t>[:3] extract the first three elements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71" dirty="0">
              <a:latin typeface="Menlo" panose="020B0609030804020204" pitchFamily="49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71" dirty="0" err="1">
                <a:latin typeface="Menlo" panose="020B0609030804020204" pitchFamily="49" charset="0"/>
              </a:rPr>
              <a:t>series_data</a:t>
            </a:r>
            <a:r>
              <a:rPr lang="en-US" sz="2471" dirty="0">
                <a:latin typeface="Menlo" panose="020B0609030804020204" pitchFamily="49" charset="0"/>
              </a:rPr>
              <a:t>[3:9] extract </a:t>
            </a:r>
            <a:r>
              <a:rPr lang="en-US" sz="2471" dirty="0" err="1">
                <a:latin typeface="Menlo" panose="020B0609030804020204" pitchFamily="49" charset="0"/>
              </a:rPr>
              <a:t>elments</a:t>
            </a:r>
            <a:r>
              <a:rPr lang="en-US" sz="2471" dirty="0">
                <a:latin typeface="Menlo" panose="020B0609030804020204" pitchFamily="49" charset="0"/>
              </a:rPr>
              <a:t> from index 3 to index 9</a:t>
            </a:r>
            <a:endParaRPr lang="en-US" sz="2471" dirty="0"/>
          </a:p>
        </p:txBody>
      </p:sp>
    </p:spTree>
    <p:extLst>
      <p:ext uri="{BB962C8B-B14F-4D97-AF65-F5344CB8AC3E}">
        <p14:creationId xmlns:p14="http://schemas.microsoft.com/office/powerpoint/2010/main" val="40609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38955-1E83-66B2-92DB-075A31433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3709" y="941294"/>
            <a:ext cx="8449394" cy="488822"/>
          </a:xfrm>
        </p:spPr>
        <p:txBody>
          <a:bodyPr>
            <a:normAutofit fontScale="90000"/>
          </a:bodyPr>
          <a:lstStyle/>
          <a:p>
            <a:r>
              <a:rPr lang="en-US" dirty="0"/>
              <a:t>Mathematic operation in Pandas Series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FAA9CA-BAD6-19CA-96E0-D61DD2DD8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281" y="2174162"/>
            <a:ext cx="3944478" cy="1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51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26C1F-73DC-9C8B-455D-85AB0CDF2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3709" y="874059"/>
            <a:ext cx="7572110" cy="488822"/>
          </a:xfrm>
        </p:spPr>
        <p:txBody>
          <a:bodyPr>
            <a:normAutofit fontScale="90000"/>
          </a:bodyPr>
          <a:lstStyle/>
          <a:p>
            <a:r>
              <a:rPr lang="en-US" dirty="0"/>
              <a:t>Null value in Pandas Series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5C5A5-CD4E-6770-D0BE-8E5550921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32994" y="1815353"/>
            <a:ext cx="7362824" cy="760389"/>
          </a:xfrm>
        </p:spPr>
        <p:txBody>
          <a:bodyPr>
            <a:normAutofit lnSpcReduction="10000"/>
          </a:bodyPr>
          <a:lstStyle/>
          <a:p>
            <a:r>
              <a:rPr lang="en-US" sz="2471" dirty="0"/>
              <a:t>Null value is a missing data in panda series, and it is denoted by </a:t>
            </a:r>
            <a:r>
              <a:rPr lang="en-US" sz="2471" dirty="0" err="1"/>
              <a:t>NaN</a:t>
            </a:r>
            <a:endParaRPr lang="en-US" sz="247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EDC6A3-42E0-5479-5207-CE14B048E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691" y="2680912"/>
            <a:ext cx="7825628" cy="12814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9D4BCA-B8C4-879F-468C-906C9AD2C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020" y="4038291"/>
            <a:ext cx="2824656" cy="244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5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E52A6B-1DE9-0B05-49E3-482F68147A38}"/>
              </a:ext>
            </a:extLst>
          </p:cNvPr>
          <p:cNvSpPr txBox="1"/>
          <p:nvPr/>
        </p:nvSpPr>
        <p:spPr>
          <a:xfrm>
            <a:off x="1704757" y="1487713"/>
            <a:ext cx="8156215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Pandas represents datasets with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type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consists of rows and columns (instances and features)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85871F-6152-1812-6B5C-10425E520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037" y="2729302"/>
            <a:ext cx="7474527" cy="412869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1315558-67C4-D053-F663-D4AB3C731F95}"/>
              </a:ext>
            </a:extLst>
          </p:cNvPr>
          <p:cNvSpPr txBox="1">
            <a:spLocks/>
          </p:cNvSpPr>
          <p:nvPr/>
        </p:nvSpPr>
        <p:spPr>
          <a:xfrm>
            <a:off x="993672" y="915623"/>
            <a:ext cx="7572110" cy="488822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DataFrame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12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F4823E-2CA4-EF69-8B59-6E1F4237C242}"/>
              </a:ext>
            </a:extLst>
          </p:cNvPr>
          <p:cNvSpPr txBox="1"/>
          <p:nvPr/>
        </p:nvSpPr>
        <p:spPr>
          <a:xfrm>
            <a:off x="740352" y="1343814"/>
            <a:ext cx="6094268" cy="417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Rows and columns are identified by integer or string labels.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set of row labels: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index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 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set of column labels: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columns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 values in a column must have the same type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Different columns may have different types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Commonly used data types - integer, float, or string.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C20E1E-8188-5197-C8DD-A5B3A1735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436" y="1440523"/>
            <a:ext cx="5935564" cy="327862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B03BF96-969A-A9E5-FD2B-02CF55484B94}"/>
              </a:ext>
            </a:extLst>
          </p:cNvPr>
          <p:cNvSpPr txBox="1">
            <a:spLocks/>
          </p:cNvSpPr>
          <p:nvPr/>
        </p:nvSpPr>
        <p:spPr>
          <a:xfrm>
            <a:off x="671554" y="697414"/>
            <a:ext cx="7572110" cy="488822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DataFrame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0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DB6360-2D89-088B-E625-A9030B780EE4}"/>
              </a:ext>
            </a:extLst>
          </p:cNvPr>
          <p:cNvSpPr txBox="1"/>
          <p:nvPr/>
        </p:nvSpPr>
        <p:spPr>
          <a:xfrm>
            <a:off x="564572" y="449079"/>
            <a:ext cx="113953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Pandas </a:t>
            </a:r>
            <a:r>
              <a:rPr lang="en-US" sz="2400" b="1" dirty="0" err="1"/>
              <a:t>Dataframe</a:t>
            </a:r>
            <a:r>
              <a:rPr lang="en-US" sz="2400" b="1" dirty="0"/>
              <a:t> vs. NumPy array</a:t>
            </a:r>
          </a:p>
          <a:p>
            <a:endParaRPr lang="en-US" sz="2400" dirty="0"/>
          </a:p>
          <a:p>
            <a:r>
              <a:rPr lang="en-US" sz="2400" b="1" dirty="0"/>
              <a:t>Similarity: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Both are indexed, ordered, and mutable containers.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Both represent data in multiple dimensions.</a:t>
            </a:r>
          </a:p>
          <a:p>
            <a:endParaRPr lang="en-US" sz="2400" dirty="0"/>
          </a:p>
          <a:p>
            <a:r>
              <a:rPr lang="en-US" sz="2400" b="1" dirty="0"/>
              <a:t>Difference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err="1"/>
              <a:t>Dataframes</a:t>
            </a:r>
            <a:r>
              <a:rPr lang="en-US" sz="2400" dirty="0"/>
              <a:t> are always two-dimensional. Arrays may have zero, one, or many dimensions.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Different </a:t>
            </a:r>
            <a:r>
              <a:rPr lang="en-US" sz="2400" dirty="0" err="1"/>
              <a:t>dataframe</a:t>
            </a:r>
            <a:r>
              <a:rPr lang="en-US" sz="2400" dirty="0"/>
              <a:t> columns may have different types. All </a:t>
            </a:r>
            <a:r>
              <a:rPr lang="en-US" sz="2400" dirty="0" err="1"/>
              <a:t>numpy</a:t>
            </a:r>
            <a:r>
              <a:rPr lang="en-US" sz="2400" dirty="0"/>
              <a:t> array values have the same type.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err="1"/>
              <a:t>Dataframe</a:t>
            </a:r>
            <a:r>
              <a:rPr lang="en-US" sz="2400" dirty="0"/>
              <a:t> labels may be integers, strings, or other types. Array indexes are integers only.</a:t>
            </a:r>
          </a:p>
        </p:txBody>
      </p:sp>
    </p:spTree>
    <p:extLst>
      <p:ext uri="{BB962C8B-B14F-4D97-AF65-F5344CB8AC3E}">
        <p14:creationId xmlns:p14="http://schemas.microsoft.com/office/powerpoint/2010/main" val="177490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CC1BCEA-3084-5D0B-6C99-DE01CB149C73}"/>
              </a:ext>
            </a:extLst>
          </p:cNvPr>
          <p:cNvSpPr txBox="1"/>
          <p:nvPr/>
        </p:nvSpPr>
        <p:spPr>
          <a:xfrm>
            <a:off x="796636" y="832825"/>
            <a:ext cx="11395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Creating and printing a </a:t>
            </a:r>
            <a:r>
              <a:rPr lang="en-US" sz="2400" b="1" dirty="0" err="1"/>
              <a:t>DataFrame</a:t>
            </a:r>
            <a:r>
              <a:rPr lang="en-US" sz="2400" b="1" dirty="0"/>
              <a:t> object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607C95-37AE-8736-F4BD-1050A352D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294" y="1932200"/>
            <a:ext cx="7122139" cy="38555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E745CE-1F60-FE29-7693-F6DA138AF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582" y="4772488"/>
            <a:ext cx="4745276" cy="146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85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C3C4-DB2D-202B-843B-456B3EDA3852}"/>
              </a:ext>
            </a:extLst>
          </p:cNvPr>
          <p:cNvSpPr txBox="1">
            <a:spLocks/>
          </p:cNvSpPr>
          <p:nvPr/>
        </p:nvSpPr>
        <p:spPr>
          <a:xfrm>
            <a:off x="993672" y="915623"/>
            <a:ext cx="7572110" cy="488822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Subsetting</a:t>
            </a:r>
            <a:r>
              <a:rPr lang="en-US" dirty="0"/>
              <a:t>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E75E6-7125-3EEF-7D6A-E9F5D31E4BA5}"/>
              </a:ext>
            </a:extLst>
          </p:cNvPr>
          <p:cNvSpPr txBox="1"/>
          <p:nvPr/>
        </p:nvSpPr>
        <p:spPr>
          <a:xfrm>
            <a:off x="1385020" y="1962835"/>
            <a:ext cx="941113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Subsetting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data involves choosing specific rows and columns from 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single column can be selected by using the label of the desired column.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E.g. country[‘Population’] or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country.Population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Multiple columns can also be selected by using an array of strings. E.g. 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ountry[[‘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Name’,’Population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’]]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49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CCA809-8178-C992-6FC2-3A68E7870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57" y="538214"/>
            <a:ext cx="8070279" cy="40999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A918A0-54D6-0B0F-86FE-B97984C0B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39" y="5022846"/>
            <a:ext cx="4994448" cy="15904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F7ABA3-E040-E623-BB4C-BC01F5877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919" y="5156940"/>
            <a:ext cx="1661304" cy="12955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2A4C55-C951-5C3B-8848-1EAF0FFF9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287" y="4967726"/>
            <a:ext cx="3360711" cy="159933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E817CA5-6A07-14CB-53C4-1A8380EDBC8D}"/>
              </a:ext>
            </a:extLst>
          </p:cNvPr>
          <p:cNvSpPr/>
          <p:nvPr/>
        </p:nvSpPr>
        <p:spPr>
          <a:xfrm>
            <a:off x="231228" y="4929352"/>
            <a:ext cx="5223641" cy="17447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BB5D09-652D-F0AC-4712-3C1852E1BB07}"/>
              </a:ext>
            </a:extLst>
          </p:cNvPr>
          <p:cNvSpPr/>
          <p:nvPr/>
        </p:nvSpPr>
        <p:spPr>
          <a:xfrm>
            <a:off x="6023264" y="4925291"/>
            <a:ext cx="1936173" cy="17145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F8D9ED-81C5-7AFA-D0C4-39AD838697C5}"/>
              </a:ext>
            </a:extLst>
          </p:cNvPr>
          <p:cNvSpPr/>
          <p:nvPr/>
        </p:nvSpPr>
        <p:spPr>
          <a:xfrm>
            <a:off x="8375072" y="4915498"/>
            <a:ext cx="3497915" cy="1703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3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93CD-BC96-A229-A412-2BF47A9F0F66}"/>
              </a:ext>
            </a:extLst>
          </p:cNvPr>
          <p:cNvSpPr txBox="1">
            <a:spLocks/>
          </p:cNvSpPr>
          <p:nvPr/>
        </p:nvSpPr>
        <p:spPr>
          <a:xfrm>
            <a:off x="806635" y="707805"/>
            <a:ext cx="7572110" cy="488822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Selecting individual element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C47B49-5DD1-6FFF-81AE-C20AAFAA0E49}"/>
              </a:ext>
            </a:extLst>
          </p:cNvPr>
          <p:cNvSpPr txBox="1"/>
          <p:nvPr/>
        </p:nvSpPr>
        <p:spPr>
          <a:xfrm>
            <a:off x="1706705" y="1415534"/>
            <a:ext cx="87569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 err="1"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iloc</a:t>
            </a:r>
            <a:r>
              <a:rPr lang="en-US" sz="2400" b="0" i="0" dirty="0"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i="0" dirty="0" err="1"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sz="2400" b="0" i="0" dirty="0"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 where x = row index &amp; y = column </a:t>
            </a:r>
            <a:r>
              <a:rPr lang="en-US" sz="2400" b="0" i="0" dirty="0">
                <a:solidFill>
                  <a:srgbClr val="37474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index</a:t>
            </a:r>
          </a:p>
          <a:p>
            <a:r>
              <a:rPr lang="en-US" sz="2400" dirty="0">
                <a:solidFill>
                  <a:srgbClr val="37474F"/>
                </a:solidFill>
                <a:latin typeface="Consolas" panose="020B0609020204030204" pitchFamily="49" charset="0"/>
              </a:rPr>
              <a:t>loc(</a:t>
            </a:r>
            <a:r>
              <a:rPr lang="en-US" sz="2400" dirty="0" err="1">
                <a:solidFill>
                  <a:srgbClr val="37474F"/>
                </a:solidFill>
                <a:latin typeface="Consolas" panose="020B0609020204030204" pitchFamily="49" charset="0"/>
              </a:rPr>
              <a:t>x,y</a:t>
            </a:r>
            <a:r>
              <a:rPr lang="en-US" sz="2400" dirty="0">
                <a:solidFill>
                  <a:srgbClr val="37474F"/>
                </a:solidFill>
                <a:latin typeface="Consolas" panose="020B0609020204030204" pitchFamily="49" charset="0"/>
              </a:rPr>
              <a:t>) where x = row index &amp; y = column </a:t>
            </a:r>
            <a:r>
              <a:rPr lang="en-US" sz="2400" dirty="0">
                <a:solidFill>
                  <a:srgbClr val="37474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endParaRPr lang="en-US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EED77D-F04B-A297-9F53-BAD670CC7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446" y="2517902"/>
            <a:ext cx="8039797" cy="37341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C409A4-2A32-C5DB-808F-9A314D8F4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3208" y="5115488"/>
            <a:ext cx="1359289" cy="103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3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93F6F-D65D-1A86-D36D-CF06FC3D8626}"/>
              </a:ext>
            </a:extLst>
          </p:cNvPr>
          <p:cNvSpPr txBox="1">
            <a:spLocks/>
          </p:cNvSpPr>
          <p:nvPr/>
        </p:nvSpPr>
        <p:spPr>
          <a:xfrm>
            <a:off x="1076798" y="853278"/>
            <a:ext cx="7572110" cy="488822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Slicing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3179C5-07DE-5465-21D6-A11677FC1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930" y="1768485"/>
            <a:ext cx="8221856" cy="33210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384321-A5DA-7CBF-41E0-D2BF46DE6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251" y="1593570"/>
            <a:ext cx="2167992" cy="42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49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207346-0BFE-AD88-E511-73D0AC1BCE67}"/>
              </a:ext>
            </a:extLst>
          </p:cNvPr>
          <p:cNvSpPr txBox="1"/>
          <p:nvPr/>
        </p:nvSpPr>
        <p:spPr>
          <a:xfrm>
            <a:off x="1052080" y="2215634"/>
            <a:ext cx="6094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Slice 1: </a:t>
            </a:r>
            <a:r>
              <a:rPr lang="en-US" sz="24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country.iloc</a:t>
            </a:r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[:</a:t>
            </a:r>
            <a:r>
              <a:rPr lang="en-US" sz="24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,:</a:t>
            </a:r>
            <a:r>
              <a:rPr lang="en-US" sz="24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endParaRPr lang="en-US" sz="2400" dirty="0"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17ADC4-2AF3-E9BE-F779-53AA2CF6689B}"/>
              </a:ext>
            </a:extLst>
          </p:cNvPr>
          <p:cNvSpPr txBox="1">
            <a:spLocks/>
          </p:cNvSpPr>
          <p:nvPr/>
        </p:nvSpPr>
        <p:spPr>
          <a:xfrm>
            <a:off x="962497" y="894842"/>
            <a:ext cx="7572110" cy="488822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Slicing Practice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A90EBFC-685B-1EC8-425B-E94A2841BB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491627"/>
              </p:ext>
            </p:extLst>
          </p:nvPr>
        </p:nvGraphicFramePr>
        <p:xfrm>
          <a:off x="7539181" y="1945793"/>
          <a:ext cx="2799775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9955">
                  <a:extLst>
                    <a:ext uri="{9D8B030D-6E8A-4147-A177-3AD203B41FA5}">
                      <a16:colId xmlns:a16="http://schemas.microsoft.com/office/drawing/2014/main" val="897638735"/>
                    </a:ext>
                  </a:extLst>
                </a:gridCol>
                <a:gridCol w="559955">
                  <a:extLst>
                    <a:ext uri="{9D8B030D-6E8A-4147-A177-3AD203B41FA5}">
                      <a16:colId xmlns:a16="http://schemas.microsoft.com/office/drawing/2014/main" val="3919097445"/>
                    </a:ext>
                  </a:extLst>
                </a:gridCol>
                <a:gridCol w="559955">
                  <a:extLst>
                    <a:ext uri="{9D8B030D-6E8A-4147-A177-3AD203B41FA5}">
                      <a16:colId xmlns:a16="http://schemas.microsoft.com/office/drawing/2014/main" val="3610427583"/>
                    </a:ext>
                  </a:extLst>
                </a:gridCol>
                <a:gridCol w="559955">
                  <a:extLst>
                    <a:ext uri="{9D8B030D-6E8A-4147-A177-3AD203B41FA5}">
                      <a16:colId xmlns:a16="http://schemas.microsoft.com/office/drawing/2014/main" val="2440635871"/>
                    </a:ext>
                  </a:extLst>
                </a:gridCol>
                <a:gridCol w="559955">
                  <a:extLst>
                    <a:ext uri="{9D8B030D-6E8A-4147-A177-3AD203B41FA5}">
                      <a16:colId xmlns:a16="http://schemas.microsoft.com/office/drawing/2014/main" val="424245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941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186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497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868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57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625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487097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0ED73ACA-EEA2-6A50-A5BF-0327F61A6F2C}"/>
              </a:ext>
            </a:extLst>
          </p:cNvPr>
          <p:cNvSpPr txBox="1">
            <a:spLocks/>
          </p:cNvSpPr>
          <p:nvPr/>
        </p:nvSpPr>
        <p:spPr>
          <a:xfrm>
            <a:off x="8409317" y="4621714"/>
            <a:ext cx="1119146" cy="48882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Country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113525-D0C3-C54C-A05C-2A8FA0BEC57C}"/>
              </a:ext>
            </a:extLst>
          </p:cNvPr>
          <p:cNvSpPr txBox="1"/>
          <p:nvPr/>
        </p:nvSpPr>
        <p:spPr>
          <a:xfrm>
            <a:off x="7211290" y="1932710"/>
            <a:ext cx="301686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800"/>
              </a:spcBef>
            </a:pPr>
            <a:r>
              <a:rPr lang="en-US" dirty="0"/>
              <a:t>0</a:t>
            </a:r>
          </a:p>
          <a:p>
            <a:pPr>
              <a:spcBef>
                <a:spcPts val="800"/>
              </a:spcBef>
            </a:pPr>
            <a:r>
              <a:rPr lang="en-US" dirty="0"/>
              <a:t>1</a:t>
            </a:r>
          </a:p>
          <a:p>
            <a:pPr>
              <a:spcBef>
                <a:spcPts val="800"/>
              </a:spcBef>
            </a:pPr>
            <a:r>
              <a:rPr lang="en-US" dirty="0"/>
              <a:t>2</a:t>
            </a:r>
          </a:p>
          <a:p>
            <a:pPr>
              <a:spcBef>
                <a:spcPts val="800"/>
              </a:spcBef>
            </a:pPr>
            <a:r>
              <a:rPr lang="en-US" dirty="0"/>
              <a:t>3</a:t>
            </a:r>
          </a:p>
          <a:p>
            <a:pPr>
              <a:spcBef>
                <a:spcPts val="800"/>
              </a:spcBef>
            </a:pPr>
            <a:r>
              <a:rPr lang="en-US" dirty="0"/>
              <a:t>4</a:t>
            </a:r>
          </a:p>
          <a:p>
            <a:pPr>
              <a:spcBef>
                <a:spcPts val="800"/>
              </a:spcBef>
            </a:pPr>
            <a:r>
              <a:rPr lang="en-US" dirty="0"/>
              <a:t>5</a:t>
            </a:r>
          </a:p>
          <a:p>
            <a:pPr>
              <a:spcBef>
                <a:spcPts val="800"/>
              </a:spcBef>
            </a:pPr>
            <a:r>
              <a:rPr lang="en-US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CD37F8-642D-E33E-3764-F82CDAA9F3C0}"/>
              </a:ext>
            </a:extLst>
          </p:cNvPr>
          <p:cNvSpPr txBox="1"/>
          <p:nvPr/>
        </p:nvSpPr>
        <p:spPr>
          <a:xfrm>
            <a:off x="7626926" y="1548246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0         1         2        3        4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02FC96-C265-C2AE-105A-436E03A5476A}"/>
              </a:ext>
            </a:extLst>
          </p:cNvPr>
          <p:cNvSpPr/>
          <p:nvPr/>
        </p:nvSpPr>
        <p:spPr>
          <a:xfrm>
            <a:off x="7523017" y="1943100"/>
            <a:ext cx="1693719" cy="1859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FADCC5-6210-E1D7-0AF2-9C7F9AA7F5C5}"/>
              </a:ext>
            </a:extLst>
          </p:cNvPr>
          <p:cNvSpPr txBox="1"/>
          <p:nvPr/>
        </p:nvSpPr>
        <p:spPr>
          <a:xfrm>
            <a:off x="1017444" y="3126571"/>
            <a:ext cx="6094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Slice 2: </a:t>
            </a:r>
            <a:r>
              <a:rPr lang="en-US" sz="24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country.iloc</a:t>
            </a:r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4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,:</a:t>
            </a:r>
            <a:r>
              <a:rPr lang="en-US" sz="24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endParaRPr lang="en-US" sz="2400" dirty="0"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BCD183-FCCE-F86A-6010-7616E9F67207}"/>
              </a:ext>
            </a:extLst>
          </p:cNvPr>
          <p:cNvSpPr/>
          <p:nvPr/>
        </p:nvSpPr>
        <p:spPr>
          <a:xfrm>
            <a:off x="7540335" y="3061854"/>
            <a:ext cx="1693719" cy="741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49D135-8A6D-1366-2DDB-9BCF06B8861B}"/>
              </a:ext>
            </a:extLst>
          </p:cNvPr>
          <p:cNvSpPr txBox="1"/>
          <p:nvPr/>
        </p:nvSpPr>
        <p:spPr>
          <a:xfrm>
            <a:off x="1003589" y="3923207"/>
            <a:ext cx="6094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Slice 3: </a:t>
            </a:r>
            <a:r>
              <a:rPr lang="en-US" sz="24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country.iloc</a:t>
            </a:r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4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400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endParaRPr lang="en-US" sz="2400" dirty="0"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EFB6BF-BAEC-7C64-D297-CA724724EDB6}"/>
              </a:ext>
            </a:extLst>
          </p:cNvPr>
          <p:cNvSpPr/>
          <p:nvPr/>
        </p:nvSpPr>
        <p:spPr>
          <a:xfrm>
            <a:off x="8094517" y="3068781"/>
            <a:ext cx="1122219" cy="741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62F2AE-54EA-0AD6-EDF3-16159DAE73BB}"/>
              </a:ext>
            </a:extLst>
          </p:cNvPr>
          <p:cNvSpPr txBox="1"/>
          <p:nvPr/>
        </p:nvSpPr>
        <p:spPr>
          <a:xfrm>
            <a:off x="1031298" y="4740625"/>
            <a:ext cx="6094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Slice 4: </a:t>
            </a:r>
            <a:r>
              <a:rPr lang="en-US" sz="24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country.iloc</a:t>
            </a:r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1750EB"/>
                </a:solidFill>
                <a:latin typeface="Consolas" panose="020B0609020204030204" pitchFamily="49" charset="0"/>
              </a:rPr>
              <a:t>5:</a:t>
            </a:r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1750EB"/>
                </a:solidFill>
                <a:latin typeface="Consolas" panose="020B0609020204030204" pitchFamily="49" charset="0"/>
              </a:rPr>
              <a:t>3:</a:t>
            </a:r>
            <a:r>
              <a:rPr lang="en-US" sz="24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endParaRPr lang="en-US" sz="2400" dirty="0"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83D7E9-887C-3E48-B0E0-4FB47D4B8424}"/>
              </a:ext>
            </a:extLst>
          </p:cNvPr>
          <p:cNvSpPr/>
          <p:nvPr/>
        </p:nvSpPr>
        <p:spPr>
          <a:xfrm>
            <a:off x="9213271" y="3792682"/>
            <a:ext cx="1122219" cy="741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10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0" grpId="0"/>
      <p:bldP spid="11" grpId="0" animBg="1"/>
      <p:bldP spid="11" grpId="1" animBg="1"/>
      <p:bldP spid="12" grpId="0"/>
      <p:bldP spid="13" grpId="0" animBg="1"/>
      <p:bldP spid="13" grpId="1" animBg="1"/>
      <p:bldP spid="14" grpId="0"/>
      <p:bldP spid="15" grpId="0" animBg="1"/>
      <p:bldP spid="15" grpId="1" animBg="1"/>
      <p:bldP spid="16" grpId="0"/>
      <p:bldP spid="17" grpId="0" animBg="1"/>
      <p:bldP spid="17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C46E8A7F-AB72-890A-8B0D-C5E374B33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899449"/>
              </p:ext>
            </p:extLst>
          </p:nvPr>
        </p:nvGraphicFramePr>
        <p:xfrm>
          <a:off x="7539181" y="1945793"/>
          <a:ext cx="2799775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9955">
                  <a:extLst>
                    <a:ext uri="{9D8B030D-6E8A-4147-A177-3AD203B41FA5}">
                      <a16:colId xmlns:a16="http://schemas.microsoft.com/office/drawing/2014/main" val="897638735"/>
                    </a:ext>
                  </a:extLst>
                </a:gridCol>
                <a:gridCol w="559955">
                  <a:extLst>
                    <a:ext uri="{9D8B030D-6E8A-4147-A177-3AD203B41FA5}">
                      <a16:colId xmlns:a16="http://schemas.microsoft.com/office/drawing/2014/main" val="3919097445"/>
                    </a:ext>
                  </a:extLst>
                </a:gridCol>
                <a:gridCol w="559955">
                  <a:extLst>
                    <a:ext uri="{9D8B030D-6E8A-4147-A177-3AD203B41FA5}">
                      <a16:colId xmlns:a16="http://schemas.microsoft.com/office/drawing/2014/main" val="3610427583"/>
                    </a:ext>
                  </a:extLst>
                </a:gridCol>
                <a:gridCol w="559955">
                  <a:extLst>
                    <a:ext uri="{9D8B030D-6E8A-4147-A177-3AD203B41FA5}">
                      <a16:colId xmlns:a16="http://schemas.microsoft.com/office/drawing/2014/main" val="2440635871"/>
                    </a:ext>
                  </a:extLst>
                </a:gridCol>
                <a:gridCol w="559955">
                  <a:extLst>
                    <a:ext uri="{9D8B030D-6E8A-4147-A177-3AD203B41FA5}">
                      <a16:colId xmlns:a16="http://schemas.microsoft.com/office/drawing/2014/main" val="424245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941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186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497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868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57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625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48709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761506C-AF71-8775-1A5B-75DCAE0117A0}"/>
              </a:ext>
            </a:extLst>
          </p:cNvPr>
          <p:cNvSpPr txBox="1"/>
          <p:nvPr/>
        </p:nvSpPr>
        <p:spPr>
          <a:xfrm>
            <a:off x="1138518" y="1353671"/>
            <a:ext cx="619740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Choose all columns of all the rows from 4 to end</a:t>
            </a:r>
          </a:p>
          <a:p>
            <a:endParaRPr lang="en-US" sz="2400" dirty="0"/>
          </a:p>
          <a:p>
            <a:r>
              <a:rPr lang="en-US" sz="2400" dirty="0" err="1"/>
              <a:t>data.iloc</a:t>
            </a:r>
            <a:r>
              <a:rPr lang="en-US" sz="2400" dirty="0"/>
              <a:t>[???,???]</a:t>
            </a:r>
          </a:p>
          <a:p>
            <a:endParaRPr lang="en-US" sz="2400" dirty="0"/>
          </a:p>
          <a:p>
            <a:r>
              <a:rPr lang="en-US" sz="2400" dirty="0"/>
              <a:t>Choose the last 2 </a:t>
            </a:r>
            <a:r>
              <a:rPr lang="en-US" sz="2400" dirty="0" err="1"/>
              <a:t>colymns</a:t>
            </a:r>
            <a:r>
              <a:rPr lang="en-US" sz="2400" dirty="0"/>
              <a:t> from all rows:</a:t>
            </a:r>
          </a:p>
          <a:p>
            <a:endParaRPr lang="en-US" sz="2400" dirty="0"/>
          </a:p>
          <a:p>
            <a:r>
              <a:rPr lang="en-US" sz="2400" dirty="0" err="1"/>
              <a:t>data.iloc</a:t>
            </a:r>
            <a:r>
              <a:rPr lang="en-US" sz="2400" dirty="0"/>
              <a:t>[???,???]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9830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0FF32-A38C-9920-AAA4-77FCBC6697DE}"/>
              </a:ext>
            </a:extLst>
          </p:cNvPr>
          <p:cNvSpPr txBox="1">
            <a:spLocks/>
          </p:cNvSpPr>
          <p:nvPr/>
        </p:nvSpPr>
        <p:spPr>
          <a:xfrm>
            <a:off x="562747" y="885048"/>
            <a:ext cx="8602274" cy="628442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Subsetting</a:t>
            </a:r>
            <a:r>
              <a:rPr lang="en-US" dirty="0"/>
              <a:t> data using comparison and logical operator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A3AD99-FCF0-AB76-FCD3-2D37F6F59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64" y="1633233"/>
            <a:ext cx="11083871" cy="4238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7728D8-FC4D-92A9-6EED-A6AA3DA1C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403" y="6017817"/>
            <a:ext cx="3260373" cy="39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66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9A2719-A52A-BEB7-68BD-CC7E9793B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254" y="1879834"/>
            <a:ext cx="7941491" cy="2418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029275-C58A-A8AA-E232-47F508AE2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153" y="4485826"/>
            <a:ext cx="2438943" cy="38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0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85C952-ED14-85CF-6659-EBE24448F3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994148"/>
              </p:ext>
            </p:extLst>
          </p:nvPr>
        </p:nvGraphicFramePr>
        <p:xfrm>
          <a:off x="685035" y="1533884"/>
          <a:ext cx="10682620" cy="4398806"/>
        </p:xfrm>
        <a:graphic>
          <a:graphicData uri="http://schemas.openxmlformats.org/drawingml/2006/table">
            <a:tbl>
              <a:tblPr/>
              <a:tblGrid>
                <a:gridCol w="750790">
                  <a:extLst>
                    <a:ext uri="{9D8B030D-6E8A-4147-A177-3AD203B41FA5}">
                      <a16:colId xmlns:a16="http://schemas.microsoft.com/office/drawing/2014/main" val="3283006588"/>
                    </a:ext>
                  </a:extLst>
                </a:gridCol>
                <a:gridCol w="1510850">
                  <a:extLst>
                    <a:ext uri="{9D8B030D-6E8A-4147-A177-3AD203B41FA5}">
                      <a16:colId xmlns:a16="http://schemas.microsoft.com/office/drawing/2014/main" val="185048922"/>
                    </a:ext>
                  </a:extLst>
                </a:gridCol>
                <a:gridCol w="1173899">
                  <a:extLst>
                    <a:ext uri="{9D8B030D-6E8A-4147-A177-3AD203B41FA5}">
                      <a16:colId xmlns:a16="http://schemas.microsoft.com/office/drawing/2014/main" val="1976134203"/>
                    </a:ext>
                  </a:extLst>
                </a:gridCol>
                <a:gridCol w="1249984">
                  <a:extLst>
                    <a:ext uri="{9D8B030D-6E8A-4147-A177-3AD203B41FA5}">
                      <a16:colId xmlns:a16="http://schemas.microsoft.com/office/drawing/2014/main" val="651827819"/>
                    </a:ext>
                  </a:extLst>
                </a:gridCol>
                <a:gridCol w="1434765">
                  <a:extLst>
                    <a:ext uri="{9D8B030D-6E8A-4147-A177-3AD203B41FA5}">
                      <a16:colId xmlns:a16="http://schemas.microsoft.com/office/drawing/2014/main" val="798524235"/>
                    </a:ext>
                  </a:extLst>
                </a:gridCol>
                <a:gridCol w="1001459">
                  <a:extLst>
                    <a:ext uri="{9D8B030D-6E8A-4147-A177-3AD203B41FA5}">
                      <a16:colId xmlns:a16="http://schemas.microsoft.com/office/drawing/2014/main" val="2585406912"/>
                    </a:ext>
                  </a:extLst>
                </a:gridCol>
                <a:gridCol w="1545036">
                  <a:extLst>
                    <a:ext uri="{9D8B030D-6E8A-4147-A177-3AD203B41FA5}">
                      <a16:colId xmlns:a16="http://schemas.microsoft.com/office/drawing/2014/main" val="1384270534"/>
                    </a:ext>
                  </a:extLst>
                </a:gridCol>
                <a:gridCol w="1301282">
                  <a:extLst>
                    <a:ext uri="{9D8B030D-6E8A-4147-A177-3AD203B41FA5}">
                      <a16:colId xmlns:a16="http://schemas.microsoft.com/office/drawing/2014/main" val="3542262407"/>
                    </a:ext>
                  </a:extLst>
                </a:gridCol>
                <a:gridCol w="714555">
                  <a:extLst>
                    <a:ext uri="{9D8B030D-6E8A-4147-A177-3AD203B41FA5}">
                      <a16:colId xmlns:a16="http://schemas.microsoft.com/office/drawing/2014/main" val="384696218"/>
                    </a:ext>
                  </a:extLst>
                </a:gridCol>
              </a:tblGrid>
              <a:tr h="621620">
                <a:tc>
                  <a:txBody>
                    <a:bodyPr/>
                    <a:lstStyle/>
                    <a:p>
                      <a:pPr algn="r" fontAlgn="ctr"/>
                      <a:br>
                        <a:rPr lang="en-US" sz="1800" b="1" dirty="0">
                          <a:effectLst/>
                        </a:rPr>
                      </a:br>
                      <a:endParaRPr lang="en-US" sz="1800" b="1" dirty="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dirty="0" err="1">
                          <a:effectLst/>
                        </a:rPr>
                        <a:t>CountryName</a:t>
                      </a:r>
                      <a:endParaRPr lang="en-US" sz="1800" b="1" dirty="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dirty="0">
                          <a:effectLst/>
                        </a:rPr>
                        <a:t>Continent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dirty="0">
                          <a:effectLst/>
                        </a:rPr>
                        <a:t>Area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dirty="0">
                          <a:effectLst/>
                        </a:rPr>
                        <a:t>Population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dirty="0">
                          <a:effectLst/>
                        </a:rPr>
                        <a:t>Density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dirty="0">
                          <a:effectLst/>
                        </a:rPr>
                        <a:t>Independence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dirty="0">
                          <a:effectLst/>
                        </a:rPr>
                        <a:t>Language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Percentage</a:t>
                      </a:r>
                    </a:p>
                  </a:txBody>
                  <a:tcPr marL="88803" marR="88803" marT="44401" marB="44401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60690573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>
                          <a:effectLst/>
                        </a:rPr>
                        <a:t>0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China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Asia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9572900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1277558000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133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1949-10-01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Mandarin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0.81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014590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>
                          <a:effectLst/>
                        </a:rPr>
                        <a:t>1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Bangladesh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Asia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143998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129155000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897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1905-05-24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Bengali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0.98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290693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>
                          <a:effectLst/>
                        </a:rPr>
                        <a:t>2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Brazil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South America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8547403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170115000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20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1822-09-07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Portuguese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0.98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980572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>
                          <a:effectLst/>
                        </a:rPr>
                        <a:t>3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India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Asia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3287263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1013662000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308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1905-04-30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Hindi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0.40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608963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>
                          <a:effectLst/>
                        </a:rPr>
                        <a:t>4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Norway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Europe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385207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5379000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14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1905-05-17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Norwegian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0.97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785380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>
                          <a:effectLst/>
                        </a:rPr>
                        <a:t>5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United States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North America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9363520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278357000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30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1776-07-04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effectLst/>
                        </a:rPr>
                        <a:t>English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effectLst/>
                        </a:rPr>
                        <a:t>0.86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300506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58F804BC-14C8-704F-9EBA-47B700C58BB7}"/>
              </a:ext>
            </a:extLst>
          </p:cNvPr>
          <p:cNvSpPr txBox="1">
            <a:spLocks/>
          </p:cNvSpPr>
          <p:nvPr/>
        </p:nvSpPr>
        <p:spPr>
          <a:xfrm>
            <a:off x="936819" y="791529"/>
            <a:ext cx="8602274" cy="62844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country.csv</a:t>
            </a:r>
          </a:p>
        </p:txBody>
      </p:sp>
    </p:spTree>
    <p:extLst>
      <p:ext uri="{BB962C8B-B14F-4D97-AF65-F5344CB8AC3E}">
        <p14:creationId xmlns:p14="http://schemas.microsoft.com/office/powerpoint/2010/main" val="261739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EAD2A-A8B8-842C-A3DB-237927B9442E}"/>
              </a:ext>
            </a:extLst>
          </p:cNvPr>
          <p:cNvSpPr txBox="1">
            <a:spLocks/>
          </p:cNvSpPr>
          <p:nvPr/>
        </p:nvSpPr>
        <p:spPr>
          <a:xfrm>
            <a:off x="879370" y="738978"/>
            <a:ext cx="7572110" cy="488822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Practice Question 1</a:t>
            </a:r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AF345E-7DA1-2C63-9553-724066EA9CD9}"/>
              </a:ext>
            </a:extLst>
          </p:cNvPr>
          <p:cNvSpPr txBox="1">
            <a:spLocks/>
          </p:cNvSpPr>
          <p:nvPr/>
        </p:nvSpPr>
        <p:spPr>
          <a:xfrm>
            <a:off x="917471" y="1421314"/>
            <a:ext cx="7572110" cy="48882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Select rows where the Continent </a:t>
            </a:r>
            <a:r>
              <a:rPr lang="en-US" sz="2400"/>
              <a:t>is Asia 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98A49C-B47F-66F6-A6CD-54065E439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1" y="2106163"/>
            <a:ext cx="6682999" cy="18668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CA5B95-740C-C1A2-6E66-477FA4579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98" y="4316327"/>
            <a:ext cx="10323531" cy="139867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4B39961-6A66-E687-AE7E-AD6A0BF165DC}"/>
              </a:ext>
            </a:extLst>
          </p:cNvPr>
          <p:cNvSpPr txBox="1">
            <a:spLocks/>
          </p:cNvSpPr>
          <p:nvPr/>
        </p:nvSpPr>
        <p:spPr>
          <a:xfrm>
            <a:off x="820489" y="6041805"/>
            <a:ext cx="7572110" cy="48882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Select rows where the Continent is </a:t>
            </a:r>
            <a:r>
              <a:rPr lang="en-US" sz="2400" b="1" dirty="0"/>
              <a:t>not</a:t>
            </a:r>
            <a:r>
              <a:rPr lang="en-US" sz="2400" dirty="0"/>
              <a:t> Asia?</a:t>
            </a:r>
          </a:p>
        </p:txBody>
      </p:sp>
    </p:spTree>
    <p:extLst>
      <p:ext uri="{BB962C8B-B14F-4D97-AF65-F5344CB8AC3E}">
        <p14:creationId xmlns:p14="http://schemas.microsoft.com/office/powerpoint/2010/main" val="399750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EAD2A-A8B8-842C-A3DB-237927B9442E}"/>
              </a:ext>
            </a:extLst>
          </p:cNvPr>
          <p:cNvSpPr txBox="1">
            <a:spLocks/>
          </p:cNvSpPr>
          <p:nvPr/>
        </p:nvSpPr>
        <p:spPr>
          <a:xfrm>
            <a:off x="962497" y="894842"/>
            <a:ext cx="7572110" cy="488822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Practice Question 2</a:t>
            </a:r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AF345E-7DA1-2C63-9553-724066EA9CD9}"/>
              </a:ext>
            </a:extLst>
          </p:cNvPr>
          <p:cNvSpPr txBox="1">
            <a:spLocks/>
          </p:cNvSpPr>
          <p:nvPr/>
        </p:nvSpPr>
        <p:spPr>
          <a:xfrm>
            <a:off x="979816" y="1722651"/>
            <a:ext cx="7572110" cy="48882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Select rows where the Continent is South America or Europe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411288-9EB8-CB03-7488-6DFFC361C872}"/>
              </a:ext>
            </a:extLst>
          </p:cNvPr>
          <p:cNvSpPr txBox="1"/>
          <p:nvPr/>
        </p:nvSpPr>
        <p:spPr>
          <a:xfrm>
            <a:off x="2472603" y="2733085"/>
            <a:ext cx="73229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(country[(country[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'Continent'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] == 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'South America'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 |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              </a:t>
            </a:r>
            <a:r>
              <a:rPr lang="en-US" sz="2400" dirty="0">
                <a:solidFill>
                  <a:srgbClr val="080808"/>
                </a:solidFill>
                <a:latin typeface="JetBrains Mono"/>
              </a:rPr>
              <a:t>           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(country[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'Continent'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] == </a:t>
            </a:r>
            <a:r>
              <a:rPr lang="en-US" sz="2400" dirty="0">
                <a:solidFill>
                  <a:srgbClr val="067D17"/>
                </a:solidFill>
                <a:effectLst/>
                <a:latin typeface="JetBrains Mono"/>
              </a:rPr>
              <a:t>'Europe'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)])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C4DB74-EBE4-593B-F910-CECB8DF63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04" y="4634346"/>
            <a:ext cx="10985661" cy="108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5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EAD2A-A8B8-842C-A3DB-237927B9442E}"/>
              </a:ext>
            </a:extLst>
          </p:cNvPr>
          <p:cNvSpPr txBox="1">
            <a:spLocks/>
          </p:cNvSpPr>
          <p:nvPr/>
        </p:nvSpPr>
        <p:spPr>
          <a:xfrm>
            <a:off x="962497" y="894842"/>
            <a:ext cx="7572110" cy="488822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Practice Question 3</a:t>
            </a:r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AF345E-7DA1-2C63-9553-724066EA9CD9}"/>
              </a:ext>
            </a:extLst>
          </p:cNvPr>
          <p:cNvSpPr txBox="1">
            <a:spLocks/>
          </p:cNvSpPr>
          <p:nvPr/>
        </p:nvSpPr>
        <p:spPr>
          <a:xfrm>
            <a:off x="979815" y="1722651"/>
            <a:ext cx="8216139" cy="501004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Print the name of countries with a population of at least 1 million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992767-AAAD-9F1E-AC00-7D0801E2A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897" y="2282808"/>
            <a:ext cx="8069419" cy="19878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15CAAA-43A8-F60A-D259-73CAB324E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9145" y="4122331"/>
            <a:ext cx="2826326" cy="237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751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303A5-97BA-7278-27F0-BD412289E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9422" y="3007405"/>
            <a:ext cx="3033156" cy="843190"/>
          </a:xfrm>
        </p:spPr>
        <p:txBody>
          <a:bodyPr/>
          <a:lstStyle/>
          <a:p>
            <a:r>
              <a:rPr lang="en-US" dirty="0"/>
              <a:t>Attendance</a:t>
            </a:r>
          </a:p>
        </p:txBody>
      </p:sp>
    </p:spTree>
    <p:extLst>
      <p:ext uri="{BB962C8B-B14F-4D97-AF65-F5344CB8AC3E}">
        <p14:creationId xmlns:p14="http://schemas.microsoft.com/office/powerpoint/2010/main" val="1669628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7bfbcc-834f-422c-a61f-4e1400314c9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0E7AB627372340BC90817A16362710" ma:contentTypeVersion="9" ma:contentTypeDescription="Create a new document." ma:contentTypeScope="" ma:versionID="f2c3a11852dc30fee7c6685d0f4a4ec5">
  <xsd:schema xmlns:xsd="http://www.w3.org/2001/XMLSchema" xmlns:xs="http://www.w3.org/2001/XMLSchema" xmlns:p="http://schemas.microsoft.com/office/2006/metadata/properties" xmlns:ns3="de7bfbcc-834f-422c-a61f-4e1400314c9a" xmlns:ns4="890a661f-6afe-4b4e-bef4-5bc2e81fdcdf" targetNamespace="http://schemas.microsoft.com/office/2006/metadata/properties" ma:root="true" ma:fieldsID="8fbbebcadc8028faef9b6f320318449b" ns3:_="" ns4:_="">
    <xsd:import namespace="de7bfbcc-834f-422c-a61f-4e1400314c9a"/>
    <xsd:import namespace="890a661f-6afe-4b4e-bef4-5bc2e81fdcd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7bfbcc-834f-422c-a61f-4e1400314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0a661f-6afe-4b4e-bef4-5bc2e81fdcd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61BFA7-D7D9-46EE-8BB8-7286C71E81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52D087-46DB-4F8F-B933-43A27421F37B}">
  <ds:schemaRefs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terms/"/>
    <ds:schemaRef ds:uri="de7bfbcc-834f-422c-a61f-4e1400314c9a"/>
    <ds:schemaRef ds:uri="http://www.w3.org/XML/1998/namespace"/>
    <ds:schemaRef ds:uri="http://purl.org/dc/elements/1.1/"/>
    <ds:schemaRef ds:uri="http://schemas.openxmlformats.org/package/2006/metadata/core-properties"/>
    <ds:schemaRef ds:uri="890a661f-6afe-4b4e-bef4-5bc2e81fdcdf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977DF34-3534-4AB4-BE22-55DFB067C6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7bfbcc-834f-422c-a61f-4e1400314c9a"/>
    <ds:schemaRef ds:uri="890a661f-6afe-4b4e-bef4-5bc2e81fdc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8838</TotalTime>
  <Words>686</Words>
  <Application>Microsoft Macintosh PowerPoint</Application>
  <PresentationFormat>Widescreen</PresentationFormat>
  <Paragraphs>157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Calibri</vt:lpstr>
      <vt:lpstr>Calibri Light</vt:lpstr>
      <vt:lpstr>Carlito</vt:lpstr>
      <vt:lpstr>Consolas</vt:lpstr>
      <vt:lpstr>JetBrains Mono</vt:lpstr>
      <vt:lpstr>Menlo</vt:lpstr>
      <vt:lpstr>SFMono-Regular</vt:lpstr>
      <vt:lpstr>Wingdings</vt:lpstr>
      <vt:lpstr>Office Theme</vt:lpstr>
      <vt:lpstr>Pandas Package</vt:lpstr>
      <vt:lpstr>Overview</vt:lpstr>
      <vt:lpstr>Install Pandas</vt:lpstr>
      <vt:lpstr>Series</vt:lpstr>
      <vt:lpstr>PowerPoint Presentation</vt:lpstr>
      <vt:lpstr>Indexing and slicing in Series</vt:lpstr>
      <vt:lpstr>Mathematic operation in Pandas Series</vt:lpstr>
      <vt:lpstr>Null value in Pandas Series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Attendance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Pandas Package</dc:title>
  <dc:creator>S M Towhidul Islam</dc:creator>
  <cp:lastModifiedBy>S M Towhidul Islam</cp:lastModifiedBy>
  <cp:revision>17</cp:revision>
  <dcterms:created xsi:type="dcterms:W3CDTF">2023-07-07T06:21:46Z</dcterms:created>
  <dcterms:modified xsi:type="dcterms:W3CDTF">2025-11-10T20:10:52Z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0x0101006A0E7AB627372340BC90817A16362710</vt:lpwstr>
  </property>
</Properties>
</file>