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350" r:id="rId6"/>
    <p:sldId id="318" r:id="rId7"/>
    <p:sldId id="320" r:id="rId8"/>
    <p:sldId id="321" r:id="rId9"/>
    <p:sldId id="322" r:id="rId10"/>
    <p:sldId id="323" r:id="rId11"/>
    <p:sldId id="324" r:id="rId12"/>
    <p:sldId id="333" r:id="rId13"/>
    <p:sldId id="334" r:id="rId14"/>
    <p:sldId id="335" r:id="rId15"/>
    <p:sldId id="336" r:id="rId16"/>
    <p:sldId id="337" r:id="rId17"/>
    <p:sldId id="338" r:id="rId18"/>
    <p:sldId id="325" r:id="rId19"/>
    <p:sldId id="342" r:id="rId20"/>
    <p:sldId id="345" r:id="rId21"/>
    <p:sldId id="349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6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81E533D-A006-412A-9DB5-60808D7961FE}" v="291" dt="2023-07-12T16:51:57.74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721" autoAdjust="0"/>
    <p:restoredTop sz="94660"/>
  </p:normalViewPr>
  <p:slideViewPr>
    <p:cSldViewPr snapToGrid="0" showGuides="1">
      <p:cViewPr varScale="1">
        <p:scale>
          <a:sx n="107" d="100"/>
          <a:sy n="107" d="100"/>
        </p:scale>
        <p:origin x="600" y="176"/>
      </p:cViewPr>
      <p:guideLst>
        <p:guide orient="horz" pos="2160"/>
        <p:guide pos="3864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 M Towhidul Islam" userId="f0c7a54b-59a3-4574-a7d3-38d3921eb4d8" providerId="ADAL" clId="{E81E533D-A006-412A-9DB5-60808D7961FE}"/>
    <pc:docChg chg="undo custSel addSld delSld modSld">
      <pc:chgData name="S M Towhidul Islam" userId="f0c7a54b-59a3-4574-a7d3-38d3921eb4d8" providerId="ADAL" clId="{E81E533D-A006-412A-9DB5-60808D7961FE}" dt="2023-07-12T16:51:57.744" v="3223"/>
      <pc:docMkLst>
        <pc:docMk/>
      </pc:docMkLst>
      <pc:sldChg chg="addSp modSp mod modAnim">
        <pc:chgData name="S M Towhidul Islam" userId="f0c7a54b-59a3-4574-a7d3-38d3921eb4d8" providerId="ADAL" clId="{E81E533D-A006-412A-9DB5-60808D7961FE}" dt="2023-07-10T05:30:24.553" v="2099"/>
        <pc:sldMkLst>
          <pc:docMk/>
          <pc:sldMk cId="3144128387" sldId="257"/>
        </pc:sldMkLst>
        <pc:spChg chg="mod">
          <ac:chgData name="S M Towhidul Islam" userId="f0c7a54b-59a3-4574-a7d3-38d3921eb4d8" providerId="ADAL" clId="{E81E533D-A006-412A-9DB5-60808D7961FE}" dt="2023-07-08T08:55:07.726" v="246" actId="1076"/>
          <ac:spMkLst>
            <pc:docMk/>
            <pc:sldMk cId="3144128387" sldId="257"/>
            <ac:spMk id="3" creationId="{2AE52A6B-1DE9-0B05-49E3-482F68147A38}"/>
          </ac:spMkLst>
        </pc:spChg>
        <pc:spChg chg="add mod">
          <ac:chgData name="S M Towhidul Islam" userId="f0c7a54b-59a3-4574-a7d3-38d3921eb4d8" providerId="ADAL" clId="{E81E533D-A006-412A-9DB5-60808D7961FE}" dt="2023-07-08T08:55:10.457" v="247" actId="1076"/>
          <ac:spMkLst>
            <pc:docMk/>
            <pc:sldMk cId="3144128387" sldId="257"/>
            <ac:spMk id="6" creationId="{F1315558-67C4-D053-F663-D4AB3C731F95}"/>
          </ac:spMkLst>
        </pc:spChg>
        <pc:picChg chg="mod">
          <ac:chgData name="S M Towhidul Islam" userId="f0c7a54b-59a3-4574-a7d3-38d3921eb4d8" providerId="ADAL" clId="{E81E533D-A006-412A-9DB5-60808D7961FE}" dt="2023-07-10T05:30:23.185" v="2098" actId="1076"/>
          <ac:picMkLst>
            <pc:docMk/>
            <pc:sldMk cId="3144128387" sldId="257"/>
            <ac:picMk id="5" creationId="{7E85871F-6152-1812-6B5C-10425E520934}"/>
          </ac:picMkLst>
        </pc:picChg>
      </pc:sldChg>
      <pc:sldChg chg="addSp modSp mod modAnim">
        <pc:chgData name="S M Towhidul Islam" userId="f0c7a54b-59a3-4574-a7d3-38d3921eb4d8" providerId="ADAL" clId="{E81E533D-A006-412A-9DB5-60808D7961FE}" dt="2023-07-10T05:31:31.062" v="2114"/>
        <pc:sldMkLst>
          <pc:docMk/>
          <pc:sldMk cId="132906508" sldId="258"/>
        </pc:sldMkLst>
        <pc:spChg chg="mod">
          <ac:chgData name="S M Towhidul Islam" userId="f0c7a54b-59a3-4574-a7d3-38d3921eb4d8" providerId="ADAL" clId="{E81E533D-A006-412A-9DB5-60808D7961FE}" dt="2023-07-10T05:30:54.706" v="2107" actId="20577"/>
          <ac:spMkLst>
            <pc:docMk/>
            <pc:sldMk cId="132906508" sldId="258"/>
            <ac:spMk id="5" creationId="{82F4823E-2CA4-EF69-8B59-6E1F4237C242}"/>
          </ac:spMkLst>
        </pc:spChg>
        <pc:spChg chg="add mod">
          <ac:chgData name="S M Towhidul Islam" userId="f0c7a54b-59a3-4574-a7d3-38d3921eb4d8" providerId="ADAL" clId="{E81E533D-A006-412A-9DB5-60808D7961FE}" dt="2023-07-08T09:23:39.210" v="249" actId="1076"/>
          <ac:spMkLst>
            <pc:docMk/>
            <pc:sldMk cId="132906508" sldId="258"/>
            <ac:spMk id="7" creationId="{1B03BF96-969A-A9E5-FD2B-02CF55484B94}"/>
          </ac:spMkLst>
        </pc:spChg>
      </pc:sldChg>
      <pc:sldChg chg="modSp modAnim">
        <pc:chgData name="S M Towhidul Islam" userId="f0c7a54b-59a3-4574-a7d3-38d3921eb4d8" providerId="ADAL" clId="{E81E533D-A006-412A-9DB5-60808D7961FE}" dt="2023-07-10T05:34:09.474" v="2130"/>
        <pc:sldMkLst>
          <pc:docMk/>
          <pc:sldMk cId="1774908397" sldId="259"/>
        </pc:sldMkLst>
        <pc:spChg chg="mod">
          <ac:chgData name="S M Towhidul Islam" userId="f0c7a54b-59a3-4574-a7d3-38d3921eb4d8" providerId="ADAL" clId="{E81E533D-A006-412A-9DB5-60808D7961FE}" dt="2023-07-10T05:33:44.021" v="2127" actId="12"/>
          <ac:spMkLst>
            <pc:docMk/>
            <pc:sldMk cId="1774908397" sldId="259"/>
            <ac:spMk id="5" creationId="{9CDB6360-2D89-088B-E625-A9030B780EE4}"/>
          </ac:spMkLst>
        </pc:spChg>
      </pc:sldChg>
      <pc:sldChg chg="addSp delSp modSp mod modAnim">
        <pc:chgData name="S M Towhidul Islam" userId="f0c7a54b-59a3-4574-a7d3-38d3921eb4d8" providerId="ADAL" clId="{E81E533D-A006-412A-9DB5-60808D7961FE}" dt="2023-07-10T05:34:32.328" v="2133"/>
        <pc:sldMkLst>
          <pc:docMk/>
          <pc:sldMk cId="3734855368" sldId="260"/>
        </pc:sldMkLst>
        <pc:spChg chg="add del mod">
          <ac:chgData name="S M Towhidul Islam" userId="f0c7a54b-59a3-4574-a7d3-38d3921eb4d8" providerId="ADAL" clId="{E81E533D-A006-412A-9DB5-60808D7961FE}" dt="2023-07-07T07:21:02.165" v="56" actId="478"/>
          <ac:spMkLst>
            <pc:docMk/>
            <pc:sldMk cId="3734855368" sldId="260"/>
            <ac:spMk id="3" creationId="{E8C1B29F-CA8C-9677-DB22-5A225E9E0B48}"/>
          </ac:spMkLst>
        </pc:spChg>
        <pc:spChg chg="add del mod">
          <ac:chgData name="S M Towhidul Islam" userId="f0c7a54b-59a3-4574-a7d3-38d3921eb4d8" providerId="ADAL" clId="{E81E533D-A006-412A-9DB5-60808D7961FE}" dt="2023-07-08T09:23:45.801" v="250" actId="478"/>
          <ac:spMkLst>
            <pc:docMk/>
            <pc:sldMk cId="3734855368" sldId="260"/>
            <ac:spMk id="4" creationId="{D69B19CA-B5C4-CEB3-EC79-2A2C86270584}"/>
          </ac:spMkLst>
        </pc:spChg>
        <pc:spChg chg="add mod">
          <ac:chgData name="S M Towhidul Islam" userId="f0c7a54b-59a3-4574-a7d3-38d3921eb4d8" providerId="ADAL" clId="{E81E533D-A006-412A-9DB5-60808D7961FE}" dt="2023-07-08T09:23:50.414" v="251" actId="1076"/>
          <ac:spMkLst>
            <pc:docMk/>
            <pc:sldMk cId="3734855368" sldId="260"/>
            <ac:spMk id="9" creationId="{7CC1BCEA-3084-5D0B-6C99-DE01CB149C73}"/>
          </ac:spMkLst>
        </pc:spChg>
        <pc:picChg chg="add del">
          <ac:chgData name="S M Towhidul Islam" userId="f0c7a54b-59a3-4574-a7d3-38d3921eb4d8" providerId="ADAL" clId="{E81E533D-A006-412A-9DB5-60808D7961FE}" dt="2023-07-07T07:19:06.416" v="1"/>
          <ac:picMkLst>
            <pc:docMk/>
            <pc:sldMk cId="3734855368" sldId="260"/>
            <ac:picMk id="2" creationId="{3FE2A638-3701-66C2-4B64-7B5168FBAD63}"/>
          </ac:picMkLst>
        </pc:picChg>
        <pc:picChg chg="add del mod">
          <ac:chgData name="S M Towhidul Islam" userId="f0c7a54b-59a3-4574-a7d3-38d3921eb4d8" providerId="ADAL" clId="{E81E533D-A006-412A-9DB5-60808D7961FE}" dt="2023-07-07T07:22:49.038" v="119" actId="478"/>
          <ac:picMkLst>
            <pc:docMk/>
            <pc:sldMk cId="3734855368" sldId="260"/>
            <ac:picMk id="6" creationId="{FB8E4AEF-74DF-9C9F-F313-3710994FE048}"/>
          </ac:picMkLst>
        </pc:picChg>
        <pc:picChg chg="add del mod">
          <ac:chgData name="S M Towhidul Islam" userId="f0c7a54b-59a3-4574-a7d3-38d3921eb4d8" providerId="ADAL" clId="{E81E533D-A006-412A-9DB5-60808D7961FE}" dt="2023-07-07T07:22:56.140" v="123" actId="478"/>
          <ac:picMkLst>
            <pc:docMk/>
            <pc:sldMk cId="3734855368" sldId="260"/>
            <ac:picMk id="8" creationId="{72341CDA-F216-2B11-F4D1-9450BEEFF7E0}"/>
          </ac:picMkLst>
        </pc:picChg>
        <pc:picChg chg="add mod">
          <ac:chgData name="S M Towhidul Islam" userId="f0c7a54b-59a3-4574-a7d3-38d3921eb4d8" providerId="ADAL" clId="{E81E533D-A006-412A-9DB5-60808D7961FE}" dt="2023-07-08T09:23:52.499" v="252" actId="1076"/>
          <ac:picMkLst>
            <pc:docMk/>
            <pc:sldMk cId="3734855368" sldId="260"/>
            <ac:picMk id="11" creationId="{CC607C95-37AE-8736-F4BD-1050A352DFF9}"/>
          </ac:picMkLst>
        </pc:picChg>
        <pc:picChg chg="add mod">
          <ac:chgData name="S M Towhidul Islam" userId="f0c7a54b-59a3-4574-a7d3-38d3921eb4d8" providerId="ADAL" clId="{E81E533D-A006-412A-9DB5-60808D7961FE}" dt="2023-07-08T09:23:54.816" v="253" actId="1076"/>
          <ac:picMkLst>
            <pc:docMk/>
            <pc:sldMk cId="3734855368" sldId="260"/>
            <ac:picMk id="13" creationId="{80E745CE-1F60-FE29-7693-F6DA138AF538}"/>
          </ac:picMkLst>
        </pc:picChg>
      </pc:sldChg>
      <pc:sldChg chg="addSp modSp new mod modAnim">
        <pc:chgData name="S M Towhidul Islam" userId="f0c7a54b-59a3-4574-a7d3-38d3921eb4d8" providerId="ADAL" clId="{E81E533D-A006-412A-9DB5-60808D7961FE}" dt="2023-07-10T05:34:55.029" v="2136"/>
        <pc:sldMkLst>
          <pc:docMk/>
          <pc:sldMk cId="1804499377" sldId="261"/>
        </pc:sldMkLst>
        <pc:spChg chg="add mod">
          <ac:chgData name="S M Towhidul Islam" userId="f0c7a54b-59a3-4574-a7d3-38d3921eb4d8" providerId="ADAL" clId="{E81E533D-A006-412A-9DB5-60808D7961FE}" dt="2023-07-08T09:24:12.225" v="269" actId="20577"/>
          <ac:spMkLst>
            <pc:docMk/>
            <pc:sldMk cId="1804499377" sldId="261"/>
            <ac:spMk id="2" creationId="{583FC3C4-DB2D-202B-843B-456B3EDA3852}"/>
          </ac:spMkLst>
        </pc:spChg>
        <pc:spChg chg="add mod">
          <ac:chgData name="S M Towhidul Islam" userId="f0c7a54b-59a3-4574-a7d3-38d3921eb4d8" providerId="ADAL" clId="{E81E533D-A006-412A-9DB5-60808D7961FE}" dt="2023-07-09T04:02:28.361" v="393" actId="20577"/>
          <ac:spMkLst>
            <pc:docMk/>
            <pc:sldMk cId="1804499377" sldId="261"/>
            <ac:spMk id="4" creationId="{2EAE75E6-7125-3EEF-7D6A-E9F5D31E4BA5}"/>
          </ac:spMkLst>
        </pc:spChg>
      </pc:sldChg>
      <pc:sldChg chg="delSp modSp add mod modAnim">
        <pc:chgData name="S M Towhidul Islam" userId="f0c7a54b-59a3-4574-a7d3-38d3921eb4d8" providerId="ADAL" clId="{E81E533D-A006-412A-9DB5-60808D7961FE}" dt="2023-07-10T05:24:10.563" v="2045"/>
        <pc:sldMkLst>
          <pc:docMk/>
          <pc:sldMk cId="0" sldId="262"/>
        </pc:sldMkLst>
        <pc:spChg chg="mod">
          <ac:chgData name="S M Towhidul Islam" userId="f0c7a54b-59a3-4574-a7d3-38d3921eb4d8" providerId="ADAL" clId="{E81E533D-A006-412A-9DB5-60808D7961FE}" dt="2023-07-08T08:41:59.137" v="136" actId="6549"/>
          <ac:spMkLst>
            <pc:docMk/>
            <pc:sldMk cId="0" sldId="262"/>
            <ac:spMk id="2" creationId="{00000000-0000-0000-0000-000000000000}"/>
          </ac:spMkLst>
        </pc:spChg>
        <pc:spChg chg="mod">
          <ac:chgData name="S M Towhidul Islam" userId="f0c7a54b-59a3-4574-a7d3-38d3921eb4d8" providerId="ADAL" clId="{E81E533D-A006-412A-9DB5-60808D7961FE}" dt="2023-07-10T05:23:57.457" v="2043" actId="13926"/>
          <ac:spMkLst>
            <pc:docMk/>
            <pc:sldMk cId="0" sldId="262"/>
            <ac:spMk id="3" creationId="{00000000-0000-0000-0000-000000000000}"/>
          </ac:spMkLst>
        </pc:spChg>
        <pc:spChg chg="del mod">
          <ac:chgData name="S M Towhidul Islam" userId="f0c7a54b-59a3-4574-a7d3-38d3921eb4d8" providerId="ADAL" clId="{E81E533D-A006-412A-9DB5-60808D7961FE}" dt="2023-07-10T05:22:50.978" v="2017" actId="478"/>
          <ac:spMkLst>
            <pc:docMk/>
            <pc:sldMk cId="0" sldId="262"/>
            <ac:spMk id="4" creationId="{00000000-0000-0000-0000-000000000000}"/>
          </ac:spMkLst>
        </pc:spChg>
      </pc:sldChg>
      <pc:sldChg chg="modSp add mod">
        <pc:chgData name="S M Towhidul Islam" userId="f0c7a54b-59a3-4574-a7d3-38d3921eb4d8" providerId="ADAL" clId="{E81E533D-A006-412A-9DB5-60808D7961FE}" dt="2023-07-10T05:24:20.348" v="2046" actId="255"/>
        <pc:sldMkLst>
          <pc:docMk/>
          <pc:sldMk cId="4177420456" sldId="300"/>
        </pc:sldMkLst>
        <pc:spChg chg="mod">
          <ac:chgData name="S M Towhidul Islam" userId="f0c7a54b-59a3-4574-a7d3-38d3921eb4d8" providerId="ADAL" clId="{E81E533D-A006-412A-9DB5-60808D7961FE}" dt="2023-07-08T08:41:48.636" v="129" actId="27636"/>
          <ac:spMkLst>
            <pc:docMk/>
            <pc:sldMk cId="4177420456" sldId="300"/>
            <ac:spMk id="2" creationId="{05D3E9DE-0365-BD57-3524-7FF76B53E678}"/>
          </ac:spMkLst>
        </pc:spChg>
        <pc:spChg chg="mod">
          <ac:chgData name="S M Towhidul Islam" userId="f0c7a54b-59a3-4574-a7d3-38d3921eb4d8" providerId="ADAL" clId="{E81E533D-A006-412A-9DB5-60808D7961FE}" dt="2023-07-10T05:24:20.348" v="2046" actId="255"/>
          <ac:spMkLst>
            <pc:docMk/>
            <pc:sldMk cId="4177420456" sldId="300"/>
            <ac:spMk id="3" creationId="{12530930-6E6C-AD01-9B45-BACDA4C315BC}"/>
          </ac:spMkLst>
        </pc:spChg>
      </pc:sldChg>
      <pc:sldChg chg="modSp add mod modAnim">
        <pc:chgData name="S M Towhidul Islam" userId="f0c7a54b-59a3-4574-a7d3-38d3921eb4d8" providerId="ADAL" clId="{E81E533D-A006-412A-9DB5-60808D7961FE}" dt="2023-07-10T05:25:12.643" v="2055"/>
        <pc:sldMkLst>
          <pc:docMk/>
          <pc:sldMk cId="0" sldId="301"/>
        </pc:sldMkLst>
        <pc:spChg chg="mod">
          <ac:chgData name="S M Towhidul Islam" userId="f0c7a54b-59a3-4574-a7d3-38d3921eb4d8" providerId="ADAL" clId="{E81E533D-A006-412A-9DB5-60808D7961FE}" dt="2023-07-10T05:24:43.400" v="2050" actId="1076"/>
          <ac:spMkLst>
            <pc:docMk/>
            <pc:sldMk cId="0" sldId="301"/>
            <ac:spMk id="2" creationId="{00000000-0000-0000-0000-000000000000}"/>
          </ac:spMkLst>
        </pc:spChg>
        <pc:spChg chg="mod">
          <ac:chgData name="S M Towhidul Islam" userId="f0c7a54b-59a3-4574-a7d3-38d3921eb4d8" providerId="ADAL" clId="{E81E533D-A006-412A-9DB5-60808D7961FE}" dt="2023-07-10T05:24:40.700" v="2049" actId="1076"/>
          <ac:spMkLst>
            <pc:docMk/>
            <pc:sldMk cId="0" sldId="301"/>
            <ac:spMk id="3" creationId="{00000000-0000-0000-0000-000000000000}"/>
          </ac:spMkLst>
        </pc:spChg>
      </pc:sldChg>
      <pc:sldChg chg="addSp delSp modSp new mod modAnim">
        <pc:chgData name="S M Towhidul Islam" userId="f0c7a54b-59a3-4574-a7d3-38d3921eb4d8" providerId="ADAL" clId="{E81E533D-A006-412A-9DB5-60808D7961FE}" dt="2023-07-10T05:25:40.692" v="2059"/>
        <pc:sldMkLst>
          <pc:docMk/>
          <pc:sldMk cId="1177167804" sldId="302"/>
        </pc:sldMkLst>
        <pc:spChg chg="add mod">
          <ac:chgData name="S M Towhidul Islam" userId="f0c7a54b-59a3-4574-a7d3-38d3921eb4d8" providerId="ADAL" clId="{E81E533D-A006-412A-9DB5-60808D7961FE}" dt="2023-07-08T08:48:19.430" v="193" actId="1076"/>
          <ac:spMkLst>
            <pc:docMk/>
            <pc:sldMk cId="1177167804" sldId="302"/>
            <ac:spMk id="2" creationId="{E6D1812D-9A5A-0B1A-5F77-133E8AF71B5B}"/>
          </ac:spMkLst>
        </pc:spChg>
        <pc:spChg chg="add mod">
          <ac:chgData name="S M Towhidul Islam" userId="f0c7a54b-59a3-4574-a7d3-38d3921eb4d8" providerId="ADAL" clId="{E81E533D-A006-412A-9DB5-60808D7961FE}" dt="2023-07-08T08:48:22.283" v="194" actId="1076"/>
          <ac:spMkLst>
            <pc:docMk/>
            <pc:sldMk cId="1177167804" sldId="302"/>
            <ac:spMk id="3" creationId="{96E92F89-FC64-CDD1-86A7-4A8FF80412A3}"/>
          </ac:spMkLst>
        </pc:spChg>
        <pc:spChg chg="add mod">
          <ac:chgData name="S M Towhidul Islam" userId="f0c7a54b-59a3-4574-a7d3-38d3921eb4d8" providerId="ADAL" clId="{E81E533D-A006-412A-9DB5-60808D7961FE}" dt="2023-07-08T08:49:51.315" v="211" actId="1076"/>
          <ac:spMkLst>
            <pc:docMk/>
            <pc:sldMk cId="1177167804" sldId="302"/>
            <ac:spMk id="12" creationId="{02096C7D-6A7F-4D9C-C54C-6F44BF913D98}"/>
          </ac:spMkLst>
        </pc:spChg>
        <pc:spChg chg="add mod">
          <ac:chgData name="S M Towhidul Islam" userId="f0c7a54b-59a3-4574-a7d3-38d3921eb4d8" providerId="ADAL" clId="{E81E533D-A006-412A-9DB5-60808D7961FE}" dt="2023-07-08T08:50:02.779" v="214" actId="14100"/>
          <ac:spMkLst>
            <pc:docMk/>
            <pc:sldMk cId="1177167804" sldId="302"/>
            <ac:spMk id="13" creationId="{9122FF0B-D203-DE44-1413-A3AAB27E0F6C}"/>
          </ac:spMkLst>
        </pc:spChg>
        <pc:picChg chg="add del mod">
          <ac:chgData name="S M Towhidul Islam" userId="f0c7a54b-59a3-4574-a7d3-38d3921eb4d8" providerId="ADAL" clId="{E81E533D-A006-412A-9DB5-60808D7961FE}" dt="2023-07-08T08:47:51.826" v="185" actId="478"/>
          <ac:picMkLst>
            <pc:docMk/>
            <pc:sldMk cId="1177167804" sldId="302"/>
            <ac:picMk id="5" creationId="{91EDDEEC-4D90-D1DA-44FD-8D9840201015}"/>
          </ac:picMkLst>
        </pc:picChg>
        <pc:picChg chg="add mod">
          <ac:chgData name="S M Towhidul Islam" userId="f0c7a54b-59a3-4574-a7d3-38d3921eb4d8" providerId="ADAL" clId="{E81E533D-A006-412A-9DB5-60808D7961FE}" dt="2023-07-08T08:48:24.118" v="195" actId="1076"/>
          <ac:picMkLst>
            <pc:docMk/>
            <pc:sldMk cId="1177167804" sldId="302"/>
            <ac:picMk id="7" creationId="{22C5B224-E7DC-A87D-CF37-B330BDF48559}"/>
          </ac:picMkLst>
        </pc:picChg>
        <pc:picChg chg="add mod">
          <ac:chgData name="S M Towhidul Islam" userId="f0c7a54b-59a3-4574-a7d3-38d3921eb4d8" providerId="ADAL" clId="{E81E533D-A006-412A-9DB5-60808D7961FE}" dt="2023-07-08T08:49:25.175" v="206" actId="1076"/>
          <ac:picMkLst>
            <pc:docMk/>
            <pc:sldMk cId="1177167804" sldId="302"/>
            <ac:picMk id="9" creationId="{32D0B02C-976C-237B-AAF9-2069F018A6EC}"/>
          </ac:picMkLst>
        </pc:picChg>
        <pc:picChg chg="add mod">
          <ac:chgData name="S M Towhidul Islam" userId="f0c7a54b-59a3-4574-a7d3-38d3921eb4d8" providerId="ADAL" clId="{E81E533D-A006-412A-9DB5-60808D7961FE}" dt="2023-07-08T08:50:11.323" v="218" actId="1035"/>
          <ac:picMkLst>
            <pc:docMk/>
            <pc:sldMk cId="1177167804" sldId="302"/>
            <ac:picMk id="11" creationId="{4761A29B-D25C-AE45-2F2B-EF316D230DEE}"/>
          </ac:picMkLst>
        </pc:picChg>
      </pc:sldChg>
      <pc:sldChg chg="new del">
        <pc:chgData name="S M Towhidul Islam" userId="f0c7a54b-59a3-4574-a7d3-38d3921eb4d8" providerId="ADAL" clId="{E81E533D-A006-412A-9DB5-60808D7961FE}" dt="2023-07-08T08:52:07.152" v="222" actId="47"/>
        <pc:sldMkLst>
          <pc:docMk/>
          <pc:sldMk cId="3443564815" sldId="303"/>
        </pc:sldMkLst>
      </pc:sldChg>
      <pc:sldChg chg="modSp add mod modAnim">
        <pc:chgData name="S M Towhidul Islam" userId="f0c7a54b-59a3-4574-a7d3-38d3921eb4d8" providerId="ADAL" clId="{E81E533D-A006-412A-9DB5-60808D7961FE}" dt="2023-07-10T05:26:46.951" v="2067"/>
        <pc:sldMkLst>
          <pc:docMk/>
          <pc:sldMk cId="406097479" sldId="304"/>
        </pc:sldMkLst>
        <pc:spChg chg="mod">
          <ac:chgData name="S M Towhidul Islam" userId="f0c7a54b-59a3-4574-a7d3-38d3921eb4d8" providerId="ADAL" clId="{E81E533D-A006-412A-9DB5-60808D7961FE}" dt="2023-07-08T08:52:05.474" v="221" actId="27636"/>
          <ac:spMkLst>
            <pc:docMk/>
            <pc:sldMk cId="406097479" sldId="304"/>
            <ac:spMk id="2" creationId="{6502932B-0BE1-860D-BF68-5032D2C18CBE}"/>
          </ac:spMkLst>
        </pc:spChg>
        <pc:spChg chg="mod">
          <ac:chgData name="S M Towhidul Islam" userId="f0c7a54b-59a3-4574-a7d3-38d3921eb4d8" providerId="ADAL" clId="{E81E533D-A006-412A-9DB5-60808D7961FE}" dt="2023-07-10T05:26:28.282" v="2063" actId="12"/>
          <ac:spMkLst>
            <pc:docMk/>
            <pc:sldMk cId="406097479" sldId="304"/>
            <ac:spMk id="5" creationId="{FEEC279E-8581-4FB0-994B-D3E7CE02C5CF}"/>
          </ac:spMkLst>
        </pc:spChg>
      </pc:sldChg>
      <pc:sldChg chg="addSp delSp modSp add mod">
        <pc:chgData name="S M Towhidul Islam" userId="f0c7a54b-59a3-4574-a7d3-38d3921eb4d8" providerId="ADAL" clId="{E81E533D-A006-412A-9DB5-60808D7961FE}" dt="2023-07-10T05:28:52.163" v="2079" actId="14100"/>
        <pc:sldMkLst>
          <pc:docMk/>
          <pc:sldMk cId="625951002" sldId="305"/>
        </pc:sldMkLst>
        <pc:spChg chg="mod">
          <ac:chgData name="S M Towhidul Islam" userId="f0c7a54b-59a3-4574-a7d3-38d3921eb4d8" providerId="ADAL" clId="{E81E533D-A006-412A-9DB5-60808D7961FE}" dt="2023-07-10T05:28:48.891" v="2078" actId="14100"/>
          <ac:spMkLst>
            <pc:docMk/>
            <pc:sldMk cId="625951002" sldId="305"/>
            <ac:spMk id="2" creationId="{D7538955-1E83-66B2-92DB-075A31433D6A}"/>
          </ac:spMkLst>
        </pc:spChg>
        <pc:picChg chg="del mod">
          <ac:chgData name="S M Towhidul Islam" userId="f0c7a54b-59a3-4574-a7d3-38d3921eb4d8" providerId="ADAL" clId="{E81E533D-A006-412A-9DB5-60808D7961FE}" dt="2023-07-10T05:28:39.121" v="2073" actId="478"/>
          <ac:picMkLst>
            <pc:docMk/>
            <pc:sldMk cId="625951002" sldId="305"/>
            <ac:picMk id="4" creationId="{6B9D70C4-7C65-C914-7DB1-E4D832D39C7D}"/>
          </ac:picMkLst>
        </pc:picChg>
        <pc:picChg chg="del mod">
          <ac:chgData name="S M Towhidul Islam" userId="f0c7a54b-59a3-4574-a7d3-38d3921eb4d8" providerId="ADAL" clId="{E81E533D-A006-412A-9DB5-60808D7961FE}" dt="2023-07-10T05:27:59.069" v="2070" actId="478"/>
          <ac:picMkLst>
            <pc:docMk/>
            <pc:sldMk cId="625951002" sldId="305"/>
            <ac:picMk id="5" creationId="{465006AB-4B91-7457-C2B7-0DCD36EE9C13}"/>
          </ac:picMkLst>
        </pc:picChg>
        <pc:picChg chg="add mod">
          <ac:chgData name="S M Towhidul Islam" userId="f0c7a54b-59a3-4574-a7d3-38d3921eb4d8" providerId="ADAL" clId="{E81E533D-A006-412A-9DB5-60808D7961FE}" dt="2023-07-10T05:28:52.163" v="2079" actId="14100"/>
          <ac:picMkLst>
            <pc:docMk/>
            <pc:sldMk cId="625951002" sldId="305"/>
            <ac:picMk id="6" creationId="{4BFAA9CA-BAD6-19CA-96E0-D61DD2DD8968}"/>
          </ac:picMkLst>
        </pc:picChg>
      </pc:sldChg>
      <pc:sldChg chg="modSp add mod modAnim">
        <pc:chgData name="S M Towhidul Islam" userId="f0c7a54b-59a3-4574-a7d3-38d3921eb4d8" providerId="ADAL" clId="{E81E533D-A006-412A-9DB5-60808D7961FE}" dt="2023-07-10T05:29:46.534" v="2094"/>
        <pc:sldMkLst>
          <pc:docMk/>
          <pc:sldMk cId="412659567" sldId="306"/>
        </pc:sldMkLst>
        <pc:spChg chg="mod">
          <ac:chgData name="S M Towhidul Islam" userId="f0c7a54b-59a3-4574-a7d3-38d3921eb4d8" providerId="ADAL" clId="{E81E533D-A006-412A-9DB5-60808D7961FE}" dt="2023-07-08T08:52:55.169" v="227" actId="27636"/>
          <ac:spMkLst>
            <pc:docMk/>
            <pc:sldMk cId="412659567" sldId="306"/>
            <ac:spMk id="2" creationId="{70F26C1F-73DC-9C8B-455D-85AB0CDF2C8A}"/>
          </ac:spMkLst>
        </pc:spChg>
        <pc:spChg chg="mod">
          <ac:chgData name="S M Towhidul Islam" userId="f0c7a54b-59a3-4574-a7d3-38d3921eb4d8" providerId="ADAL" clId="{E81E533D-A006-412A-9DB5-60808D7961FE}" dt="2023-07-10T05:29:00.945" v="2082" actId="20577"/>
          <ac:spMkLst>
            <pc:docMk/>
            <pc:sldMk cId="412659567" sldId="306"/>
            <ac:spMk id="3" creationId="{2565C5A5-CD4E-6770-D0BE-8E5550921E75}"/>
          </ac:spMkLst>
        </pc:spChg>
        <pc:picChg chg="mod">
          <ac:chgData name="S M Towhidul Islam" userId="f0c7a54b-59a3-4574-a7d3-38d3921eb4d8" providerId="ADAL" clId="{E81E533D-A006-412A-9DB5-60808D7961FE}" dt="2023-07-10T05:29:09.951" v="2085" actId="1076"/>
          <ac:picMkLst>
            <pc:docMk/>
            <pc:sldMk cId="412659567" sldId="306"/>
            <ac:picMk id="4" creationId="{9DEDC6A3-42E0-5479-5207-CE14B048E3EC}"/>
          </ac:picMkLst>
        </pc:picChg>
        <pc:picChg chg="mod">
          <ac:chgData name="S M Towhidul Islam" userId="f0c7a54b-59a3-4574-a7d3-38d3921eb4d8" providerId="ADAL" clId="{E81E533D-A006-412A-9DB5-60808D7961FE}" dt="2023-07-10T05:29:19.860" v="2089" actId="1076"/>
          <ac:picMkLst>
            <pc:docMk/>
            <pc:sldMk cId="412659567" sldId="306"/>
            <ac:picMk id="5" creationId="{A39D4BCA-B8C4-879F-468C-906C9AD2CF03}"/>
          </ac:picMkLst>
        </pc:picChg>
      </pc:sldChg>
      <pc:sldChg chg="addSp delSp modSp new mod modAnim">
        <pc:chgData name="S M Towhidul Islam" userId="f0c7a54b-59a3-4574-a7d3-38d3921eb4d8" providerId="ADAL" clId="{E81E533D-A006-412A-9DB5-60808D7961FE}" dt="2023-07-10T05:35:29.865" v="2142"/>
        <pc:sldMkLst>
          <pc:docMk/>
          <pc:sldMk cId="2126835938" sldId="307"/>
        </pc:sldMkLst>
        <pc:spChg chg="add mod">
          <ac:chgData name="S M Towhidul Islam" userId="f0c7a54b-59a3-4574-a7d3-38d3921eb4d8" providerId="ADAL" clId="{E81E533D-A006-412A-9DB5-60808D7961FE}" dt="2023-07-09T04:05:00.561" v="413" actId="207"/>
          <ac:spMkLst>
            <pc:docMk/>
            <pc:sldMk cId="2126835938" sldId="307"/>
            <ac:spMk id="12" creationId="{4E817CA5-6A07-14CB-53C4-1A8380EDBC8D}"/>
          </ac:spMkLst>
        </pc:spChg>
        <pc:spChg chg="add mod">
          <ac:chgData name="S M Towhidul Islam" userId="f0c7a54b-59a3-4574-a7d3-38d3921eb4d8" providerId="ADAL" clId="{E81E533D-A006-412A-9DB5-60808D7961FE}" dt="2023-07-09T04:05:57.030" v="427" actId="1036"/>
          <ac:spMkLst>
            <pc:docMk/>
            <pc:sldMk cId="2126835938" sldId="307"/>
            <ac:spMk id="13" creationId="{83BB5D09-652D-F0AC-4712-3C1852E1BB07}"/>
          </ac:spMkLst>
        </pc:spChg>
        <pc:spChg chg="add mod">
          <ac:chgData name="S M Towhidul Islam" userId="f0c7a54b-59a3-4574-a7d3-38d3921eb4d8" providerId="ADAL" clId="{E81E533D-A006-412A-9DB5-60808D7961FE}" dt="2023-07-09T04:05:45.829" v="424" actId="14100"/>
          <ac:spMkLst>
            <pc:docMk/>
            <pc:sldMk cId="2126835938" sldId="307"/>
            <ac:spMk id="14" creationId="{2AF8D9ED-81C5-7AFA-D0C4-39AD838697C5}"/>
          </ac:spMkLst>
        </pc:spChg>
        <pc:picChg chg="add mod">
          <ac:chgData name="S M Towhidul Islam" userId="f0c7a54b-59a3-4574-a7d3-38d3921eb4d8" providerId="ADAL" clId="{E81E533D-A006-412A-9DB5-60808D7961FE}" dt="2023-07-09T04:03:23.879" v="396" actId="1076"/>
          <ac:picMkLst>
            <pc:docMk/>
            <pc:sldMk cId="2126835938" sldId="307"/>
            <ac:picMk id="3" creationId="{3DCCA809-8178-C992-6FC2-3A68E7870730}"/>
          </ac:picMkLst>
        </pc:picChg>
        <pc:picChg chg="add del">
          <ac:chgData name="S M Towhidul Islam" userId="f0c7a54b-59a3-4574-a7d3-38d3921eb4d8" providerId="ADAL" clId="{E81E533D-A006-412A-9DB5-60808D7961FE}" dt="2023-07-09T04:04:00.705" v="402" actId="478"/>
          <ac:picMkLst>
            <pc:docMk/>
            <pc:sldMk cId="2126835938" sldId="307"/>
            <ac:picMk id="5" creationId="{743987A1-2CF3-3EF7-A1BE-9BE7A602478C}"/>
          </ac:picMkLst>
        </pc:picChg>
        <pc:picChg chg="add mod">
          <ac:chgData name="S M Towhidul Islam" userId="f0c7a54b-59a3-4574-a7d3-38d3921eb4d8" providerId="ADAL" clId="{E81E533D-A006-412A-9DB5-60808D7961FE}" dt="2023-07-09T04:04:33.937" v="410" actId="1076"/>
          <ac:picMkLst>
            <pc:docMk/>
            <pc:sldMk cId="2126835938" sldId="307"/>
            <ac:picMk id="7" creationId="{D1A918A0-54D6-0B0F-86FE-B97984C0BD1A}"/>
          </ac:picMkLst>
        </pc:picChg>
        <pc:picChg chg="add mod">
          <ac:chgData name="S M Towhidul Islam" userId="f0c7a54b-59a3-4574-a7d3-38d3921eb4d8" providerId="ADAL" clId="{E81E533D-A006-412A-9DB5-60808D7961FE}" dt="2023-07-09T04:05:51.228" v="425" actId="1076"/>
          <ac:picMkLst>
            <pc:docMk/>
            <pc:sldMk cId="2126835938" sldId="307"/>
            <ac:picMk id="9" creationId="{40F7ABA3-E040-E623-BB4C-BC01F58770AE}"/>
          </ac:picMkLst>
        </pc:picChg>
        <pc:picChg chg="add mod">
          <ac:chgData name="S M Towhidul Islam" userId="f0c7a54b-59a3-4574-a7d3-38d3921eb4d8" providerId="ADAL" clId="{E81E533D-A006-412A-9DB5-60808D7961FE}" dt="2023-07-09T04:05:43.423" v="423" actId="14100"/>
          <ac:picMkLst>
            <pc:docMk/>
            <pc:sldMk cId="2126835938" sldId="307"/>
            <ac:picMk id="11" creationId="{D12A4C55-C951-5C3B-8848-1EAF0FFF99B9}"/>
          </ac:picMkLst>
        </pc:picChg>
      </pc:sldChg>
      <pc:sldChg chg="addSp modSp new mod modAnim">
        <pc:chgData name="S M Towhidul Islam" userId="f0c7a54b-59a3-4574-a7d3-38d3921eb4d8" providerId="ADAL" clId="{E81E533D-A006-412A-9DB5-60808D7961FE}" dt="2023-07-10T05:36:17.391" v="2149"/>
        <pc:sldMkLst>
          <pc:docMk/>
          <pc:sldMk cId="3086235275" sldId="308"/>
        </pc:sldMkLst>
        <pc:spChg chg="add mod">
          <ac:chgData name="S M Towhidul Islam" userId="f0c7a54b-59a3-4574-a7d3-38d3921eb4d8" providerId="ADAL" clId="{E81E533D-A006-412A-9DB5-60808D7961FE}" dt="2023-07-09T04:09:32.002" v="459" actId="1076"/>
          <ac:spMkLst>
            <pc:docMk/>
            <pc:sldMk cId="3086235275" sldId="308"/>
            <ac:spMk id="2" creationId="{CEE293CD-BC96-A229-A412-2BF47A9F0F66}"/>
          </ac:spMkLst>
        </pc:spChg>
        <pc:spChg chg="add mod">
          <ac:chgData name="S M Towhidul Islam" userId="f0c7a54b-59a3-4574-a7d3-38d3921eb4d8" providerId="ADAL" clId="{E81E533D-A006-412A-9DB5-60808D7961FE}" dt="2023-07-10T05:35:58.385" v="2145" actId="13926"/>
          <ac:spMkLst>
            <pc:docMk/>
            <pc:sldMk cId="3086235275" sldId="308"/>
            <ac:spMk id="4" creationId="{FCC47B49-5DD1-6FFF-81AE-C20AAFAA0E49}"/>
          </ac:spMkLst>
        </pc:spChg>
        <pc:picChg chg="add mod">
          <ac:chgData name="S M Towhidul Islam" userId="f0c7a54b-59a3-4574-a7d3-38d3921eb4d8" providerId="ADAL" clId="{E81E533D-A006-412A-9DB5-60808D7961FE}" dt="2023-07-09T04:12:52.931" v="578" actId="1076"/>
          <ac:picMkLst>
            <pc:docMk/>
            <pc:sldMk cId="3086235275" sldId="308"/>
            <ac:picMk id="6" creationId="{18EED77D-F04B-A297-9F53-BAD670CC7AA7}"/>
          </ac:picMkLst>
        </pc:picChg>
        <pc:picChg chg="add mod">
          <ac:chgData name="S M Towhidul Islam" userId="f0c7a54b-59a3-4574-a7d3-38d3921eb4d8" providerId="ADAL" clId="{E81E533D-A006-412A-9DB5-60808D7961FE}" dt="2023-07-09T04:13:06.301" v="582" actId="1076"/>
          <ac:picMkLst>
            <pc:docMk/>
            <pc:sldMk cId="3086235275" sldId="308"/>
            <ac:picMk id="8" creationId="{B7C409A4-2A32-C5DB-808F-9A314D8F4DB9}"/>
          </ac:picMkLst>
        </pc:picChg>
      </pc:sldChg>
      <pc:sldChg chg="addSp modSp new mod modAnim">
        <pc:chgData name="S M Towhidul Islam" userId="f0c7a54b-59a3-4574-a7d3-38d3921eb4d8" providerId="ADAL" clId="{E81E533D-A006-412A-9DB5-60808D7961FE}" dt="2023-07-10T05:36:28.872" v="2150"/>
        <pc:sldMkLst>
          <pc:docMk/>
          <pc:sldMk cId="2021498878" sldId="309"/>
        </pc:sldMkLst>
        <pc:spChg chg="add mod">
          <ac:chgData name="S M Towhidul Islam" userId="f0c7a54b-59a3-4574-a7d3-38d3921eb4d8" providerId="ADAL" clId="{E81E533D-A006-412A-9DB5-60808D7961FE}" dt="2023-07-09T04:36:25.751" v="826" actId="1076"/>
          <ac:spMkLst>
            <pc:docMk/>
            <pc:sldMk cId="2021498878" sldId="309"/>
            <ac:spMk id="2" creationId="{DF793F6F-D65D-1A86-D36D-CF06FC3D8626}"/>
          </ac:spMkLst>
        </pc:spChg>
        <pc:picChg chg="add mod">
          <ac:chgData name="S M Towhidul Islam" userId="f0c7a54b-59a3-4574-a7d3-38d3921eb4d8" providerId="ADAL" clId="{E81E533D-A006-412A-9DB5-60808D7961FE}" dt="2023-07-09T04:15:42.155" v="608" actId="1076"/>
          <ac:picMkLst>
            <pc:docMk/>
            <pc:sldMk cId="2021498878" sldId="309"/>
            <ac:picMk id="4" creationId="{423179C5-07DE-5465-21D6-A11677FC193E}"/>
          </ac:picMkLst>
        </pc:picChg>
        <pc:picChg chg="add mod">
          <ac:chgData name="S M Towhidul Islam" userId="f0c7a54b-59a3-4574-a7d3-38d3921eb4d8" providerId="ADAL" clId="{E81E533D-A006-412A-9DB5-60808D7961FE}" dt="2023-07-09T04:15:42.155" v="608" actId="1076"/>
          <ac:picMkLst>
            <pc:docMk/>
            <pc:sldMk cId="2021498878" sldId="309"/>
            <ac:picMk id="6" creationId="{89384321-A5DA-7CBF-41E0-D2BF46DE6128}"/>
          </ac:picMkLst>
        </pc:picChg>
      </pc:sldChg>
      <pc:sldChg chg="addSp delSp modSp new mod modAnim">
        <pc:chgData name="S M Towhidul Islam" userId="f0c7a54b-59a3-4574-a7d3-38d3921eb4d8" providerId="ADAL" clId="{E81E533D-A006-412A-9DB5-60808D7961FE}" dt="2023-07-09T04:32:46.597" v="824" actId="1076"/>
        <pc:sldMkLst>
          <pc:docMk/>
          <pc:sldMk cId="1774103294" sldId="310"/>
        </pc:sldMkLst>
        <pc:spChg chg="add mod">
          <ac:chgData name="S M Towhidul Islam" userId="f0c7a54b-59a3-4574-a7d3-38d3921eb4d8" providerId="ADAL" clId="{E81E533D-A006-412A-9DB5-60808D7961FE}" dt="2023-07-09T04:32:43" v="823" actId="1076"/>
          <ac:spMkLst>
            <pc:docMk/>
            <pc:sldMk cId="1774103294" sldId="310"/>
            <ac:spMk id="3" creationId="{A6207346-0BFE-AD88-E511-73D0AC1BCE67}"/>
          </ac:spMkLst>
        </pc:spChg>
        <pc:spChg chg="add mod">
          <ac:chgData name="S M Towhidul Islam" userId="f0c7a54b-59a3-4574-a7d3-38d3921eb4d8" providerId="ADAL" clId="{E81E533D-A006-412A-9DB5-60808D7961FE}" dt="2023-07-09T04:32:46.597" v="824" actId="1076"/>
          <ac:spMkLst>
            <pc:docMk/>
            <pc:sldMk cId="1774103294" sldId="310"/>
            <ac:spMk id="4" creationId="{2817ADC4-2AF3-E9BE-F779-53AA2CF6689B}"/>
          </ac:spMkLst>
        </pc:spChg>
        <pc:spChg chg="add mod">
          <ac:chgData name="S M Towhidul Islam" userId="f0c7a54b-59a3-4574-a7d3-38d3921eb4d8" providerId="ADAL" clId="{E81E533D-A006-412A-9DB5-60808D7961FE}" dt="2023-07-09T04:32:43" v="823" actId="1076"/>
          <ac:spMkLst>
            <pc:docMk/>
            <pc:sldMk cId="1774103294" sldId="310"/>
            <ac:spMk id="8" creationId="{0ED73ACA-EEA2-6A50-A5BF-0327F61A6F2C}"/>
          </ac:spMkLst>
        </pc:spChg>
        <pc:spChg chg="add mod">
          <ac:chgData name="S M Towhidul Islam" userId="f0c7a54b-59a3-4574-a7d3-38d3921eb4d8" providerId="ADAL" clId="{E81E533D-A006-412A-9DB5-60808D7961FE}" dt="2023-07-09T04:32:43" v="823" actId="1076"/>
          <ac:spMkLst>
            <pc:docMk/>
            <pc:sldMk cId="1774103294" sldId="310"/>
            <ac:spMk id="9" creationId="{9A113525-D0C3-C54C-A05C-2A8FA0BEC57C}"/>
          </ac:spMkLst>
        </pc:spChg>
        <pc:spChg chg="add mod">
          <ac:chgData name="S M Towhidul Islam" userId="f0c7a54b-59a3-4574-a7d3-38d3921eb4d8" providerId="ADAL" clId="{E81E533D-A006-412A-9DB5-60808D7961FE}" dt="2023-07-09T04:32:43" v="823" actId="1076"/>
          <ac:spMkLst>
            <pc:docMk/>
            <pc:sldMk cId="1774103294" sldId="310"/>
            <ac:spMk id="10" creationId="{3DCD37F8-642D-E33E-3764-F82CDAA9F3C0}"/>
          </ac:spMkLst>
        </pc:spChg>
        <pc:spChg chg="add mod">
          <ac:chgData name="S M Towhidul Islam" userId="f0c7a54b-59a3-4574-a7d3-38d3921eb4d8" providerId="ADAL" clId="{E81E533D-A006-412A-9DB5-60808D7961FE}" dt="2023-07-09T04:32:43" v="823" actId="1076"/>
          <ac:spMkLst>
            <pc:docMk/>
            <pc:sldMk cId="1774103294" sldId="310"/>
            <ac:spMk id="11" creationId="{2002FC96-C265-C2AE-105A-436E03A5476A}"/>
          </ac:spMkLst>
        </pc:spChg>
        <pc:spChg chg="add mod">
          <ac:chgData name="S M Towhidul Islam" userId="f0c7a54b-59a3-4574-a7d3-38d3921eb4d8" providerId="ADAL" clId="{E81E533D-A006-412A-9DB5-60808D7961FE}" dt="2023-07-09T04:32:43" v="823" actId="1076"/>
          <ac:spMkLst>
            <pc:docMk/>
            <pc:sldMk cId="1774103294" sldId="310"/>
            <ac:spMk id="12" creationId="{BFFADCC5-6210-E1D7-0AF2-9C7F9AA7F5C5}"/>
          </ac:spMkLst>
        </pc:spChg>
        <pc:spChg chg="add mod">
          <ac:chgData name="S M Towhidul Islam" userId="f0c7a54b-59a3-4574-a7d3-38d3921eb4d8" providerId="ADAL" clId="{E81E533D-A006-412A-9DB5-60808D7961FE}" dt="2023-07-09T04:32:43" v="823" actId="1076"/>
          <ac:spMkLst>
            <pc:docMk/>
            <pc:sldMk cId="1774103294" sldId="310"/>
            <ac:spMk id="13" creationId="{86BCD183-FCCE-F86A-6010-7616E9F67207}"/>
          </ac:spMkLst>
        </pc:spChg>
        <pc:spChg chg="add mod">
          <ac:chgData name="S M Towhidul Islam" userId="f0c7a54b-59a3-4574-a7d3-38d3921eb4d8" providerId="ADAL" clId="{E81E533D-A006-412A-9DB5-60808D7961FE}" dt="2023-07-09T04:32:43" v="823" actId="1076"/>
          <ac:spMkLst>
            <pc:docMk/>
            <pc:sldMk cId="1774103294" sldId="310"/>
            <ac:spMk id="14" creationId="{7449D135-8A6D-1366-2DDB-9BCF06B8861B}"/>
          </ac:spMkLst>
        </pc:spChg>
        <pc:spChg chg="add mod">
          <ac:chgData name="S M Towhidul Islam" userId="f0c7a54b-59a3-4574-a7d3-38d3921eb4d8" providerId="ADAL" clId="{E81E533D-A006-412A-9DB5-60808D7961FE}" dt="2023-07-09T04:32:43" v="823" actId="1076"/>
          <ac:spMkLst>
            <pc:docMk/>
            <pc:sldMk cId="1774103294" sldId="310"/>
            <ac:spMk id="15" creationId="{AFEFB6BF-BAEC-7C64-D297-CA724724EDB6}"/>
          </ac:spMkLst>
        </pc:spChg>
        <pc:spChg chg="add mod">
          <ac:chgData name="S M Towhidul Islam" userId="f0c7a54b-59a3-4574-a7d3-38d3921eb4d8" providerId="ADAL" clId="{E81E533D-A006-412A-9DB5-60808D7961FE}" dt="2023-07-09T04:32:43" v="823" actId="1076"/>
          <ac:spMkLst>
            <pc:docMk/>
            <pc:sldMk cId="1774103294" sldId="310"/>
            <ac:spMk id="16" creationId="{8D62F2AE-54EA-0AD6-EDF3-16159DAE73BB}"/>
          </ac:spMkLst>
        </pc:spChg>
        <pc:spChg chg="add mod">
          <ac:chgData name="S M Towhidul Islam" userId="f0c7a54b-59a3-4574-a7d3-38d3921eb4d8" providerId="ADAL" clId="{E81E533D-A006-412A-9DB5-60808D7961FE}" dt="2023-07-09T04:32:43" v="823" actId="1076"/>
          <ac:spMkLst>
            <pc:docMk/>
            <pc:sldMk cId="1774103294" sldId="310"/>
            <ac:spMk id="17" creationId="{5883D7E9-887C-3E48-B0E0-4FB47D4B8424}"/>
          </ac:spMkLst>
        </pc:spChg>
        <pc:graphicFrameChg chg="add del mod modGraphic">
          <ac:chgData name="S M Towhidul Islam" userId="f0c7a54b-59a3-4574-a7d3-38d3921eb4d8" providerId="ADAL" clId="{E81E533D-A006-412A-9DB5-60808D7961FE}" dt="2023-07-09T04:19:42.858" v="641" actId="478"/>
          <ac:graphicFrameMkLst>
            <pc:docMk/>
            <pc:sldMk cId="1774103294" sldId="310"/>
            <ac:graphicFrameMk id="5" creationId="{4039BA65-02DA-DDEC-C6E7-FF83C9774530}"/>
          </ac:graphicFrameMkLst>
        </pc:graphicFrameChg>
        <pc:graphicFrameChg chg="add del">
          <ac:chgData name="S M Towhidul Islam" userId="f0c7a54b-59a3-4574-a7d3-38d3921eb4d8" providerId="ADAL" clId="{E81E533D-A006-412A-9DB5-60808D7961FE}" dt="2023-07-09T04:19:57.813" v="643" actId="3680"/>
          <ac:graphicFrameMkLst>
            <pc:docMk/>
            <pc:sldMk cId="1774103294" sldId="310"/>
            <ac:graphicFrameMk id="6" creationId="{B5BCF5C7-8EDA-1F39-F2D8-883091F23163}"/>
          </ac:graphicFrameMkLst>
        </pc:graphicFrameChg>
        <pc:graphicFrameChg chg="add mod modGraphic">
          <ac:chgData name="S M Towhidul Islam" userId="f0c7a54b-59a3-4574-a7d3-38d3921eb4d8" providerId="ADAL" clId="{E81E533D-A006-412A-9DB5-60808D7961FE}" dt="2023-07-09T04:32:43" v="823" actId="1076"/>
          <ac:graphicFrameMkLst>
            <pc:docMk/>
            <pc:sldMk cId="1774103294" sldId="310"/>
            <ac:graphicFrameMk id="7" creationId="{5A90EBFC-685B-1EC8-425B-E94A2841BB6B}"/>
          </ac:graphicFrameMkLst>
        </pc:graphicFrameChg>
      </pc:sldChg>
      <pc:sldChg chg="addSp delSp modSp new mod modAnim">
        <pc:chgData name="S M Towhidul Islam" userId="f0c7a54b-59a3-4574-a7d3-38d3921eb4d8" providerId="ADAL" clId="{E81E533D-A006-412A-9DB5-60808D7961FE}" dt="2023-07-10T05:37:01.578" v="2152"/>
        <pc:sldMkLst>
          <pc:docMk/>
          <pc:sldMk cId="656668205" sldId="311"/>
        </pc:sldMkLst>
        <pc:spChg chg="add mod">
          <ac:chgData name="S M Towhidul Islam" userId="f0c7a54b-59a3-4574-a7d3-38d3921eb4d8" providerId="ADAL" clId="{E81E533D-A006-412A-9DB5-60808D7961FE}" dt="2023-07-09T04:38:31.757" v="900" actId="1076"/>
          <ac:spMkLst>
            <pc:docMk/>
            <pc:sldMk cId="656668205" sldId="311"/>
            <ac:spMk id="2" creationId="{E100FF32-A38C-9920-AAA4-77FCBC6697DE}"/>
          </ac:spMkLst>
        </pc:spChg>
        <pc:spChg chg="add del mod">
          <ac:chgData name="S M Towhidul Islam" userId="f0c7a54b-59a3-4574-a7d3-38d3921eb4d8" providerId="ADAL" clId="{E81E533D-A006-412A-9DB5-60808D7961FE}" dt="2023-07-09T04:36:30.844" v="829"/>
          <ac:spMkLst>
            <pc:docMk/>
            <pc:sldMk cId="656668205" sldId="311"/>
            <ac:spMk id="3" creationId="{0EF52471-443D-8EA6-B5A5-5454D3DAD929}"/>
          </ac:spMkLst>
        </pc:spChg>
        <pc:picChg chg="add mod">
          <ac:chgData name="S M Towhidul Islam" userId="f0c7a54b-59a3-4574-a7d3-38d3921eb4d8" providerId="ADAL" clId="{E81E533D-A006-412A-9DB5-60808D7961FE}" dt="2023-07-09T04:38:40.068" v="903" actId="1076"/>
          <ac:picMkLst>
            <pc:docMk/>
            <pc:sldMk cId="656668205" sldId="311"/>
            <ac:picMk id="5" creationId="{AEA3AD99-FCF0-AB76-FCD3-2D37F6F59A80}"/>
          </ac:picMkLst>
        </pc:picChg>
        <pc:picChg chg="add mod">
          <ac:chgData name="S M Towhidul Islam" userId="f0c7a54b-59a3-4574-a7d3-38d3921eb4d8" providerId="ADAL" clId="{E81E533D-A006-412A-9DB5-60808D7961FE}" dt="2023-07-09T04:39:03.959" v="908" actId="1076"/>
          <ac:picMkLst>
            <pc:docMk/>
            <pc:sldMk cId="656668205" sldId="311"/>
            <ac:picMk id="7" creationId="{3E7728D8-FC4D-92A9-6EED-A6AA3DA1C6CB}"/>
          </ac:picMkLst>
        </pc:picChg>
      </pc:sldChg>
      <pc:sldChg chg="addSp modSp new mod modAnim">
        <pc:chgData name="S M Towhidul Islam" userId="f0c7a54b-59a3-4574-a7d3-38d3921eb4d8" providerId="ADAL" clId="{E81E533D-A006-412A-9DB5-60808D7961FE}" dt="2023-07-10T05:37:13.809" v="2155"/>
        <pc:sldMkLst>
          <pc:docMk/>
          <pc:sldMk cId="3692401643" sldId="312"/>
        </pc:sldMkLst>
        <pc:picChg chg="add mod">
          <ac:chgData name="S M Towhidul Islam" userId="f0c7a54b-59a3-4574-a7d3-38d3921eb4d8" providerId="ADAL" clId="{E81E533D-A006-412A-9DB5-60808D7961FE}" dt="2023-07-09T04:40:06.004" v="916" actId="1076"/>
          <ac:picMkLst>
            <pc:docMk/>
            <pc:sldMk cId="3692401643" sldId="312"/>
            <ac:picMk id="3" creationId="{5F9A2719-A52A-BEB7-68BD-CC7E9793B71B}"/>
          </ac:picMkLst>
        </pc:picChg>
        <pc:picChg chg="add mod">
          <ac:chgData name="S M Towhidul Islam" userId="f0c7a54b-59a3-4574-a7d3-38d3921eb4d8" providerId="ADAL" clId="{E81E533D-A006-412A-9DB5-60808D7961FE}" dt="2023-07-10T05:37:09.887" v="2153" actId="1076"/>
          <ac:picMkLst>
            <pc:docMk/>
            <pc:sldMk cId="3692401643" sldId="312"/>
            <ac:picMk id="5" creationId="{5A029275-C58A-A8AA-E232-47F508AE244D}"/>
          </ac:picMkLst>
        </pc:picChg>
      </pc:sldChg>
      <pc:sldChg chg="addSp delSp modSp new mod modAnim">
        <pc:chgData name="S M Towhidul Islam" userId="f0c7a54b-59a3-4574-a7d3-38d3921eb4d8" providerId="ADAL" clId="{E81E533D-A006-412A-9DB5-60808D7961FE}" dt="2023-07-10T05:38:08.841" v="2159"/>
        <pc:sldMkLst>
          <pc:docMk/>
          <pc:sldMk cId="2617392174" sldId="313"/>
        </pc:sldMkLst>
        <pc:spChg chg="add mod">
          <ac:chgData name="S M Towhidul Islam" userId="f0c7a54b-59a3-4574-a7d3-38d3921eb4d8" providerId="ADAL" clId="{E81E533D-A006-412A-9DB5-60808D7961FE}" dt="2023-07-09T04:52:23.045" v="1175" actId="20577"/>
          <ac:spMkLst>
            <pc:docMk/>
            <pc:sldMk cId="2617392174" sldId="313"/>
            <ac:spMk id="4" creationId="{58F804BC-14C8-704F-9EBA-47B700C58BB7}"/>
          </ac:spMkLst>
        </pc:spChg>
        <pc:graphicFrameChg chg="add del mod modGraphic">
          <ac:chgData name="S M Towhidul Islam" userId="f0c7a54b-59a3-4574-a7d3-38d3921eb4d8" providerId="ADAL" clId="{E81E533D-A006-412A-9DB5-60808D7961FE}" dt="2023-07-09T04:42:50.378" v="923" actId="478"/>
          <ac:graphicFrameMkLst>
            <pc:docMk/>
            <pc:sldMk cId="2617392174" sldId="313"/>
            <ac:graphicFrameMk id="2" creationId="{83375A2E-655F-7F9D-1159-0E7B47C31815}"/>
          </ac:graphicFrameMkLst>
        </pc:graphicFrameChg>
        <pc:graphicFrameChg chg="add mod modGraphic">
          <ac:chgData name="S M Towhidul Islam" userId="f0c7a54b-59a3-4574-a7d3-38d3921eb4d8" providerId="ADAL" clId="{E81E533D-A006-412A-9DB5-60808D7961FE}" dt="2023-07-09T08:10:23.755" v="1562" actId="20577"/>
          <ac:graphicFrameMkLst>
            <pc:docMk/>
            <pc:sldMk cId="2617392174" sldId="313"/>
            <ac:graphicFrameMk id="3" creationId="{B485C952-ED14-85CF-6659-EBE24448F34D}"/>
          </ac:graphicFrameMkLst>
        </pc:graphicFrameChg>
      </pc:sldChg>
      <pc:sldChg chg="addSp delSp modSp new mod modAnim">
        <pc:chgData name="S M Towhidul Islam" userId="f0c7a54b-59a3-4574-a7d3-38d3921eb4d8" providerId="ADAL" clId="{E81E533D-A006-412A-9DB5-60808D7961FE}" dt="2023-07-10T05:38:40.699" v="2164"/>
        <pc:sldMkLst>
          <pc:docMk/>
          <pc:sldMk cId="3997509206" sldId="314"/>
        </pc:sldMkLst>
        <pc:spChg chg="add mod">
          <ac:chgData name="S M Towhidul Islam" userId="f0c7a54b-59a3-4574-a7d3-38d3921eb4d8" providerId="ADAL" clId="{E81E533D-A006-412A-9DB5-60808D7961FE}" dt="2023-07-09T08:00:29.889" v="1193" actId="1076"/>
          <ac:spMkLst>
            <pc:docMk/>
            <pc:sldMk cId="3997509206" sldId="314"/>
            <ac:spMk id="2" creationId="{391EAD2A-A8B8-842C-A3DB-237927B9442E}"/>
          </ac:spMkLst>
        </pc:spChg>
        <pc:spChg chg="add mod">
          <ac:chgData name="S M Towhidul Islam" userId="f0c7a54b-59a3-4574-a7d3-38d3921eb4d8" providerId="ADAL" clId="{E81E533D-A006-412A-9DB5-60808D7961FE}" dt="2023-07-09T08:00:32.927" v="1194" actId="1076"/>
          <ac:spMkLst>
            <pc:docMk/>
            <pc:sldMk cId="3997509206" sldId="314"/>
            <ac:spMk id="3" creationId="{FFAF345E-7DA1-2C63-9553-724066EA9CD9}"/>
          </ac:spMkLst>
        </pc:spChg>
        <pc:spChg chg="add del">
          <ac:chgData name="S M Towhidul Islam" userId="f0c7a54b-59a3-4574-a7d3-38d3921eb4d8" providerId="ADAL" clId="{E81E533D-A006-412A-9DB5-60808D7961FE}" dt="2023-07-09T04:49:06.109" v="1150" actId="22"/>
          <ac:spMkLst>
            <pc:docMk/>
            <pc:sldMk cId="3997509206" sldId="314"/>
            <ac:spMk id="5" creationId="{003D1315-6834-0C98-328F-CCBCCCEABC21}"/>
          </ac:spMkLst>
        </pc:spChg>
        <pc:spChg chg="add del mod">
          <ac:chgData name="S M Towhidul Islam" userId="f0c7a54b-59a3-4574-a7d3-38d3921eb4d8" providerId="ADAL" clId="{E81E533D-A006-412A-9DB5-60808D7961FE}" dt="2023-07-09T04:52:43.349" v="1176" actId="478"/>
          <ac:spMkLst>
            <pc:docMk/>
            <pc:sldMk cId="3997509206" sldId="314"/>
            <ac:spMk id="7" creationId="{6BFC3460-6F7D-EF21-D0FA-4BE9F8EB6ECB}"/>
          </ac:spMkLst>
        </pc:spChg>
        <pc:spChg chg="add mod">
          <ac:chgData name="S M Towhidul Islam" userId="f0c7a54b-59a3-4574-a7d3-38d3921eb4d8" providerId="ADAL" clId="{E81E533D-A006-412A-9DB5-60808D7961FE}" dt="2023-07-09T08:00:51.413" v="1210" actId="113"/>
          <ac:spMkLst>
            <pc:docMk/>
            <pc:sldMk cId="3997509206" sldId="314"/>
            <ac:spMk id="12" creationId="{04B39961-6A66-E687-AE7E-AD6A0BF165DC}"/>
          </ac:spMkLst>
        </pc:spChg>
        <pc:picChg chg="add mod">
          <ac:chgData name="S M Towhidul Islam" userId="f0c7a54b-59a3-4574-a7d3-38d3921eb4d8" providerId="ADAL" clId="{E81E533D-A006-412A-9DB5-60808D7961FE}" dt="2023-07-09T08:00:34.465" v="1195" actId="1076"/>
          <ac:picMkLst>
            <pc:docMk/>
            <pc:sldMk cId="3997509206" sldId="314"/>
            <ac:picMk id="9" creationId="{5D98A49C-B47F-66F6-A6CD-54065E439211}"/>
          </ac:picMkLst>
        </pc:picChg>
        <pc:picChg chg="add mod">
          <ac:chgData name="S M Towhidul Islam" userId="f0c7a54b-59a3-4574-a7d3-38d3921eb4d8" providerId="ADAL" clId="{E81E533D-A006-412A-9DB5-60808D7961FE}" dt="2023-07-09T08:00:36.185" v="1196" actId="1076"/>
          <ac:picMkLst>
            <pc:docMk/>
            <pc:sldMk cId="3997509206" sldId="314"/>
            <ac:picMk id="11" creationId="{65CA5B95-740C-C1A2-6E66-477FA4579E0E}"/>
          </ac:picMkLst>
        </pc:picChg>
      </pc:sldChg>
      <pc:sldChg chg="modSp add del mod">
        <pc:chgData name="S M Towhidul Islam" userId="f0c7a54b-59a3-4574-a7d3-38d3921eb4d8" providerId="ADAL" clId="{E81E533D-A006-412A-9DB5-60808D7961FE}" dt="2023-07-09T08:03:59.071" v="1263" actId="47"/>
        <pc:sldMkLst>
          <pc:docMk/>
          <pc:sldMk cId="1521194674" sldId="315"/>
        </pc:sldMkLst>
        <pc:spChg chg="mod">
          <ac:chgData name="S M Towhidul Islam" userId="f0c7a54b-59a3-4574-a7d3-38d3921eb4d8" providerId="ADAL" clId="{E81E533D-A006-412A-9DB5-60808D7961FE}" dt="2023-07-09T04:53:13.836" v="1186" actId="20577"/>
          <ac:spMkLst>
            <pc:docMk/>
            <pc:sldMk cId="1521194674" sldId="315"/>
            <ac:spMk id="2" creationId="{391EAD2A-A8B8-842C-A3DB-237927B9442E}"/>
          </ac:spMkLst>
        </pc:spChg>
        <pc:spChg chg="mod">
          <ac:chgData name="S M Towhidul Islam" userId="f0c7a54b-59a3-4574-a7d3-38d3921eb4d8" providerId="ADAL" clId="{E81E533D-A006-412A-9DB5-60808D7961FE}" dt="2023-07-09T08:01:20.707" v="1260" actId="20577"/>
          <ac:spMkLst>
            <pc:docMk/>
            <pc:sldMk cId="1521194674" sldId="315"/>
            <ac:spMk id="3" creationId="{FFAF345E-7DA1-2C63-9553-724066EA9CD9}"/>
          </ac:spMkLst>
        </pc:spChg>
      </pc:sldChg>
      <pc:sldChg chg="new del">
        <pc:chgData name="S M Towhidul Islam" userId="f0c7a54b-59a3-4574-a7d3-38d3921eb4d8" providerId="ADAL" clId="{E81E533D-A006-412A-9DB5-60808D7961FE}" dt="2023-07-09T08:05:40.094" v="1295" actId="47"/>
        <pc:sldMkLst>
          <pc:docMk/>
          <pc:sldMk cId="147448673" sldId="316"/>
        </pc:sldMkLst>
      </pc:sldChg>
      <pc:sldChg chg="addSp delSp modSp add mod modAnim">
        <pc:chgData name="S M Towhidul Islam" userId="f0c7a54b-59a3-4574-a7d3-38d3921eb4d8" providerId="ADAL" clId="{E81E533D-A006-412A-9DB5-60808D7961FE}" dt="2023-07-10T05:38:59.831" v="2167"/>
        <pc:sldMkLst>
          <pc:docMk/>
          <pc:sldMk cId="1335856287" sldId="317"/>
        </pc:sldMkLst>
        <pc:spChg chg="mod">
          <ac:chgData name="S M Towhidul Islam" userId="f0c7a54b-59a3-4574-a7d3-38d3921eb4d8" providerId="ADAL" clId="{E81E533D-A006-412A-9DB5-60808D7961FE}" dt="2023-07-09T08:04:04.891" v="1270" actId="20577"/>
          <ac:spMkLst>
            <pc:docMk/>
            <pc:sldMk cId="1335856287" sldId="317"/>
            <ac:spMk id="3" creationId="{FFAF345E-7DA1-2C63-9553-724066EA9CD9}"/>
          </ac:spMkLst>
        </pc:spChg>
        <pc:spChg chg="add mod">
          <ac:chgData name="S M Towhidul Islam" userId="f0c7a54b-59a3-4574-a7d3-38d3921eb4d8" providerId="ADAL" clId="{E81E533D-A006-412A-9DB5-60808D7961FE}" dt="2023-07-09T08:05:16.683" v="1294" actId="1076"/>
          <ac:spMkLst>
            <pc:docMk/>
            <pc:sldMk cId="1335856287" sldId="317"/>
            <ac:spMk id="5" creationId="{83411288-9EB8-CB03-7488-6DFFC361C872}"/>
          </ac:spMkLst>
        </pc:spChg>
        <pc:picChg chg="add mod">
          <ac:chgData name="S M Towhidul Islam" userId="f0c7a54b-59a3-4574-a7d3-38d3921eb4d8" providerId="ADAL" clId="{E81E533D-A006-412A-9DB5-60808D7961FE}" dt="2023-07-09T08:05:13.594" v="1293" actId="1076"/>
          <ac:picMkLst>
            <pc:docMk/>
            <pc:sldMk cId="1335856287" sldId="317"/>
            <ac:picMk id="7" creationId="{D7C4DB74-EBE4-593B-F910-CECB8DF634D4}"/>
          </ac:picMkLst>
        </pc:picChg>
        <pc:picChg chg="del">
          <ac:chgData name="S M Towhidul Islam" userId="f0c7a54b-59a3-4574-a7d3-38d3921eb4d8" providerId="ADAL" clId="{E81E533D-A006-412A-9DB5-60808D7961FE}" dt="2023-07-09T08:04:07.490" v="1271" actId="478"/>
          <ac:picMkLst>
            <pc:docMk/>
            <pc:sldMk cId="1335856287" sldId="317"/>
            <ac:picMk id="9" creationId="{5D98A49C-B47F-66F6-A6CD-54065E439211}"/>
          </ac:picMkLst>
        </pc:picChg>
        <pc:picChg chg="del">
          <ac:chgData name="S M Towhidul Islam" userId="f0c7a54b-59a3-4574-a7d3-38d3921eb4d8" providerId="ADAL" clId="{E81E533D-A006-412A-9DB5-60808D7961FE}" dt="2023-07-09T08:04:51.544" v="1289" actId="478"/>
          <ac:picMkLst>
            <pc:docMk/>
            <pc:sldMk cId="1335856287" sldId="317"/>
            <ac:picMk id="11" creationId="{65CA5B95-740C-C1A2-6E66-477FA4579E0E}"/>
          </ac:picMkLst>
        </pc:picChg>
      </pc:sldChg>
      <pc:sldChg chg="addSp delSp modSp new mod modAnim">
        <pc:chgData name="S M Towhidul Islam" userId="f0c7a54b-59a3-4574-a7d3-38d3921eb4d8" providerId="ADAL" clId="{E81E533D-A006-412A-9DB5-60808D7961FE}" dt="2023-07-10T05:39:49.940" v="2176"/>
        <pc:sldMkLst>
          <pc:docMk/>
          <pc:sldMk cId="476781063" sldId="318"/>
        </pc:sldMkLst>
        <pc:spChg chg="add mod">
          <ac:chgData name="S M Towhidul Islam" userId="f0c7a54b-59a3-4574-a7d3-38d3921eb4d8" providerId="ADAL" clId="{E81E533D-A006-412A-9DB5-60808D7961FE}" dt="2023-07-09T09:04:45.647" v="1755" actId="20577"/>
          <ac:spMkLst>
            <pc:docMk/>
            <pc:sldMk cId="476781063" sldId="318"/>
            <ac:spMk id="4" creationId="{EC1712CF-B977-76D0-F06A-3CEEC49A28F8}"/>
          </ac:spMkLst>
        </pc:spChg>
        <pc:spChg chg="add mod">
          <ac:chgData name="S M Towhidul Islam" userId="f0c7a54b-59a3-4574-a7d3-38d3921eb4d8" providerId="ADAL" clId="{E81E533D-A006-412A-9DB5-60808D7961FE}" dt="2023-07-10T05:39:33.748" v="2173" actId="1076"/>
          <ac:spMkLst>
            <pc:docMk/>
            <pc:sldMk cId="476781063" sldId="318"/>
            <ac:spMk id="7" creationId="{F91E5641-C352-A730-98F4-5E35E9475097}"/>
          </ac:spMkLst>
        </pc:spChg>
        <pc:spChg chg="add mod">
          <ac:chgData name="S M Towhidul Islam" userId="f0c7a54b-59a3-4574-a7d3-38d3921eb4d8" providerId="ADAL" clId="{E81E533D-A006-412A-9DB5-60808D7961FE}" dt="2023-07-09T09:01:00.829" v="1681" actId="1076"/>
          <ac:spMkLst>
            <pc:docMk/>
            <pc:sldMk cId="476781063" sldId="318"/>
            <ac:spMk id="9" creationId="{EE142210-70F9-4D9D-E008-27CEBFF56D7E}"/>
          </ac:spMkLst>
        </pc:spChg>
        <pc:picChg chg="add del">
          <ac:chgData name="S M Towhidul Islam" userId="f0c7a54b-59a3-4574-a7d3-38d3921eb4d8" providerId="ADAL" clId="{E81E533D-A006-412A-9DB5-60808D7961FE}" dt="2023-07-09T08:13:59.749" v="1577" actId="22"/>
          <ac:picMkLst>
            <pc:docMk/>
            <pc:sldMk cId="476781063" sldId="318"/>
            <ac:picMk id="3" creationId="{C31BA734-40A0-CE39-FFC0-1A4FF2339AEB}"/>
          </ac:picMkLst>
        </pc:picChg>
        <pc:picChg chg="add del mod">
          <ac:chgData name="S M Towhidul Islam" userId="f0c7a54b-59a3-4574-a7d3-38d3921eb4d8" providerId="ADAL" clId="{E81E533D-A006-412A-9DB5-60808D7961FE}" dt="2023-07-09T08:56:27.036" v="1618" actId="478"/>
          <ac:picMkLst>
            <pc:docMk/>
            <pc:sldMk cId="476781063" sldId="318"/>
            <ac:picMk id="6" creationId="{B8A1C6E1-0E31-A6C4-A203-E16E7F2DFE36}"/>
          </ac:picMkLst>
        </pc:picChg>
        <pc:picChg chg="add mod">
          <ac:chgData name="S M Towhidul Islam" userId="f0c7a54b-59a3-4574-a7d3-38d3921eb4d8" providerId="ADAL" clId="{E81E533D-A006-412A-9DB5-60808D7961FE}" dt="2023-07-09T09:02:32.835" v="1694" actId="1076"/>
          <ac:picMkLst>
            <pc:docMk/>
            <pc:sldMk cId="476781063" sldId="318"/>
            <ac:picMk id="11" creationId="{E9F01ED6-8977-5E04-A40A-FC94B13F599B}"/>
          </ac:picMkLst>
        </pc:picChg>
      </pc:sldChg>
      <pc:sldChg chg="addSp delSp modSp add mod modAnim">
        <pc:chgData name="S M Towhidul Islam" userId="f0c7a54b-59a3-4574-a7d3-38d3921eb4d8" providerId="ADAL" clId="{E81E533D-A006-412A-9DB5-60808D7961FE}" dt="2023-07-10T05:39:16.336" v="2171"/>
        <pc:sldMkLst>
          <pc:docMk/>
          <pc:sldMk cId="1228751173" sldId="319"/>
        </pc:sldMkLst>
        <pc:spChg chg="mod">
          <ac:chgData name="S M Towhidul Islam" userId="f0c7a54b-59a3-4574-a7d3-38d3921eb4d8" providerId="ADAL" clId="{E81E533D-A006-412A-9DB5-60808D7961FE}" dt="2023-07-09T08:06:04.502" v="1299" actId="20577"/>
          <ac:spMkLst>
            <pc:docMk/>
            <pc:sldMk cId="1228751173" sldId="319"/>
            <ac:spMk id="2" creationId="{391EAD2A-A8B8-842C-A3DB-237927B9442E}"/>
          </ac:spMkLst>
        </pc:spChg>
        <pc:spChg chg="mod">
          <ac:chgData name="S M Towhidul Islam" userId="f0c7a54b-59a3-4574-a7d3-38d3921eb4d8" providerId="ADAL" clId="{E81E533D-A006-412A-9DB5-60808D7961FE}" dt="2023-07-09T08:08:03.319" v="1558" actId="27636"/>
          <ac:spMkLst>
            <pc:docMk/>
            <pc:sldMk cId="1228751173" sldId="319"/>
            <ac:spMk id="3" creationId="{FFAF345E-7DA1-2C63-9553-724066EA9CD9}"/>
          </ac:spMkLst>
        </pc:spChg>
        <pc:spChg chg="del">
          <ac:chgData name="S M Towhidul Islam" userId="f0c7a54b-59a3-4574-a7d3-38d3921eb4d8" providerId="ADAL" clId="{E81E533D-A006-412A-9DB5-60808D7961FE}" dt="2023-07-09T08:12:45.600" v="1563" actId="478"/>
          <ac:spMkLst>
            <pc:docMk/>
            <pc:sldMk cId="1228751173" sldId="319"/>
            <ac:spMk id="5" creationId="{83411288-9EB8-CB03-7488-6DFFC361C872}"/>
          </ac:spMkLst>
        </pc:spChg>
        <pc:picChg chg="add mod">
          <ac:chgData name="S M Towhidul Islam" userId="f0c7a54b-59a3-4574-a7d3-38d3921eb4d8" providerId="ADAL" clId="{E81E533D-A006-412A-9DB5-60808D7961FE}" dt="2023-07-09T08:12:54.614" v="1567" actId="14100"/>
          <ac:picMkLst>
            <pc:docMk/>
            <pc:sldMk cId="1228751173" sldId="319"/>
            <ac:picMk id="6" creationId="{59992767-AAAD-9F1E-AC00-7D0801E2A895}"/>
          </ac:picMkLst>
        </pc:picChg>
        <pc:picChg chg="del">
          <ac:chgData name="S M Towhidul Islam" userId="f0c7a54b-59a3-4574-a7d3-38d3921eb4d8" providerId="ADAL" clId="{E81E533D-A006-412A-9DB5-60808D7961FE}" dt="2023-07-09T08:12:55.712" v="1568" actId="478"/>
          <ac:picMkLst>
            <pc:docMk/>
            <pc:sldMk cId="1228751173" sldId="319"/>
            <ac:picMk id="7" creationId="{D7C4DB74-EBE4-593B-F910-CECB8DF634D4}"/>
          </ac:picMkLst>
        </pc:picChg>
        <pc:picChg chg="add mod">
          <ac:chgData name="S M Towhidul Islam" userId="f0c7a54b-59a3-4574-a7d3-38d3921eb4d8" providerId="ADAL" clId="{E81E533D-A006-412A-9DB5-60808D7961FE}" dt="2023-07-09T08:13:26.408" v="1575" actId="1076"/>
          <ac:picMkLst>
            <pc:docMk/>
            <pc:sldMk cId="1228751173" sldId="319"/>
            <ac:picMk id="9" creationId="{7315CAAA-43A8-F60A-D259-73CAB324E1FC}"/>
          </ac:picMkLst>
        </pc:picChg>
      </pc:sldChg>
      <pc:sldChg chg="addSp delSp modSp add mod modAnim">
        <pc:chgData name="S M Towhidul Islam" userId="f0c7a54b-59a3-4574-a7d3-38d3921eb4d8" providerId="ADAL" clId="{E81E533D-A006-412A-9DB5-60808D7961FE}" dt="2023-07-10T05:40:27.014" v="2184"/>
        <pc:sldMkLst>
          <pc:docMk/>
          <pc:sldMk cId="3408574101" sldId="320"/>
        </pc:sldMkLst>
        <pc:spChg chg="add del">
          <ac:chgData name="S M Towhidul Islam" userId="f0c7a54b-59a3-4574-a7d3-38d3921eb4d8" providerId="ADAL" clId="{E81E533D-A006-412A-9DB5-60808D7961FE}" dt="2023-07-09T09:02:10.809" v="1691" actId="22"/>
          <ac:spMkLst>
            <pc:docMk/>
            <pc:sldMk cId="3408574101" sldId="320"/>
            <ac:spMk id="3" creationId="{087BE66B-1D44-FAE2-AE8B-75D81B507660}"/>
          </ac:spMkLst>
        </pc:spChg>
        <pc:spChg chg="mod">
          <ac:chgData name="S M Towhidul Islam" userId="f0c7a54b-59a3-4574-a7d3-38d3921eb4d8" providerId="ADAL" clId="{E81E533D-A006-412A-9DB5-60808D7961FE}" dt="2023-07-09T09:04:49.303" v="1757" actId="20577"/>
          <ac:spMkLst>
            <pc:docMk/>
            <pc:sldMk cId="3408574101" sldId="320"/>
            <ac:spMk id="4" creationId="{EC1712CF-B977-76D0-F06A-3CEEC49A28F8}"/>
          </ac:spMkLst>
        </pc:spChg>
        <pc:spChg chg="del mod">
          <ac:chgData name="S M Towhidul Islam" userId="f0c7a54b-59a3-4574-a7d3-38d3921eb4d8" providerId="ADAL" clId="{E81E533D-A006-412A-9DB5-60808D7961FE}" dt="2023-07-10T05:40:05.658" v="2179" actId="478"/>
          <ac:spMkLst>
            <pc:docMk/>
            <pc:sldMk cId="3408574101" sldId="320"/>
            <ac:spMk id="7" creationId="{F91E5641-C352-A730-98F4-5E35E9475097}"/>
          </ac:spMkLst>
        </pc:spChg>
        <pc:spChg chg="mod">
          <ac:chgData name="S M Towhidul Islam" userId="f0c7a54b-59a3-4574-a7d3-38d3921eb4d8" providerId="ADAL" clId="{E81E533D-A006-412A-9DB5-60808D7961FE}" dt="2023-07-10T05:40:09.059" v="2180" actId="1076"/>
          <ac:spMkLst>
            <pc:docMk/>
            <pc:sldMk cId="3408574101" sldId="320"/>
            <ac:spMk id="9" creationId="{EE142210-70F9-4D9D-E008-27CEBFF56D7E}"/>
          </ac:spMkLst>
        </pc:spChg>
        <pc:spChg chg="add mod">
          <ac:chgData name="S M Towhidul Islam" userId="f0c7a54b-59a3-4574-a7d3-38d3921eb4d8" providerId="ADAL" clId="{E81E533D-A006-412A-9DB5-60808D7961FE}" dt="2023-07-09T09:04:25.265" v="1749" actId="13926"/>
          <ac:spMkLst>
            <pc:docMk/>
            <pc:sldMk cId="3408574101" sldId="320"/>
            <ac:spMk id="13" creationId="{235BB607-62F2-5947-E1D3-5BF9989E5BE8}"/>
          </ac:spMkLst>
        </pc:spChg>
        <pc:picChg chg="add mod">
          <ac:chgData name="S M Towhidul Islam" userId="f0c7a54b-59a3-4574-a7d3-38d3921eb4d8" providerId="ADAL" clId="{E81E533D-A006-412A-9DB5-60808D7961FE}" dt="2023-07-09T09:03:59.327" v="1729" actId="1076"/>
          <ac:picMkLst>
            <pc:docMk/>
            <pc:sldMk cId="3408574101" sldId="320"/>
            <ac:picMk id="6" creationId="{C6E9CDCB-FAE9-E9E8-E0E9-B12164CC4DF6}"/>
          </ac:picMkLst>
        </pc:picChg>
        <pc:picChg chg="add del mod">
          <ac:chgData name="S M Towhidul Islam" userId="f0c7a54b-59a3-4574-a7d3-38d3921eb4d8" providerId="ADAL" clId="{E81E533D-A006-412A-9DB5-60808D7961FE}" dt="2023-07-09T09:04:05.313" v="1731" actId="478"/>
          <ac:picMkLst>
            <pc:docMk/>
            <pc:sldMk cId="3408574101" sldId="320"/>
            <ac:picMk id="10" creationId="{ED9025C3-8328-F5B1-9689-1B6631AE5A52}"/>
          </ac:picMkLst>
        </pc:picChg>
        <pc:picChg chg="del mod">
          <ac:chgData name="S M Towhidul Islam" userId="f0c7a54b-59a3-4574-a7d3-38d3921eb4d8" providerId="ADAL" clId="{E81E533D-A006-412A-9DB5-60808D7961FE}" dt="2023-07-09T09:02:59.832" v="1720" actId="478"/>
          <ac:picMkLst>
            <pc:docMk/>
            <pc:sldMk cId="3408574101" sldId="320"/>
            <ac:picMk id="11" creationId="{E9F01ED6-8977-5E04-A40A-FC94B13F599B}"/>
          </ac:picMkLst>
        </pc:picChg>
      </pc:sldChg>
      <pc:sldChg chg="addSp delSp modSp add mod modAnim">
        <pc:chgData name="S M Towhidul Islam" userId="f0c7a54b-59a3-4574-a7d3-38d3921eb4d8" providerId="ADAL" clId="{E81E533D-A006-412A-9DB5-60808D7961FE}" dt="2023-07-10T05:40:51.084" v="2187"/>
        <pc:sldMkLst>
          <pc:docMk/>
          <pc:sldMk cId="3456772497" sldId="321"/>
        </pc:sldMkLst>
        <pc:spChg chg="add mod">
          <ac:chgData name="S M Towhidul Islam" userId="f0c7a54b-59a3-4574-a7d3-38d3921eb4d8" providerId="ADAL" clId="{E81E533D-A006-412A-9DB5-60808D7961FE}" dt="2023-07-09T09:16:10.239" v="1804" actId="1076"/>
          <ac:spMkLst>
            <pc:docMk/>
            <pc:sldMk cId="3456772497" sldId="321"/>
            <ac:spMk id="2" creationId="{179E44C2-A65C-E989-5B30-21D94E8D1E68}"/>
          </ac:spMkLst>
        </pc:spChg>
        <pc:spChg chg="mod">
          <ac:chgData name="S M Towhidul Islam" userId="f0c7a54b-59a3-4574-a7d3-38d3921eb4d8" providerId="ADAL" clId="{E81E533D-A006-412A-9DB5-60808D7961FE}" dt="2023-07-09T09:12:49.186" v="1768" actId="20577"/>
          <ac:spMkLst>
            <pc:docMk/>
            <pc:sldMk cId="3456772497" sldId="321"/>
            <ac:spMk id="4" creationId="{EC1712CF-B977-76D0-F06A-3CEEC49A28F8}"/>
          </ac:spMkLst>
        </pc:spChg>
        <pc:spChg chg="del">
          <ac:chgData name="S M Towhidul Islam" userId="f0c7a54b-59a3-4574-a7d3-38d3921eb4d8" providerId="ADAL" clId="{E81E533D-A006-412A-9DB5-60808D7961FE}" dt="2023-07-09T09:04:38.741" v="1751" actId="478"/>
          <ac:spMkLst>
            <pc:docMk/>
            <pc:sldMk cId="3456772497" sldId="321"/>
            <ac:spMk id="7" creationId="{F91E5641-C352-A730-98F4-5E35E9475097}"/>
          </ac:spMkLst>
        </pc:spChg>
        <pc:spChg chg="del">
          <ac:chgData name="S M Towhidul Islam" userId="f0c7a54b-59a3-4574-a7d3-38d3921eb4d8" providerId="ADAL" clId="{E81E533D-A006-412A-9DB5-60808D7961FE}" dt="2023-07-09T09:04:38.741" v="1751" actId="478"/>
          <ac:spMkLst>
            <pc:docMk/>
            <pc:sldMk cId="3456772497" sldId="321"/>
            <ac:spMk id="9" creationId="{EE142210-70F9-4D9D-E008-27CEBFF56D7E}"/>
          </ac:spMkLst>
        </pc:spChg>
        <pc:picChg chg="add mod">
          <ac:chgData name="S M Towhidul Islam" userId="f0c7a54b-59a3-4574-a7d3-38d3921eb4d8" providerId="ADAL" clId="{E81E533D-A006-412A-9DB5-60808D7961FE}" dt="2023-07-09T09:16:00.779" v="1801" actId="1076"/>
          <ac:picMkLst>
            <pc:docMk/>
            <pc:sldMk cId="3456772497" sldId="321"/>
            <ac:picMk id="5" creationId="{F664C5A6-EE57-F199-018C-09B7CE227D1B}"/>
          </ac:picMkLst>
        </pc:picChg>
        <pc:picChg chg="add mod">
          <ac:chgData name="S M Towhidul Islam" userId="f0c7a54b-59a3-4574-a7d3-38d3921eb4d8" providerId="ADAL" clId="{E81E533D-A006-412A-9DB5-60808D7961FE}" dt="2023-07-09T09:16:06.193" v="1803" actId="1076"/>
          <ac:picMkLst>
            <pc:docMk/>
            <pc:sldMk cId="3456772497" sldId="321"/>
            <ac:picMk id="8" creationId="{FA4B84CB-ACED-72B0-B971-3635D99533E2}"/>
          </ac:picMkLst>
        </pc:picChg>
        <pc:picChg chg="del">
          <ac:chgData name="S M Towhidul Islam" userId="f0c7a54b-59a3-4574-a7d3-38d3921eb4d8" providerId="ADAL" clId="{E81E533D-A006-412A-9DB5-60808D7961FE}" dt="2023-07-09T09:04:38.741" v="1751" actId="478"/>
          <ac:picMkLst>
            <pc:docMk/>
            <pc:sldMk cId="3456772497" sldId="321"/>
            <ac:picMk id="11" creationId="{E9F01ED6-8977-5E04-A40A-FC94B13F599B}"/>
          </ac:picMkLst>
        </pc:picChg>
      </pc:sldChg>
      <pc:sldChg chg="addSp delSp modSp add mod modAnim">
        <pc:chgData name="S M Towhidul Islam" userId="f0c7a54b-59a3-4574-a7d3-38d3921eb4d8" providerId="ADAL" clId="{E81E533D-A006-412A-9DB5-60808D7961FE}" dt="2023-07-10T05:41:15.475" v="2191"/>
        <pc:sldMkLst>
          <pc:docMk/>
          <pc:sldMk cId="2557604782" sldId="322"/>
        </pc:sldMkLst>
        <pc:spChg chg="del">
          <ac:chgData name="S M Towhidul Islam" userId="f0c7a54b-59a3-4574-a7d3-38d3921eb4d8" providerId="ADAL" clId="{E81E533D-A006-412A-9DB5-60808D7961FE}" dt="2023-07-09T09:16:26.183" v="1806" actId="478"/>
          <ac:spMkLst>
            <pc:docMk/>
            <pc:sldMk cId="2557604782" sldId="322"/>
            <ac:spMk id="2" creationId="{179E44C2-A65C-E989-5B30-21D94E8D1E68}"/>
          </ac:spMkLst>
        </pc:spChg>
        <pc:spChg chg="mod">
          <ac:chgData name="S M Towhidul Islam" userId="f0c7a54b-59a3-4574-a7d3-38d3921eb4d8" providerId="ADAL" clId="{E81E533D-A006-412A-9DB5-60808D7961FE}" dt="2023-07-09T09:16:39.153" v="1811" actId="20577"/>
          <ac:spMkLst>
            <pc:docMk/>
            <pc:sldMk cId="2557604782" sldId="322"/>
            <ac:spMk id="4" creationId="{EC1712CF-B977-76D0-F06A-3CEEC49A28F8}"/>
          </ac:spMkLst>
        </pc:spChg>
        <pc:spChg chg="add mod">
          <ac:chgData name="S M Towhidul Islam" userId="f0c7a54b-59a3-4574-a7d3-38d3921eb4d8" providerId="ADAL" clId="{E81E533D-A006-412A-9DB5-60808D7961FE}" dt="2023-07-10T05:41:02.478" v="2188" actId="14100"/>
          <ac:spMkLst>
            <pc:docMk/>
            <pc:sldMk cId="2557604782" sldId="322"/>
            <ac:spMk id="6" creationId="{E409856C-0B41-9A46-383C-83A82916C01F}"/>
          </ac:spMkLst>
        </pc:spChg>
        <pc:spChg chg="add mod">
          <ac:chgData name="S M Towhidul Islam" userId="f0c7a54b-59a3-4574-a7d3-38d3921eb4d8" providerId="ADAL" clId="{E81E533D-A006-412A-9DB5-60808D7961FE}" dt="2023-07-09T09:23:16" v="1902" actId="13926"/>
          <ac:spMkLst>
            <pc:docMk/>
            <pc:sldMk cId="2557604782" sldId="322"/>
            <ac:spMk id="11" creationId="{663D792B-E32E-2562-2548-21436861272A}"/>
          </ac:spMkLst>
        </pc:spChg>
        <pc:picChg chg="del">
          <ac:chgData name="S M Towhidul Islam" userId="f0c7a54b-59a3-4574-a7d3-38d3921eb4d8" providerId="ADAL" clId="{E81E533D-A006-412A-9DB5-60808D7961FE}" dt="2023-07-09T09:16:26.183" v="1806" actId="478"/>
          <ac:picMkLst>
            <pc:docMk/>
            <pc:sldMk cId="2557604782" sldId="322"/>
            <ac:picMk id="5" creationId="{F664C5A6-EE57-F199-018C-09B7CE227D1B}"/>
          </ac:picMkLst>
        </pc:picChg>
        <pc:picChg chg="del">
          <ac:chgData name="S M Towhidul Islam" userId="f0c7a54b-59a3-4574-a7d3-38d3921eb4d8" providerId="ADAL" clId="{E81E533D-A006-412A-9DB5-60808D7961FE}" dt="2023-07-09T09:16:26.183" v="1806" actId="478"/>
          <ac:picMkLst>
            <pc:docMk/>
            <pc:sldMk cId="2557604782" sldId="322"/>
            <ac:picMk id="8" creationId="{FA4B84CB-ACED-72B0-B971-3635D99533E2}"/>
          </ac:picMkLst>
        </pc:picChg>
        <pc:picChg chg="add mod">
          <ac:chgData name="S M Towhidul Islam" userId="f0c7a54b-59a3-4574-a7d3-38d3921eb4d8" providerId="ADAL" clId="{E81E533D-A006-412A-9DB5-60808D7961FE}" dt="2023-07-09T09:19:06.177" v="1827" actId="1076"/>
          <ac:picMkLst>
            <pc:docMk/>
            <pc:sldMk cId="2557604782" sldId="322"/>
            <ac:picMk id="9" creationId="{E576BDE5-1AD0-B29B-2FA4-891CC00A688D}"/>
          </ac:picMkLst>
        </pc:picChg>
      </pc:sldChg>
      <pc:sldChg chg="modSp add mod modAnim">
        <pc:chgData name="S M Towhidul Islam" userId="f0c7a54b-59a3-4574-a7d3-38d3921eb4d8" providerId="ADAL" clId="{E81E533D-A006-412A-9DB5-60808D7961FE}" dt="2023-07-10T05:41:40.910" v="2195"/>
        <pc:sldMkLst>
          <pc:docMk/>
          <pc:sldMk cId="2204351583" sldId="323"/>
        </pc:sldMkLst>
        <pc:spChg chg="mod">
          <ac:chgData name="S M Towhidul Islam" userId="f0c7a54b-59a3-4574-a7d3-38d3921eb4d8" providerId="ADAL" clId="{E81E533D-A006-412A-9DB5-60808D7961FE}" dt="2023-07-10T05:41:30.732" v="2192" actId="14100"/>
          <ac:spMkLst>
            <pc:docMk/>
            <pc:sldMk cId="2204351583" sldId="323"/>
            <ac:spMk id="6" creationId="{E409856C-0B41-9A46-383C-83A82916C01F}"/>
          </ac:spMkLst>
        </pc:spChg>
        <pc:spChg chg="mod">
          <ac:chgData name="S M Towhidul Islam" userId="f0c7a54b-59a3-4574-a7d3-38d3921eb4d8" providerId="ADAL" clId="{E81E533D-A006-412A-9DB5-60808D7961FE}" dt="2023-07-09T09:23:04.026" v="1899" actId="13926"/>
          <ac:spMkLst>
            <pc:docMk/>
            <pc:sldMk cId="2204351583" sldId="323"/>
            <ac:spMk id="11" creationId="{663D792B-E32E-2562-2548-21436861272A}"/>
          </ac:spMkLst>
        </pc:spChg>
      </pc:sldChg>
      <pc:sldChg chg="addSp delSp modSp add mod modAnim">
        <pc:chgData name="S M Towhidul Islam" userId="f0c7a54b-59a3-4574-a7d3-38d3921eb4d8" providerId="ADAL" clId="{E81E533D-A006-412A-9DB5-60808D7961FE}" dt="2023-07-10T05:42:01.376" v="2199"/>
        <pc:sldMkLst>
          <pc:docMk/>
          <pc:sldMk cId="1698938256" sldId="324"/>
        </pc:sldMkLst>
        <pc:spChg chg="add del mod">
          <ac:chgData name="S M Towhidul Islam" userId="f0c7a54b-59a3-4574-a7d3-38d3921eb4d8" providerId="ADAL" clId="{E81E533D-A006-412A-9DB5-60808D7961FE}" dt="2023-07-09T09:26:17.440" v="1925" actId="478"/>
          <ac:spMkLst>
            <pc:docMk/>
            <pc:sldMk cId="1698938256" sldId="324"/>
            <ac:spMk id="2" creationId="{7ABC943D-C8C1-3919-B7E0-6ADF1B0A97A3}"/>
          </ac:spMkLst>
        </pc:spChg>
        <pc:spChg chg="mod">
          <ac:chgData name="S M Towhidul Islam" userId="f0c7a54b-59a3-4574-a7d3-38d3921eb4d8" providerId="ADAL" clId="{E81E533D-A006-412A-9DB5-60808D7961FE}" dt="2023-07-09T09:23:49.185" v="1914" actId="20577"/>
          <ac:spMkLst>
            <pc:docMk/>
            <pc:sldMk cId="1698938256" sldId="324"/>
            <ac:spMk id="4" creationId="{EC1712CF-B977-76D0-F06A-3CEEC49A28F8}"/>
          </ac:spMkLst>
        </pc:spChg>
        <pc:spChg chg="mod">
          <ac:chgData name="S M Towhidul Islam" userId="f0c7a54b-59a3-4574-a7d3-38d3921eb4d8" providerId="ADAL" clId="{E81E533D-A006-412A-9DB5-60808D7961FE}" dt="2023-07-09T09:26:21.120" v="1926" actId="1076"/>
          <ac:spMkLst>
            <pc:docMk/>
            <pc:sldMk cId="1698938256" sldId="324"/>
            <ac:spMk id="6" creationId="{E409856C-0B41-9A46-383C-83A82916C01F}"/>
          </ac:spMkLst>
        </pc:spChg>
        <pc:spChg chg="del">
          <ac:chgData name="S M Towhidul Islam" userId="f0c7a54b-59a3-4574-a7d3-38d3921eb4d8" providerId="ADAL" clId="{E81E533D-A006-412A-9DB5-60808D7961FE}" dt="2023-07-09T09:24:20.039" v="1919" actId="478"/>
          <ac:spMkLst>
            <pc:docMk/>
            <pc:sldMk cId="1698938256" sldId="324"/>
            <ac:spMk id="11" creationId="{663D792B-E32E-2562-2548-21436861272A}"/>
          </ac:spMkLst>
        </pc:spChg>
        <pc:spChg chg="add mod">
          <ac:chgData name="S M Towhidul Islam" userId="f0c7a54b-59a3-4574-a7d3-38d3921eb4d8" providerId="ADAL" clId="{E81E533D-A006-412A-9DB5-60808D7961FE}" dt="2023-07-09T09:28:11.926" v="1979" actId="13926"/>
          <ac:spMkLst>
            <pc:docMk/>
            <pc:sldMk cId="1698938256" sldId="324"/>
            <ac:spMk id="16" creationId="{EFFE3990-18D0-6DB9-FC8E-B0E42B9EED8E}"/>
          </ac:spMkLst>
        </pc:spChg>
        <pc:picChg chg="add del mod">
          <ac:chgData name="S M Towhidul Islam" userId="f0c7a54b-59a3-4574-a7d3-38d3921eb4d8" providerId="ADAL" clId="{E81E533D-A006-412A-9DB5-60808D7961FE}" dt="2023-07-09T09:26:25.991" v="1928" actId="478"/>
          <ac:picMkLst>
            <pc:docMk/>
            <pc:sldMk cId="1698938256" sldId="324"/>
            <ac:picMk id="5" creationId="{FB6D7415-E8FD-1826-7F5F-ABE4B3E2F637}"/>
          </ac:picMkLst>
        </pc:picChg>
        <pc:picChg chg="add mod">
          <ac:chgData name="S M Towhidul Islam" userId="f0c7a54b-59a3-4574-a7d3-38d3921eb4d8" providerId="ADAL" clId="{E81E533D-A006-412A-9DB5-60808D7961FE}" dt="2023-07-09T09:26:45.022" v="1932" actId="1076"/>
          <ac:picMkLst>
            <pc:docMk/>
            <pc:sldMk cId="1698938256" sldId="324"/>
            <ac:picMk id="8" creationId="{74174E4B-C458-A304-FB62-EA3DE3406535}"/>
          </ac:picMkLst>
        </pc:picChg>
        <pc:picChg chg="del">
          <ac:chgData name="S M Towhidul Islam" userId="f0c7a54b-59a3-4574-a7d3-38d3921eb4d8" providerId="ADAL" clId="{E81E533D-A006-412A-9DB5-60808D7961FE}" dt="2023-07-09T09:24:17.929" v="1918" actId="478"/>
          <ac:picMkLst>
            <pc:docMk/>
            <pc:sldMk cId="1698938256" sldId="324"/>
            <ac:picMk id="9" creationId="{E576BDE5-1AD0-B29B-2FA4-891CC00A688D}"/>
          </ac:picMkLst>
        </pc:picChg>
        <pc:picChg chg="add mod">
          <ac:chgData name="S M Towhidul Islam" userId="f0c7a54b-59a3-4574-a7d3-38d3921eb4d8" providerId="ADAL" clId="{E81E533D-A006-412A-9DB5-60808D7961FE}" dt="2023-07-09T09:27:02.392" v="1934" actId="1076"/>
          <ac:picMkLst>
            <pc:docMk/>
            <pc:sldMk cId="1698938256" sldId="324"/>
            <ac:picMk id="12" creationId="{DE69C345-07E4-E6DD-EB3D-591BBC0E4A78}"/>
          </ac:picMkLst>
        </pc:picChg>
        <pc:picChg chg="add del mod">
          <ac:chgData name="S M Towhidul Islam" userId="f0c7a54b-59a3-4574-a7d3-38d3921eb4d8" providerId="ADAL" clId="{E81E533D-A006-412A-9DB5-60808D7961FE}" dt="2023-07-09T09:27:31.613" v="1938" actId="22"/>
          <ac:picMkLst>
            <pc:docMk/>
            <pc:sldMk cId="1698938256" sldId="324"/>
            <ac:picMk id="14" creationId="{C14DA2E1-F63E-AF54-C737-DA437D659119}"/>
          </ac:picMkLst>
        </pc:picChg>
      </pc:sldChg>
      <pc:sldChg chg="addSp delSp modSp new mod modAnim">
        <pc:chgData name="S M Towhidul Islam" userId="f0c7a54b-59a3-4574-a7d3-38d3921eb4d8" providerId="ADAL" clId="{E81E533D-A006-412A-9DB5-60808D7961FE}" dt="2023-07-10T05:42:19.492" v="2202"/>
        <pc:sldMkLst>
          <pc:docMk/>
          <pc:sldMk cId="2907921785" sldId="325"/>
        </pc:sldMkLst>
        <pc:spChg chg="add del">
          <ac:chgData name="S M Towhidul Islam" userId="f0c7a54b-59a3-4574-a7d3-38d3921eb4d8" providerId="ADAL" clId="{E81E533D-A006-412A-9DB5-60808D7961FE}" dt="2023-07-09T09:28:54.423" v="1982" actId="22"/>
          <ac:spMkLst>
            <pc:docMk/>
            <pc:sldMk cId="2907921785" sldId="325"/>
            <ac:spMk id="3" creationId="{264EE957-AB9B-B4A1-4BD1-4DCA9421688C}"/>
          </ac:spMkLst>
        </pc:spChg>
        <pc:spChg chg="add mod">
          <ac:chgData name="S M Towhidul Islam" userId="f0c7a54b-59a3-4574-a7d3-38d3921eb4d8" providerId="ADAL" clId="{E81E533D-A006-412A-9DB5-60808D7961FE}" dt="2023-07-09T09:29:12.996" v="1991" actId="1076"/>
          <ac:spMkLst>
            <pc:docMk/>
            <pc:sldMk cId="2907921785" sldId="325"/>
            <ac:spMk id="5" creationId="{95D0DF5A-091A-CF3B-35C9-77D08EA75B4C}"/>
          </ac:spMkLst>
        </pc:spChg>
        <pc:spChg chg="add mod">
          <ac:chgData name="S M Towhidul Islam" userId="f0c7a54b-59a3-4574-a7d3-38d3921eb4d8" providerId="ADAL" clId="{E81E533D-A006-412A-9DB5-60808D7961FE}" dt="2023-07-09T09:29:24.411" v="2012" actId="1076"/>
          <ac:spMkLst>
            <pc:docMk/>
            <pc:sldMk cId="2907921785" sldId="325"/>
            <ac:spMk id="6" creationId="{060D004E-A59C-B30C-F8C8-1FD1AE0F988C}"/>
          </ac:spMkLst>
        </pc:spChg>
      </pc:sldChg>
      <pc:sldChg chg="new del">
        <pc:chgData name="S M Towhidul Islam" userId="f0c7a54b-59a3-4574-a7d3-38d3921eb4d8" providerId="ADAL" clId="{E81E533D-A006-412A-9DB5-60808D7961FE}" dt="2023-07-10T05:37:56.236" v="2157" actId="47"/>
        <pc:sldMkLst>
          <pc:docMk/>
          <pc:sldMk cId="370806466" sldId="326"/>
        </pc:sldMkLst>
      </pc:sldChg>
      <pc:sldChg chg="addSp modSp new mod">
        <pc:chgData name="S M Towhidul Islam" userId="f0c7a54b-59a3-4574-a7d3-38d3921eb4d8" providerId="ADAL" clId="{E81E533D-A006-412A-9DB5-60808D7961FE}" dt="2023-07-12T09:10:01.033" v="2393" actId="1076"/>
        <pc:sldMkLst>
          <pc:docMk/>
          <pc:sldMk cId="581012322" sldId="326"/>
        </pc:sldMkLst>
        <pc:spChg chg="add mod">
          <ac:chgData name="S M Towhidul Islam" userId="f0c7a54b-59a3-4574-a7d3-38d3921eb4d8" providerId="ADAL" clId="{E81E533D-A006-412A-9DB5-60808D7961FE}" dt="2023-07-10T07:24:31.571" v="2349" actId="1076"/>
          <ac:spMkLst>
            <pc:docMk/>
            <pc:sldMk cId="581012322" sldId="326"/>
            <ac:spMk id="2" creationId="{397F0C0E-B930-EE1F-177C-89FD2680F2CB}"/>
          </ac:spMkLst>
        </pc:spChg>
        <pc:spChg chg="add mod">
          <ac:chgData name="S M Towhidul Islam" userId="f0c7a54b-59a3-4574-a7d3-38d3921eb4d8" providerId="ADAL" clId="{E81E533D-A006-412A-9DB5-60808D7961FE}" dt="2023-07-12T09:10:01.033" v="2393" actId="1076"/>
          <ac:spMkLst>
            <pc:docMk/>
            <pc:sldMk cId="581012322" sldId="326"/>
            <ac:spMk id="3" creationId="{986BE190-99E0-E6BD-1D65-445839EDBA43}"/>
          </ac:spMkLst>
        </pc:spChg>
      </pc:sldChg>
      <pc:sldChg chg="new del">
        <pc:chgData name="S M Towhidul Islam" userId="f0c7a54b-59a3-4574-a7d3-38d3921eb4d8" providerId="ADAL" clId="{E81E533D-A006-412A-9DB5-60808D7961FE}" dt="2023-07-12T09:20:03.759" v="2395" actId="47"/>
        <pc:sldMkLst>
          <pc:docMk/>
          <pc:sldMk cId="4249987608" sldId="327"/>
        </pc:sldMkLst>
      </pc:sldChg>
      <pc:sldChg chg="modSp add mod modAnim">
        <pc:chgData name="S M Towhidul Islam" userId="f0c7a54b-59a3-4574-a7d3-38d3921eb4d8" providerId="ADAL" clId="{E81E533D-A006-412A-9DB5-60808D7961FE}" dt="2023-07-12T16:46:52.325" v="3192"/>
        <pc:sldMkLst>
          <pc:docMk/>
          <pc:sldMk cId="1517549725" sldId="333"/>
        </pc:sldMkLst>
        <pc:spChg chg="mod">
          <ac:chgData name="S M Towhidul Islam" userId="f0c7a54b-59a3-4574-a7d3-38d3921eb4d8" providerId="ADAL" clId="{E81E533D-A006-412A-9DB5-60808D7961FE}" dt="2023-07-12T09:21:12.637" v="2420" actId="1076"/>
          <ac:spMkLst>
            <pc:docMk/>
            <pc:sldMk cId="1517549725" sldId="333"/>
            <ac:spMk id="2" creationId="{A21FE7DF-08F8-76F9-1965-28E75CD07031}"/>
          </ac:spMkLst>
        </pc:spChg>
        <pc:spChg chg="mod">
          <ac:chgData name="S M Towhidul Islam" userId="f0c7a54b-59a3-4574-a7d3-38d3921eb4d8" providerId="ADAL" clId="{E81E533D-A006-412A-9DB5-60808D7961FE}" dt="2023-07-12T09:20:45.450" v="2415" actId="313"/>
          <ac:spMkLst>
            <pc:docMk/>
            <pc:sldMk cId="1517549725" sldId="333"/>
            <ac:spMk id="5" creationId="{7CC8A391-5874-8A4B-4372-2BD94E3550FC}"/>
          </ac:spMkLst>
        </pc:spChg>
        <pc:picChg chg="mod">
          <ac:chgData name="S M Towhidul Islam" userId="f0c7a54b-59a3-4574-a7d3-38d3921eb4d8" providerId="ADAL" clId="{E81E533D-A006-412A-9DB5-60808D7961FE}" dt="2023-07-12T09:21:16.090" v="2421" actId="1076"/>
          <ac:picMkLst>
            <pc:docMk/>
            <pc:sldMk cId="1517549725" sldId="333"/>
            <ac:picMk id="6" creationId="{4227CB61-569E-2D07-4666-E93CDC04F0CF}"/>
          </ac:picMkLst>
        </pc:picChg>
      </pc:sldChg>
      <pc:sldChg chg="addSp delSp modSp new mod modAnim">
        <pc:chgData name="S M Towhidul Islam" userId="f0c7a54b-59a3-4574-a7d3-38d3921eb4d8" providerId="ADAL" clId="{E81E533D-A006-412A-9DB5-60808D7961FE}" dt="2023-07-12T16:48:16.611" v="3201"/>
        <pc:sldMkLst>
          <pc:docMk/>
          <pc:sldMk cId="2134249446" sldId="334"/>
        </pc:sldMkLst>
        <pc:spChg chg="add mod">
          <ac:chgData name="S M Towhidul Islam" userId="f0c7a54b-59a3-4574-a7d3-38d3921eb4d8" providerId="ADAL" clId="{E81E533D-A006-412A-9DB5-60808D7961FE}" dt="2023-07-12T10:01:54.324" v="2944" actId="1076"/>
          <ac:spMkLst>
            <pc:docMk/>
            <pc:sldMk cId="2134249446" sldId="334"/>
            <ac:spMk id="4" creationId="{41E10E55-BE66-90D5-9786-1D7EE967C599}"/>
          </ac:spMkLst>
        </pc:spChg>
        <pc:spChg chg="add mod">
          <ac:chgData name="S M Towhidul Islam" userId="f0c7a54b-59a3-4574-a7d3-38d3921eb4d8" providerId="ADAL" clId="{E81E533D-A006-412A-9DB5-60808D7961FE}" dt="2023-07-12T10:01:54.324" v="2944" actId="1076"/>
          <ac:spMkLst>
            <pc:docMk/>
            <pc:sldMk cId="2134249446" sldId="334"/>
            <ac:spMk id="6" creationId="{CD4185AC-1E1A-CA31-894A-291127FA036C}"/>
          </ac:spMkLst>
        </pc:spChg>
        <pc:spChg chg="add mod">
          <ac:chgData name="S M Towhidul Islam" userId="f0c7a54b-59a3-4574-a7d3-38d3921eb4d8" providerId="ADAL" clId="{E81E533D-A006-412A-9DB5-60808D7961FE}" dt="2023-07-12T09:54:58.675" v="2853" actId="13926"/>
          <ac:spMkLst>
            <pc:docMk/>
            <pc:sldMk cId="2134249446" sldId="334"/>
            <ac:spMk id="8" creationId="{1EC27BE8-A447-CA0D-83AD-C041D4993F38}"/>
          </ac:spMkLst>
        </pc:spChg>
        <pc:spChg chg="add mod">
          <ac:chgData name="S M Towhidul Islam" userId="f0c7a54b-59a3-4574-a7d3-38d3921eb4d8" providerId="ADAL" clId="{E81E533D-A006-412A-9DB5-60808D7961FE}" dt="2023-07-12T10:07:11.858" v="3073" actId="1076"/>
          <ac:spMkLst>
            <pc:docMk/>
            <pc:sldMk cId="2134249446" sldId="334"/>
            <ac:spMk id="20" creationId="{4A00E47C-1707-7C38-566A-6E911EB792AC}"/>
          </ac:spMkLst>
        </pc:spChg>
        <pc:spChg chg="add mod">
          <ac:chgData name="S M Towhidul Islam" userId="f0c7a54b-59a3-4574-a7d3-38d3921eb4d8" providerId="ADAL" clId="{E81E533D-A006-412A-9DB5-60808D7961FE}" dt="2023-07-12T09:53:02.114" v="2844" actId="13926"/>
          <ac:spMkLst>
            <pc:docMk/>
            <pc:sldMk cId="2134249446" sldId="334"/>
            <ac:spMk id="27" creationId="{EE6FEA06-3AF7-4B6F-E965-989B8BC0D484}"/>
          </ac:spMkLst>
        </pc:spChg>
        <pc:graphicFrameChg chg="add mod modGraphic">
          <ac:chgData name="S M Towhidul Islam" userId="f0c7a54b-59a3-4574-a7d3-38d3921eb4d8" providerId="ADAL" clId="{E81E533D-A006-412A-9DB5-60808D7961FE}" dt="2023-07-12T10:01:54.324" v="2944" actId="1076"/>
          <ac:graphicFrameMkLst>
            <pc:docMk/>
            <pc:sldMk cId="2134249446" sldId="334"/>
            <ac:graphicFrameMk id="3" creationId="{E85D444A-63C6-0279-2368-744E197C758F}"/>
          </ac:graphicFrameMkLst>
        </pc:graphicFrameChg>
        <pc:graphicFrameChg chg="add mod modGraphic">
          <ac:chgData name="S M Towhidul Islam" userId="f0c7a54b-59a3-4574-a7d3-38d3921eb4d8" providerId="ADAL" clId="{E81E533D-A006-412A-9DB5-60808D7961FE}" dt="2023-07-12T10:02:27.305" v="2956" actId="20577"/>
          <ac:graphicFrameMkLst>
            <pc:docMk/>
            <pc:sldMk cId="2134249446" sldId="334"/>
            <ac:graphicFrameMk id="5" creationId="{81D0272C-DC00-6F59-44E9-3688E82E3E87}"/>
          </ac:graphicFrameMkLst>
        </pc:graphicFrameChg>
        <pc:graphicFrameChg chg="add mod modGraphic">
          <ac:chgData name="S M Towhidul Islam" userId="f0c7a54b-59a3-4574-a7d3-38d3921eb4d8" providerId="ADAL" clId="{E81E533D-A006-412A-9DB5-60808D7961FE}" dt="2023-07-12T09:52:31.970" v="2835" actId="207"/>
          <ac:graphicFrameMkLst>
            <pc:docMk/>
            <pc:sldMk cId="2134249446" sldId="334"/>
            <ac:graphicFrameMk id="11" creationId="{73E303C6-5815-F6F7-F036-C6551DCD389C}"/>
          </ac:graphicFrameMkLst>
        </pc:graphicFrameChg>
        <pc:picChg chg="add del mod">
          <ac:chgData name="S M Towhidul Islam" userId="f0c7a54b-59a3-4574-a7d3-38d3921eb4d8" providerId="ADAL" clId="{E81E533D-A006-412A-9DB5-60808D7961FE}" dt="2023-07-12T09:24:26.227" v="2426" actId="478"/>
          <ac:picMkLst>
            <pc:docMk/>
            <pc:sldMk cId="2134249446" sldId="334"/>
            <ac:picMk id="2" creationId="{BF1FAC67-4FFB-45C5-A8EA-ED0C2B30F80D}"/>
          </ac:picMkLst>
        </pc:picChg>
        <pc:cxnChg chg="add mod">
          <ac:chgData name="S M Towhidul Islam" userId="f0c7a54b-59a3-4574-a7d3-38d3921eb4d8" providerId="ADAL" clId="{E81E533D-A006-412A-9DB5-60808D7961FE}" dt="2023-07-12T10:01:54.324" v="2944" actId="1076"/>
          <ac:cxnSpMkLst>
            <pc:docMk/>
            <pc:sldMk cId="2134249446" sldId="334"/>
            <ac:cxnSpMk id="10" creationId="{D72018AB-2590-F8BD-8A30-C0A9A9987ED3}"/>
          </ac:cxnSpMkLst>
        </pc:cxnChg>
        <pc:cxnChg chg="add mod">
          <ac:chgData name="S M Towhidul Islam" userId="f0c7a54b-59a3-4574-a7d3-38d3921eb4d8" providerId="ADAL" clId="{E81E533D-A006-412A-9DB5-60808D7961FE}" dt="2023-07-12T10:01:54.324" v="2944" actId="1076"/>
          <ac:cxnSpMkLst>
            <pc:docMk/>
            <pc:sldMk cId="2134249446" sldId="334"/>
            <ac:cxnSpMk id="14" creationId="{ED789A43-0480-6917-66B8-99D8B47A816F}"/>
          </ac:cxnSpMkLst>
        </pc:cxnChg>
        <pc:cxnChg chg="add mod">
          <ac:chgData name="S M Towhidul Islam" userId="f0c7a54b-59a3-4574-a7d3-38d3921eb4d8" providerId="ADAL" clId="{E81E533D-A006-412A-9DB5-60808D7961FE}" dt="2023-07-12T10:01:54.324" v="2944" actId="1076"/>
          <ac:cxnSpMkLst>
            <pc:docMk/>
            <pc:sldMk cId="2134249446" sldId="334"/>
            <ac:cxnSpMk id="21" creationId="{1091792E-B902-9714-4030-517F285CF7E5}"/>
          </ac:cxnSpMkLst>
        </pc:cxnChg>
        <pc:cxnChg chg="add mod">
          <ac:chgData name="S M Towhidul Islam" userId="f0c7a54b-59a3-4574-a7d3-38d3921eb4d8" providerId="ADAL" clId="{E81E533D-A006-412A-9DB5-60808D7961FE}" dt="2023-07-12T10:01:54.324" v="2944" actId="1076"/>
          <ac:cxnSpMkLst>
            <pc:docMk/>
            <pc:sldMk cId="2134249446" sldId="334"/>
            <ac:cxnSpMk id="24" creationId="{85E8BE10-028E-A702-98AB-0034081010DC}"/>
          </ac:cxnSpMkLst>
        </pc:cxnChg>
      </pc:sldChg>
      <pc:sldChg chg="addSp delSp modSp new mod modAnim">
        <pc:chgData name="S M Towhidul Islam" userId="f0c7a54b-59a3-4574-a7d3-38d3921eb4d8" providerId="ADAL" clId="{E81E533D-A006-412A-9DB5-60808D7961FE}" dt="2023-07-12T16:49:55.027" v="3208"/>
        <pc:sldMkLst>
          <pc:docMk/>
          <pc:sldMk cId="1473580805" sldId="335"/>
        </pc:sldMkLst>
        <pc:spChg chg="add mod">
          <ac:chgData name="S M Towhidul Islam" userId="f0c7a54b-59a3-4574-a7d3-38d3921eb4d8" providerId="ADAL" clId="{E81E533D-A006-412A-9DB5-60808D7961FE}" dt="2023-07-12T10:04:29.355" v="2986" actId="1076"/>
          <ac:spMkLst>
            <pc:docMk/>
            <pc:sldMk cId="1473580805" sldId="335"/>
            <ac:spMk id="2" creationId="{FA894C9E-26E7-F273-72D2-ABFA8EB08729}"/>
          </ac:spMkLst>
        </pc:spChg>
        <pc:spChg chg="add mod">
          <ac:chgData name="S M Towhidul Islam" userId="f0c7a54b-59a3-4574-a7d3-38d3921eb4d8" providerId="ADAL" clId="{E81E533D-A006-412A-9DB5-60808D7961FE}" dt="2023-07-12T10:04:18.291" v="2985" actId="1076"/>
          <ac:spMkLst>
            <pc:docMk/>
            <pc:sldMk cId="1473580805" sldId="335"/>
            <ac:spMk id="4" creationId="{C5AC3C39-74CB-8022-402A-E01AAC3C97F2}"/>
          </ac:spMkLst>
        </pc:spChg>
        <pc:spChg chg="add mod">
          <ac:chgData name="S M Towhidul Islam" userId="f0c7a54b-59a3-4574-a7d3-38d3921eb4d8" providerId="ADAL" clId="{E81E533D-A006-412A-9DB5-60808D7961FE}" dt="2023-07-12T10:04:18.291" v="2985" actId="1076"/>
          <ac:spMkLst>
            <pc:docMk/>
            <pc:sldMk cId="1473580805" sldId="335"/>
            <ac:spMk id="6" creationId="{56FAF23B-8759-4E3D-D866-0A4B0F2D160F}"/>
          </ac:spMkLst>
        </pc:spChg>
        <pc:spChg chg="add del mod">
          <ac:chgData name="S M Towhidul Islam" userId="f0c7a54b-59a3-4574-a7d3-38d3921eb4d8" providerId="ADAL" clId="{E81E533D-A006-412A-9DB5-60808D7961FE}" dt="2023-07-12T10:03:17.161" v="2958" actId="478"/>
          <ac:spMkLst>
            <pc:docMk/>
            <pc:sldMk cId="1473580805" sldId="335"/>
            <ac:spMk id="7" creationId="{5278218F-35CF-FFF4-2680-C16C8CC82B88}"/>
          </ac:spMkLst>
        </pc:spChg>
        <pc:spChg chg="add mod">
          <ac:chgData name="S M Towhidul Islam" userId="f0c7a54b-59a3-4574-a7d3-38d3921eb4d8" providerId="ADAL" clId="{E81E533D-A006-412A-9DB5-60808D7961FE}" dt="2023-07-12T10:06:56.040" v="3053" actId="1076"/>
          <ac:spMkLst>
            <pc:docMk/>
            <pc:sldMk cId="1473580805" sldId="335"/>
            <ac:spMk id="11" creationId="{A9B3F5EE-995B-B3EA-1F29-99F001A82635}"/>
          </ac:spMkLst>
        </pc:spChg>
        <pc:spChg chg="add mod">
          <ac:chgData name="S M Towhidul Islam" userId="f0c7a54b-59a3-4574-a7d3-38d3921eb4d8" providerId="ADAL" clId="{E81E533D-A006-412A-9DB5-60808D7961FE}" dt="2023-07-12T10:04:18.291" v="2985" actId="1076"/>
          <ac:spMkLst>
            <pc:docMk/>
            <pc:sldMk cId="1473580805" sldId="335"/>
            <ac:spMk id="14" creationId="{B1471F20-B69F-D5C9-F182-0B547AF98CD2}"/>
          </ac:spMkLst>
        </pc:spChg>
        <pc:graphicFrameChg chg="add mod">
          <ac:chgData name="S M Towhidul Islam" userId="f0c7a54b-59a3-4574-a7d3-38d3921eb4d8" providerId="ADAL" clId="{E81E533D-A006-412A-9DB5-60808D7961FE}" dt="2023-07-12T10:04:18.291" v="2985" actId="1076"/>
          <ac:graphicFrameMkLst>
            <pc:docMk/>
            <pc:sldMk cId="1473580805" sldId="335"/>
            <ac:graphicFrameMk id="3" creationId="{C7A76C5F-1D54-8708-124A-B4B3F42F34F3}"/>
          </ac:graphicFrameMkLst>
        </pc:graphicFrameChg>
        <pc:graphicFrameChg chg="add del mod">
          <ac:chgData name="S M Towhidul Islam" userId="f0c7a54b-59a3-4574-a7d3-38d3921eb4d8" providerId="ADAL" clId="{E81E533D-A006-412A-9DB5-60808D7961FE}" dt="2023-07-12T10:03:24.180" v="2959" actId="478"/>
          <ac:graphicFrameMkLst>
            <pc:docMk/>
            <pc:sldMk cId="1473580805" sldId="335"/>
            <ac:graphicFrameMk id="5" creationId="{B0C4BD2D-2EB3-C73A-4454-E9BE0B057670}"/>
          </ac:graphicFrameMkLst>
        </pc:graphicFrameChg>
        <pc:graphicFrameChg chg="add mod modGraphic">
          <ac:chgData name="S M Towhidul Islam" userId="f0c7a54b-59a3-4574-a7d3-38d3921eb4d8" providerId="ADAL" clId="{E81E533D-A006-412A-9DB5-60808D7961FE}" dt="2023-07-12T10:04:39.403" v="2987" actId="1076"/>
          <ac:graphicFrameMkLst>
            <pc:docMk/>
            <pc:sldMk cId="1473580805" sldId="335"/>
            <ac:graphicFrameMk id="9" creationId="{8FBBFACA-7992-3822-323C-7DAF8C621906}"/>
          </ac:graphicFrameMkLst>
        </pc:graphicFrameChg>
        <pc:graphicFrameChg chg="add mod">
          <ac:chgData name="S M Towhidul Islam" userId="f0c7a54b-59a3-4574-a7d3-38d3921eb4d8" providerId="ADAL" clId="{E81E533D-A006-412A-9DB5-60808D7961FE}" dt="2023-07-12T10:04:18.291" v="2985" actId="1076"/>
          <ac:graphicFrameMkLst>
            <pc:docMk/>
            <pc:sldMk cId="1473580805" sldId="335"/>
            <ac:graphicFrameMk id="15" creationId="{652C5023-3584-60F4-3299-FCAFDB7AE4E9}"/>
          </ac:graphicFrameMkLst>
        </pc:graphicFrameChg>
        <pc:cxnChg chg="add mod">
          <ac:chgData name="S M Towhidul Islam" userId="f0c7a54b-59a3-4574-a7d3-38d3921eb4d8" providerId="ADAL" clId="{E81E533D-A006-412A-9DB5-60808D7961FE}" dt="2023-07-12T10:04:18.291" v="2985" actId="1076"/>
          <ac:cxnSpMkLst>
            <pc:docMk/>
            <pc:sldMk cId="1473580805" sldId="335"/>
            <ac:cxnSpMk id="8" creationId="{FB42467A-F709-2293-7B6D-41B8AAF57CB8}"/>
          </ac:cxnSpMkLst>
        </pc:cxnChg>
        <pc:cxnChg chg="add mod">
          <ac:chgData name="S M Towhidul Islam" userId="f0c7a54b-59a3-4574-a7d3-38d3921eb4d8" providerId="ADAL" clId="{E81E533D-A006-412A-9DB5-60808D7961FE}" dt="2023-07-12T10:04:18.291" v="2985" actId="1076"/>
          <ac:cxnSpMkLst>
            <pc:docMk/>
            <pc:sldMk cId="1473580805" sldId="335"/>
            <ac:cxnSpMk id="10" creationId="{CB25F6FA-B976-16E4-C540-77546D4B84D2}"/>
          </ac:cxnSpMkLst>
        </pc:cxnChg>
        <pc:cxnChg chg="add mod">
          <ac:chgData name="S M Towhidul Islam" userId="f0c7a54b-59a3-4574-a7d3-38d3921eb4d8" providerId="ADAL" clId="{E81E533D-A006-412A-9DB5-60808D7961FE}" dt="2023-07-12T10:04:18.291" v="2985" actId="1076"/>
          <ac:cxnSpMkLst>
            <pc:docMk/>
            <pc:sldMk cId="1473580805" sldId="335"/>
            <ac:cxnSpMk id="12" creationId="{D2CFE35B-5E55-B0A5-2BDD-61C295421BB4}"/>
          </ac:cxnSpMkLst>
        </pc:cxnChg>
        <pc:cxnChg chg="add mod">
          <ac:chgData name="S M Towhidul Islam" userId="f0c7a54b-59a3-4574-a7d3-38d3921eb4d8" providerId="ADAL" clId="{E81E533D-A006-412A-9DB5-60808D7961FE}" dt="2023-07-12T10:04:18.291" v="2985" actId="1076"/>
          <ac:cxnSpMkLst>
            <pc:docMk/>
            <pc:sldMk cId="1473580805" sldId="335"/>
            <ac:cxnSpMk id="13" creationId="{993429DD-77F3-2863-57BD-5543F175DC75}"/>
          </ac:cxnSpMkLst>
        </pc:cxnChg>
      </pc:sldChg>
      <pc:sldChg chg="addSp delSp modSp add del mod">
        <pc:chgData name="S M Towhidul Islam" userId="f0c7a54b-59a3-4574-a7d3-38d3921eb4d8" providerId="ADAL" clId="{E81E533D-A006-412A-9DB5-60808D7961FE}" dt="2023-07-12T10:04:47.605" v="2988" actId="47"/>
        <pc:sldMkLst>
          <pc:docMk/>
          <pc:sldMk cId="1449911596" sldId="336"/>
        </pc:sldMkLst>
        <pc:spChg chg="mod">
          <ac:chgData name="S M Towhidul Islam" userId="f0c7a54b-59a3-4574-a7d3-38d3921eb4d8" providerId="ADAL" clId="{E81E533D-A006-412A-9DB5-60808D7961FE}" dt="2023-07-12T09:59:16.892" v="2918" actId="1076"/>
          <ac:spMkLst>
            <pc:docMk/>
            <pc:sldMk cId="1449911596" sldId="336"/>
            <ac:spMk id="2" creationId="{FA894C9E-26E7-F273-72D2-ABFA8EB08729}"/>
          </ac:spMkLst>
        </pc:spChg>
        <pc:spChg chg="del">
          <ac:chgData name="S M Towhidul Islam" userId="f0c7a54b-59a3-4574-a7d3-38d3921eb4d8" providerId="ADAL" clId="{E81E533D-A006-412A-9DB5-60808D7961FE}" dt="2023-07-12T09:59:10.841" v="2916" actId="478"/>
          <ac:spMkLst>
            <pc:docMk/>
            <pc:sldMk cId="1449911596" sldId="336"/>
            <ac:spMk id="4" creationId="{C5AC3C39-74CB-8022-402A-E01AAC3C97F2}"/>
          </ac:spMkLst>
        </pc:spChg>
        <pc:spChg chg="del">
          <ac:chgData name="S M Towhidul Islam" userId="f0c7a54b-59a3-4574-a7d3-38d3921eb4d8" providerId="ADAL" clId="{E81E533D-A006-412A-9DB5-60808D7961FE}" dt="2023-07-12T09:59:13.073" v="2917" actId="478"/>
          <ac:spMkLst>
            <pc:docMk/>
            <pc:sldMk cId="1449911596" sldId="336"/>
            <ac:spMk id="6" creationId="{56FAF23B-8759-4E3D-D866-0A4B0F2D160F}"/>
          </ac:spMkLst>
        </pc:spChg>
        <pc:spChg chg="mod">
          <ac:chgData name="S M Towhidul Islam" userId="f0c7a54b-59a3-4574-a7d3-38d3921eb4d8" providerId="ADAL" clId="{E81E533D-A006-412A-9DB5-60808D7961FE}" dt="2023-07-12T10:00:02.958" v="2940" actId="313"/>
          <ac:spMkLst>
            <pc:docMk/>
            <pc:sldMk cId="1449911596" sldId="336"/>
            <ac:spMk id="7" creationId="{5278218F-35CF-FFF4-2680-C16C8CC82B88}"/>
          </ac:spMkLst>
        </pc:spChg>
        <pc:spChg chg="del">
          <ac:chgData name="S M Towhidul Islam" userId="f0c7a54b-59a3-4574-a7d3-38d3921eb4d8" providerId="ADAL" clId="{E81E533D-A006-412A-9DB5-60808D7961FE}" dt="2023-07-12T09:59:21.538" v="2920" actId="478"/>
          <ac:spMkLst>
            <pc:docMk/>
            <pc:sldMk cId="1449911596" sldId="336"/>
            <ac:spMk id="11" creationId="{A9B3F5EE-995B-B3EA-1F29-99F001A82635}"/>
          </ac:spMkLst>
        </pc:spChg>
        <pc:spChg chg="del">
          <ac:chgData name="S M Towhidul Islam" userId="f0c7a54b-59a3-4574-a7d3-38d3921eb4d8" providerId="ADAL" clId="{E81E533D-A006-412A-9DB5-60808D7961FE}" dt="2023-07-12T09:59:09.137" v="2915" actId="478"/>
          <ac:spMkLst>
            <pc:docMk/>
            <pc:sldMk cId="1449911596" sldId="336"/>
            <ac:spMk id="14" creationId="{B1471F20-B69F-D5C9-F182-0B547AF98CD2}"/>
          </ac:spMkLst>
        </pc:spChg>
        <pc:spChg chg="add mod">
          <ac:chgData name="S M Towhidul Islam" userId="f0c7a54b-59a3-4574-a7d3-38d3921eb4d8" providerId="ADAL" clId="{E81E533D-A006-412A-9DB5-60808D7961FE}" dt="2023-07-12T09:59:47.614" v="2934" actId="14100"/>
          <ac:spMkLst>
            <pc:docMk/>
            <pc:sldMk cId="1449911596" sldId="336"/>
            <ac:spMk id="15" creationId="{A37BB9FE-FB66-8015-D2A6-917BA71E5E36}"/>
          </ac:spMkLst>
        </pc:spChg>
        <pc:spChg chg="add mod">
          <ac:chgData name="S M Towhidul Islam" userId="f0c7a54b-59a3-4574-a7d3-38d3921eb4d8" providerId="ADAL" clId="{E81E533D-A006-412A-9DB5-60808D7961FE}" dt="2023-07-12T10:00:11.452" v="2943" actId="1076"/>
          <ac:spMkLst>
            <pc:docMk/>
            <pc:sldMk cId="1449911596" sldId="336"/>
            <ac:spMk id="16" creationId="{792F2BA3-1B01-0EC3-B380-E8CFA0454AB3}"/>
          </ac:spMkLst>
        </pc:spChg>
        <pc:graphicFrameChg chg="del">
          <ac:chgData name="S M Towhidul Islam" userId="f0c7a54b-59a3-4574-a7d3-38d3921eb4d8" providerId="ADAL" clId="{E81E533D-A006-412A-9DB5-60808D7961FE}" dt="2023-07-12T09:59:05.780" v="2914" actId="478"/>
          <ac:graphicFrameMkLst>
            <pc:docMk/>
            <pc:sldMk cId="1449911596" sldId="336"/>
            <ac:graphicFrameMk id="3" creationId="{C7A76C5F-1D54-8708-124A-B4B3F42F34F3}"/>
          </ac:graphicFrameMkLst>
        </pc:graphicFrameChg>
        <pc:graphicFrameChg chg="del">
          <ac:chgData name="S M Towhidul Islam" userId="f0c7a54b-59a3-4574-a7d3-38d3921eb4d8" providerId="ADAL" clId="{E81E533D-A006-412A-9DB5-60808D7961FE}" dt="2023-07-12T09:59:05.780" v="2914" actId="478"/>
          <ac:graphicFrameMkLst>
            <pc:docMk/>
            <pc:sldMk cId="1449911596" sldId="336"/>
            <ac:graphicFrameMk id="5" creationId="{B0C4BD2D-2EB3-C73A-4454-E9BE0B057670}"/>
          </ac:graphicFrameMkLst>
        </pc:graphicFrameChg>
        <pc:graphicFrameChg chg="del">
          <ac:chgData name="S M Towhidul Islam" userId="f0c7a54b-59a3-4574-a7d3-38d3921eb4d8" providerId="ADAL" clId="{E81E533D-A006-412A-9DB5-60808D7961FE}" dt="2023-07-12T09:59:19.202" v="2919" actId="478"/>
          <ac:graphicFrameMkLst>
            <pc:docMk/>
            <pc:sldMk cId="1449911596" sldId="336"/>
            <ac:graphicFrameMk id="9" creationId="{8FBBFACA-7992-3822-323C-7DAF8C621906}"/>
          </ac:graphicFrameMkLst>
        </pc:graphicFrameChg>
        <pc:cxnChg chg="del mod">
          <ac:chgData name="S M Towhidul Islam" userId="f0c7a54b-59a3-4574-a7d3-38d3921eb4d8" providerId="ADAL" clId="{E81E533D-A006-412A-9DB5-60808D7961FE}" dt="2023-07-12T09:59:09.137" v="2915" actId="478"/>
          <ac:cxnSpMkLst>
            <pc:docMk/>
            <pc:sldMk cId="1449911596" sldId="336"/>
            <ac:cxnSpMk id="8" creationId="{FB42467A-F709-2293-7B6D-41B8AAF57CB8}"/>
          </ac:cxnSpMkLst>
        </pc:cxnChg>
        <pc:cxnChg chg="del">
          <ac:chgData name="S M Towhidul Islam" userId="f0c7a54b-59a3-4574-a7d3-38d3921eb4d8" providerId="ADAL" clId="{E81E533D-A006-412A-9DB5-60808D7961FE}" dt="2023-07-12T09:59:09.137" v="2915" actId="478"/>
          <ac:cxnSpMkLst>
            <pc:docMk/>
            <pc:sldMk cId="1449911596" sldId="336"/>
            <ac:cxnSpMk id="10" creationId="{CB25F6FA-B976-16E4-C540-77546D4B84D2}"/>
          </ac:cxnSpMkLst>
        </pc:cxnChg>
        <pc:cxnChg chg="del mod">
          <ac:chgData name="S M Towhidul Islam" userId="f0c7a54b-59a3-4574-a7d3-38d3921eb4d8" providerId="ADAL" clId="{E81E533D-A006-412A-9DB5-60808D7961FE}" dt="2023-07-12T09:59:09.137" v="2915" actId="478"/>
          <ac:cxnSpMkLst>
            <pc:docMk/>
            <pc:sldMk cId="1449911596" sldId="336"/>
            <ac:cxnSpMk id="12" creationId="{D2CFE35B-5E55-B0A5-2BDD-61C295421BB4}"/>
          </ac:cxnSpMkLst>
        </pc:cxnChg>
        <pc:cxnChg chg="del mod">
          <ac:chgData name="S M Towhidul Islam" userId="f0c7a54b-59a3-4574-a7d3-38d3921eb4d8" providerId="ADAL" clId="{E81E533D-A006-412A-9DB5-60808D7961FE}" dt="2023-07-12T09:59:09.137" v="2915" actId="478"/>
          <ac:cxnSpMkLst>
            <pc:docMk/>
            <pc:sldMk cId="1449911596" sldId="336"/>
            <ac:cxnSpMk id="13" creationId="{993429DD-77F3-2863-57BD-5543F175DC75}"/>
          </ac:cxnSpMkLst>
        </pc:cxnChg>
      </pc:sldChg>
      <pc:sldChg chg="modSp add mod modAnim">
        <pc:chgData name="S M Towhidul Islam" userId="f0c7a54b-59a3-4574-a7d3-38d3921eb4d8" providerId="ADAL" clId="{E81E533D-A006-412A-9DB5-60808D7961FE}" dt="2023-07-12T16:50:56.445" v="3215"/>
        <pc:sldMkLst>
          <pc:docMk/>
          <pc:sldMk cId="2815902787" sldId="336"/>
        </pc:sldMkLst>
        <pc:spChg chg="mod">
          <ac:chgData name="S M Towhidul Islam" userId="f0c7a54b-59a3-4574-a7d3-38d3921eb4d8" providerId="ADAL" clId="{E81E533D-A006-412A-9DB5-60808D7961FE}" dt="2023-07-12T10:05:02.090" v="3000" actId="14100"/>
          <ac:spMkLst>
            <pc:docMk/>
            <pc:sldMk cId="2815902787" sldId="336"/>
            <ac:spMk id="2" creationId="{FA894C9E-26E7-F273-72D2-ABFA8EB08729}"/>
          </ac:spMkLst>
        </pc:spChg>
        <pc:spChg chg="mod">
          <ac:chgData name="S M Towhidul Islam" userId="f0c7a54b-59a3-4574-a7d3-38d3921eb4d8" providerId="ADAL" clId="{E81E533D-A006-412A-9DB5-60808D7961FE}" dt="2023-07-12T10:06:44.999" v="3035" actId="1076"/>
          <ac:spMkLst>
            <pc:docMk/>
            <pc:sldMk cId="2815902787" sldId="336"/>
            <ac:spMk id="11" creationId="{A9B3F5EE-995B-B3EA-1F29-99F001A82635}"/>
          </ac:spMkLst>
        </pc:spChg>
        <pc:spChg chg="mod">
          <ac:chgData name="S M Towhidul Islam" userId="f0c7a54b-59a3-4574-a7d3-38d3921eb4d8" providerId="ADAL" clId="{E81E533D-A006-412A-9DB5-60808D7961FE}" dt="2023-07-12T10:05:16.368" v="3003" actId="14100"/>
          <ac:spMkLst>
            <pc:docMk/>
            <pc:sldMk cId="2815902787" sldId="336"/>
            <ac:spMk id="14" creationId="{B1471F20-B69F-D5C9-F182-0B547AF98CD2}"/>
          </ac:spMkLst>
        </pc:spChg>
        <pc:graphicFrameChg chg="modGraphic">
          <ac:chgData name="S M Towhidul Islam" userId="f0c7a54b-59a3-4574-a7d3-38d3921eb4d8" providerId="ADAL" clId="{E81E533D-A006-412A-9DB5-60808D7961FE}" dt="2023-07-12T10:05:49.134" v="3022" actId="20577"/>
          <ac:graphicFrameMkLst>
            <pc:docMk/>
            <pc:sldMk cId="2815902787" sldId="336"/>
            <ac:graphicFrameMk id="9" creationId="{8FBBFACA-7992-3822-323C-7DAF8C621906}"/>
          </ac:graphicFrameMkLst>
        </pc:graphicFrameChg>
        <pc:graphicFrameChg chg="ord">
          <ac:chgData name="S M Towhidul Islam" userId="f0c7a54b-59a3-4574-a7d3-38d3921eb4d8" providerId="ADAL" clId="{E81E533D-A006-412A-9DB5-60808D7961FE}" dt="2023-07-12T16:50:53.853" v="3214" actId="167"/>
          <ac:graphicFrameMkLst>
            <pc:docMk/>
            <pc:sldMk cId="2815902787" sldId="336"/>
            <ac:graphicFrameMk id="15" creationId="{652C5023-3584-60F4-3299-FCAFDB7AE4E9}"/>
          </ac:graphicFrameMkLst>
        </pc:graphicFrameChg>
      </pc:sldChg>
      <pc:sldChg chg="addSp delSp modSp add mod modAnim">
        <pc:chgData name="S M Towhidul Islam" userId="f0c7a54b-59a3-4574-a7d3-38d3921eb4d8" providerId="ADAL" clId="{E81E533D-A006-412A-9DB5-60808D7961FE}" dt="2023-07-12T16:51:57.744" v="3223"/>
        <pc:sldMkLst>
          <pc:docMk/>
          <pc:sldMk cId="3412635521" sldId="337"/>
        </pc:sldMkLst>
        <pc:spChg chg="mod">
          <ac:chgData name="S M Towhidul Islam" userId="f0c7a54b-59a3-4574-a7d3-38d3921eb4d8" providerId="ADAL" clId="{E81E533D-A006-412A-9DB5-60808D7961FE}" dt="2023-07-12T10:07:29.247" v="3081" actId="20577"/>
          <ac:spMkLst>
            <pc:docMk/>
            <pc:sldMk cId="3412635521" sldId="337"/>
            <ac:spMk id="2" creationId="{FA894C9E-26E7-F273-72D2-ABFA8EB08729}"/>
          </ac:spMkLst>
        </pc:spChg>
        <pc:spChg chg="mod">
          <ac:chgData name="S M Towhidul Islam" userId="f0c7a54b-59a3-4574-a7d3-38d3921eb4d8" providerId="ADAL" clId="{E81E533D-A006-412A-9DB5-60808D7961FE}" dt="2023-07-12T10:08:10.911" v="3096" actId="20577"/>
          <ac:spMkLst>
            <pc:docMk/>
            <pc:sldMk cId="3412635521" sldId="337"/>
            <ac:spMk id="11" creationId="{A9B3F5EE-995B-B3EA-1F29-99F001A82635}"/>
          </ac:spMkLst>
        </pc:spChg>
        <pc:spChg chg="mod">
          <ac:chgData name="S M Towhidul Islam" userId="f0c7a54b-59a3-4574-a7d3-38d3921eb4d8" providerId="ADAL" clId="{E81E533D-A006-412A-9DB5-60808D7961FE}" dt="2023-07-12T10:07:50.868" v="3087" actId="14100"/>
          <ac:spMkLst>
            <pc:docMk/>
            <pc:sldMk cId="3412635521" sldId="337"/>
            <ac:spMk id="14" creationId="{B1471F20-B69F-D5C9-F182-0B547AF98CD2}"/>
          </ac:spMkLst>
        </pc:spChg>
        <pc:spChg chg="add mod">
          <ac:chgData name="S M Towhidul Islam" userId="f0c7a54b-59a3-4574-a7d3-38d3921eb4d8" providerId="ADAL" clId="{E81E533D-A006-412A-9DB5-60808D7961FE}" dt="2023-07-12T10:08:00.242" v="3090" actId="14100"/>
          <ac:spMkLst>
            <pc:docMk/>
            <pc:sldMk cId="3412635521" sldId="337"/>
            <ac:spMk id="16" creationId="{15688A94-E0A1-0F44-E639-6A3A9F611940}"/>
          </ac:spMkLst>
        </pc:spChg>
        <pc:graphicFrameChg chg="add del mod">
          <ac:chgData name="S M Towhidul Islam" userId="f0c7a54b-59a3-4574-a7d3-38d3921eb4d8" providerId="ADAL" clId="{E81E533D-A006-412A-9DB5-60808D7961FE}" dt="2023-07-12T10:07:35.841" v="3083"/>
          <ac:graphicFrameMkLst>
            <pc:docMk/>
            <pc:sldMk cId="3412635521" sldId="337"/>
            <ac:graphicFrameMk id="5" creationId="{50589AC6-4998-898F-4DDE-C773EF217BD4}"/>
          </ac:graphicFrameMkLst>
        </pc:graphicFrameChg>
        <pc:graphicFrameChg chg="add del mod">
          <ac:chgData name="S M Towhidul Islam" userId="f0c7a54b-59a3-4574-a7d3-38d3921eb4d8" providerId="ADAL" clId="{E81E533D-A006-412A-9DB5-60808D7961FE}" dt="2023-07-12T10:07:39.972" v="3085"/>
          <ac:graphicFrameMkLst>
            <pc:docMk/>
            <pc:sldMk cId="3412635521" sldId="337"/>
            <ac:graphicFrameMk id="7" creationId="{59C12409-E005-BF79-7BF1-80786FEA70A0}"/>
          </ac:graphicFrameMkLst>
        </pc:graphicFrameChg>
        <pc:graphicFrameChg chg="mod modGraphic">
          <ac:chgData name="S M Towhidul Islam" userId="f0c7a54b-59a3-4574-a7d3-38d3921eb4d8" providerId="ADAL" clId="{E81E533D-A006-412A-9DB5-60808D7961FE}" dt="2023-07-12T10:09:14.957" v="3105"/>
          <ac:graphicFrameMkLst>
            <pc:docMk/>
            <pc:sldMk cId="3412635521" sldId="337"/>
            <ac:graphicFrameMk id="9" creationId="{8FBBFACA-7992-3822-323C-7DAF8C621906}"/>
          </ac:graphicFrameMkLst>
        </pc:graphicFrameChg>
        <pc:graphicFrameChg chg="ord">
          <ac:chgData name="S M Towhidul Islam" userId="f0c7a54b-59a3-4574-a7d3-38d3921eb4d8" providerId="ADAL" clId="{E81E533D-A006-412A-9DB5-60808D7961FE}" dt="2023-07-12T10:07:44.587" v="3086" actId="167"/>
          <ac:graphicFrameMkLst>
            <pc:docMk/>
            <pc:sldMk cId="3412635521" sldId="337"/>
            <ac:graphicFrameMk id="15" creationId="{652C5023-3584-60F4-3299-FCAFDB7AE4E9}"/>
          </ac:graphicFrameMkLst>
        </pc:graphicFrameChg>
      </pc:sldChg>
      <pc:sldChg chg="addSp modSp new mod">
        <pc:chgData name="S M Towhidul Islam" userId="f0c7a54b-59a3-4574-a7d3-38d3921eb4d8" providerId="ADAL" clId="{E81E533D-A006-412A-9DB5-60808D7961FE}" dt="2023-07-12T10:11:32.040" v="3190" actId="1076"/>
        <pc:sldMkLst>
          <pc:docMk/>
          <pc:sldMk cId="86451759" sldId="338"/>
        </pc:sldMkLst>
        <pc:spChg chg="add mod">
          <ac:chgData name="S M Towhidul Islam" userId="f0c7a54b-59a3-4574-a7d3-38d3921eb4d8" providerId="ADAL" clId="{E81E533D-A006-412A-9DB5-60808D7961FE}" dt="2023-07-12T10:10:54.360" v="3185" actId="1076"/>
          <ac:spMkLst>
            <pc:docMk/>
            <pc:sldMk cId="86451759" sldId="338"/>
            <ac:spMk id="3" creationId="{59922BD0-CA86-8CAA-6DC5-3CE8628E8F4D}"/>
          </ac:spMkLst>
        </pc:spChg>
        <pc:spChg chg="add mod">
          <ac:chgData name="S M Towhidul Islam" userId="f0c7a54b-59a3-4574-a7d3-38d3921eb4d8" providerId="ADAL" clId="{E81E533D-A006-412A-9DB5-60808D7961FE}" dt="2023-07-12T10:11:32.040" v="3190" actId="1076"/>
          <ac:spMkLst>
            <pc:docMk/>
            <pc:sldMk cId="86451759" sldId="338"/>
            <ac:spMk id="6" creationId="{4197568D-5B93-B363-5282-126B59E4F498}"/>
          </ac:spMkLst>
        </pc:spChg>
        <pc:picChg chg="add mod">
          <ac:chgData name="S M Towhidul Islam" userId="f0c7a54b-59a3-4574-a7d3-38d3921eb4d8" providerId="ADAL" clId="{E81E533D-A006-412A-9DB5-60808D7961FE}" dt="2023-07-12T10:11:23.857" v="3188" actId="1076"/>
          <ac:picMkLst>
            <pc:docMk/>
            <pc:sldMk cId="86451759" sldId="338"/>
            <ac:picMk id="5" creationId="{4B639403-9CEB-1800-1EBA-CA7D7DABF744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A5E5C2-BBA1-50D1-7C25-E687BE8BE2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BA3CC71-9104-9BE3-71D4-C147914BF8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3488C5-EB01-61D2-C913-08F59AD1E7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FD38D-AF56-4B72-A9EB-9985B041CA83}" type="datetimeFigureOut">
              <a:rPr lang="en-US" smtClean="0"/>
              <a:t>11/12/25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E26252-B1F1-DCA1-3F6C-2E96DB3727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C1389B-400E-CA6E-92F6-534C41F19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95CC2D-8FA2-4ED9-973F-AF2D750C36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45321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E97394-91F2-D14D-7368-F95D95D79C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FA64D8-439B-96AE-6626-610924D074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616ACD-9599-6589-54A2-CB6810FFF3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FD38D-AF56-4B72-A9EB-9985B041CA83}" type="datetimeFigureOut">
              <a:rPr lang="en-US" smtClean="0"/>
              <a:t>11/12/25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A81F51-00C3-B901-A703-8C8EB6A316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A36BBB-E20E-1C7A-A3E5-93F7D8EAD9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95CC2D-8FA2-4ED9-973F-AF2D750C36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44472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B783E9-1FF1-4D28-66FC-B945D0D660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0CA718-A49F-9EF0-328E-FE06172B9C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D74F83-7801-AF8A-F576-22090652FE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FD38D-AF56-4B72-A9EB-9985B041CA83}" type="datetimeFigureOut">
              <a:rPr lang="en-US" smtClean="0"/>
              <a:t>11/12/25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A06442-8AC1-68C1-5C11-8002E3DFEA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64C842-55E4-AC6E-845D-92516531F1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95CC2D-8FA2-4ED9-973F-AF2D750C36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9518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0B9743-A9B2-F894-AE13-CA99DAE0C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1C48C7-4FB2-A2DD-6D56-4637E22C3B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1656B48-6014-D5EA-F411-2B1EC59384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A75E91-EE63-CA48-98B2-6AB5F99496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FD38D-AF56-4B72-A9EB-9985B041CA83}" type="datetimeFigureOut">
              <a:rPr lang="en-US" smtClean="0"/>
              <a:t>11/12/25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3A7C6D-51B7-A49C-84FD-F7F5C3BC58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87E64E-416F-1691-3739-836ACD0691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95CC2D-8FA2-4ED9-973F-AF2D750C36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412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CD3A7C-EC06-786E-17E1-6F6DAFBC2C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719B18-3EB7-9B58-8CC0-051D6B103C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EE03BF6-C06C-C4FA-FC50-EDA4210239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484EEBE-6496-6F21-82D3-7CAE2A0AC7A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203C26D-D284-C6AD-6ECD-A17D84831A0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3AE9554-81F1-83FF-0459-6FCBA6608F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FD38D-AF56-4B72-A9EB-9985B041CA83}" type="datetimeFigureOut">
              <a:rPr lang="en-US" smtClean="0"/>
              <a:t>11/12/25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E533FC4-6516-9B82-B982-F0FF124D8B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5A79B2E-7020-EB30-BE7B-4246CCE24B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95CC2D-8FA2-4ED9-973F-AF2D750C36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91709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B47017-82F6-EE15-8F45-24572AA606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1345470-53A3-5E2F-4C41-54274DBF37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FD38D-AF56-4B72-A9EB-9985B041CA83}" type="datetimeFigureOut">
              <a:rPr lang="en-US" smtClean="0"/>
              <a:t>11/12/25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C40D71-3BEB-4EEE-B7DA-126A29817D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72C921D-5258-78F9-40C6-34A32B661B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95CC2D-8FA2-4ED9-973F-AF2D750C36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38027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E2F6AA3-1128-0BA6-14F7-9A2DF2BA8C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FD38D-AF56-4B72-A9EB-9985B041CA83}" type="datetimeFigureOut">
              <a:rPr lang="en-US" smtClean="0"/>
              <a:t>11/12/25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76B71D2-478E-26A2-FD4B-85B96C2804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27D945-E29D-B963-735D-8CF7E70114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95CC2D-8FA2-4ED9-973F-AF2D750C36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28005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80BBDA-B4DF-0EB5-9415-4AD4A0DFD4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46DF26-8C81-B353-7EF9-A923CBE1E0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6FCB71-4D1D-5D9B-D9D5-7DC642E8D6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F381EC-2FBE-E039-569E-6D4356687B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FD38D-AF56-4B72-A9EB-9985B041CA83}" type="datetimeFigureOut">
              <a:rPr lang="en-US" smtClean="0"/>
              <a:t>11/12/25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8522CB-C3EF-E7E6-C23C-19E210E681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40A0FC-C964-31BB-4A1A-EE61A04C79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95CC2D-8FA2-4ED9-973F-AF2D750C36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99190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642FAC-46A5-2D64-7820-8722EB6BA4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098AA7B-851C-9BDE-B69F-1BF0205D973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43F045-1550-3CC5-2DB7-BE247C091A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7FD19F-87D0-0727-4324-B5152953A3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FD38D-AF56-4B72-A9EB-9985B041CA83}" type="datetimeFigureOut">
              <a:rPr lang="en-US" smtClean="0"/>
              <a:t>11/12/25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34E8DA-1895-F85D-0D05-10B911A554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A10901-2A72-3E90-21FE-FE30F429A4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95CC2D-8FA2-4ED9-973F-AF2D750C36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21106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A35416-2B97-C9B1-9F62-0DE7779C15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F31F7FE-C35E-358C-C6D4-8AAD43E52E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D106FD-C09C-961B-EAC5-530B95EADA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FD38D-AF56-4B72-A9EB-9985B041CA83}" type="datetimeFigureOut">
              <a:rPr lang="en-US" smtClean="0"/>
              <a:t>11/12/25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9C0283-799F-757A-368B-5B581106FC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DE182A-4A46-2E79-51BF-8CEEECFE8F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95CC2D-8FA2-4ED9-973F-AF2D750C36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9197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6A510E5-414A-AAC5-1A22-82E2666CB04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9007092-4A1E-72FE-F455-6057DBCE1A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2B28AE-EA77-F47C-91FB-A259A3670E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FD38D-AF56-4B72-A9EB-9985B041CA83}" type="datetimeFigureOut">
              <a:rPr lang="en-US" smtClean="0"/>
              <a:t>11/12/25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E64341-5035-2B24-7407-69CC87E437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7EA68C-ACAB-8C83-8DA5-EFD1B10F17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95CC2D-8FA2-4ED9-973F-AF2D750C36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89893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177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3862" y="2235836"/>
            <a:ext cx="4160982" cy="2811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30" b="0" i="0">
                <a:solidFill>
                  <a:schemeClr val="tx1"/>
                </a:solidFill>
                <a:latin typeface="Carlito"/>
                <a:cs typeface="Carlito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3877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11/12/25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121001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CD8C95C-E2FE-C1B8-F7E3-C2A43389D3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80DBF6-9A47-8691-34CB-48B326205C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57FFB5-060B-6A4B-8037-598122F965F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4FD38D-AF56-4B72-A9EB-9985B041CA83}" type="datetimeFigureOut">
              <a:rPr lang="en-US" smtClean="0"/>
              <a:t>11/12/25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5B400A-0860-0603-A020-DA4652CCBB6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3DB1D5-0D11-D240-626D-EDC7094545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95CC2D-8FA2-4ED9-973F-AF2D750C36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31637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hyperlink" Target="https://pandas.pydata.org/docs/reference/frame.html" TargetMode="Externa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802D19-829C-E96E-380C-67C75D7D6A9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Pandas Package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50C977E-F5A4-6060-2E0E-42536941BA5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71791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BDE405-FFDF-DF0E-508A-4B832B022D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34542" y="2621436"/>
            <a:ext cx="10515600" cy="1325563"/>
          </a:xfrm>
        </p:spPr>
        <p:txBody>
          <a:bodyPr/>
          <a:lstStyle/>
          <a:p>
            <a:r>
              <a:rPr lang="en-US" dirty="0" err="1"/>
              <a:t>DataFrame</a:t>
            </a:r>
            <a:r>
              <a:rPr lang="en-US" dirty="0"/>
              <a:t> Review </a:t>
            </a:r>
          </a:p>
        </p:txBody>
      </p:sp>
    </p:spTree>
    <p:extLst>
      <p:ext uri="{BB962C8B-B14F-4D97-AF65-F5344CB8AC3E}">
        <p14:creationId xmlns:p14="http://schemas.microsoft.com/office/powerpoint/2010/main" val="28225315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EC1712CF-B977-76D0-F06A-3CEEC49A28F8}"/>
              </a:ext>
            </a:extLst>
          </p:cNvPr>
          <p:cNvSpPr txBox="1">
            <a:spLocks/>
          </p:cNvSpPr>
          <p:nvPr/>
        </p:nvSpPr>
        <p:spPr>
          <a:xfrm>
            <a:off x="827416" y="801324"/>
            <a:ext cx="7572110" cy="488822"/>
          </a:xfrm>
          <a:prstGeom prst="rect">
            <a:avLst/>
          </a:prstGeom>
        </p:spPr>
        <p:txBody>
          <a:bodyPr>
            <a:normAutofit fontScale="75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err="1"/>
              <a:t>DataFrame</a:t>
            </a:r>
            <a:r>
              <a:rPr lang="en-US" dirty="0"/>
              <a:t> methods: drop()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91E5641-C352-A730-98F4-5E35E9475097}"/>
              </a:ext>
            </a:extLst>
          </p:cNvPr>
          <p:cNvSpPr txBox="1"/>
          <p:nvPr/>
        </p:nvSpPr>
        <p:spPr>
          <a:xfrm>
            <a:off x="1361210" y="1350818"/>
            <a:ext cx="69109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drop(index=None, labels=None, axis=0, </a:t>
            </a:r>
            <a:r>
              <a:rPr lang="en-US" sz="2400" dirty="0" err="1"/>
              <a:t>inplace</a:t>
            </a:r>
            <a:r>
              <a:rPr lang="en-US" sz="2400" dirty="0"/>
              <a:t>=False)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E142210-70F9-4D9D-E008-27CEBFF56D7E}"/>
              </a:ext>
            </a:extLst>
          </p:cNvPr>
          <p:cNvSpPr txBox="1"/>
          <p:nvPr/>
        </p:nvSpPr>
        <p:spPr>
          <a:xfrm>
            <a:off x="2465243" y="1923573"/>
            <a:ext cx="6094268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dirty="0">
                <a:solidFill>
                  <a:srgbClr val="080808"/>
                </a:solidFill>
                <a:effectLst/>
                <a:latin typeface="JetBrains Mono"/>
              </a:rPr>
              <a:t>result = </a:t>
            </a:r>
            <a:r>
              <a:rPr lang="en-US" sz="2200" dirty="0" err="1">
                <a:solidFill>
                  <a:srgbClr val="080808"/>
                </a:solidFill>
                <a:effectLst/>
                <a:latin typeface="JetBrains Mono"/>
              </a:rPr>
              <a:t>country.drop</a:t>
            </a:r>
            <a:r>
              <a:rPr lang="en-US" sz="2200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en-US" sz="2200" dirty="0">
                <a:solidFill>
                  <a:srgbClr val="660099"/>
                </a:solidFill>
                <a:effectLst/>
                <a:latin typeface="JetBrains Mono"/>
              </a:rPr>
              <a:t>columns</a:t>
            </a:r>
            <a:r>
              <a:rPr lang="en-US" sz="2200" dirty="0">
                <a:solidFill>
                  <a:srgbClr val="080808"/>
                </a:solidFill>
                <a:effectLst/>
                <a:latin typeface="JetBrains Mono"/>
              </a:rPr>
              <a:t>=[</a:t>
            </a:r>
            <a:r>
              <a:rPr lang="en-US" sz="2200" dirty="0">
                <a:solidFill>
                  <a:srgbClr val="067D17"/>
                </a:solidFill>
                <a:effectLst/>
                <a:latin typeface="JetBrains Mono"/>
              </a:rPr>
              <a:t>'Percentage'</a:t>
            </a:r>
            <a:r>
              <a:rPr lang="en-US" sz="2200" dirty="0">
                <a:solidFill>
                  <a:srgbClr val="080808"/>
                </a:solidFill>
                <a:effectLst/>
                <a:latin typeface="JetBrains Mono"/>
              </a:rPr>
              <a:t>])</a:t>
            </a:r>
            <a:br>
              <a:rPr lang="en-US" sz="22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2200" dirty="0">
                <a:solidFill>
                  <a:srgbClr val="000080"/>
                </a:solidFill>
                <a:effectLst/>
                <a:latin typeface="JetBrains Mono"/>
              </a:rPr>
              <a:t>print</a:t>
            </a:r>
            <a:r>
              <a:rPr lang="en-US" sz="2200" dirty="0">
                <a:solidFill>
                  <a:srgbClr val="080808"/>
                </a:solidFill>
                <a:effectLst/>
                <a:latin typeface="JetBrains Mono"/>
              </a:rPr>
              <a:t>(result)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9F01ED6-8977-5E04-A40A-FC94B13F59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241" y="3169227"/>
            <a:ext cx="10502088" cy="2401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67810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EC1712CF-B977-76D0-F06A-3CEEC49A28F8}"/>
              </a:ext>
            </a:extLst>
          </p:cNvPr>
          <p:cNvSpPr txBox="1">
            <a:spLocks/>
          </p:cNvSpPr>
          <p:nvPr/>
        </p:nvSpPr>
        <p:spPr>
          <a:xfrm>
            <a:off x="827416" y="801324"/>
            <a:ext cx="7572110" cy="488822"/>
          </a:xfrm>
          <a:prstGeom prst="rect">
            <a:avLst/>
          </a:prstGeom>
        </p:spPr>
        <p:txBody>
          <a:bodyPr>
            <a:normAutofit fontScale="75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err="1"/>
              <a:t>DataFrame</a:t>
            </a:r>
            <a:r>
              <a:rPr lang="en-US" dirty="0"/>
              <a:t> methods: drop()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E142210-70F9-4D9D-E008-27CEBFF56D7E}"/>
              </a:ext>
            </a:extLst>
          </p:cNvPr>
          <p:cNvSpPr txBox="1"/>
          <p:nvPr/>
        </p:nvSpPr>
        <p:spPr>
          <a:xfrm>
            <a:off x="2693843" y="1622237"/>
            <a:ext cx="716713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dirty="0">
                <a:solidFill>
                  <a:srgbClr val="080808"/>
                </a:solidFill>
                <a:effectLst/>
                <a:latin typeface="JetBrains Mono"/>
              </a:rPr>
              <a:t>result = </a:t>
            </a:r>
            <a:r>
              <a:rPr lang="en-US" sz="2200" dirty="0" err="1">
                <a:solidFill>
                  <a:srgbClr val="080808"/>
                </a:solidFill>
                <a:effectLst/>
                <a:latin typeface="JetBrains Mono"/>
              </a:rPr>
              <a:t>country.drop</a:t>
            </a:r>
            <a:r>
              <a:rPr lang="en-US" sz="2200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en-US" sz="2200" dirty="0">
                <a:solidFill>
                  <a:srgbClr val="660099"/>
                </a:solidFill>
                <a:effectLst/>
                <a:latin typeface="JetBrains Mono"/>
              </a:rPr>
              <a:t>columns</a:t>
            </a:r>
            <a:r>
              <a:rPr lang="en-US" sz="2200" dirty="0">
                <a:solidFill>
                  <a:srgbClr val="080808"/>
                </a:solidFill>
                <a:effectLst/>
                <a:latin typeface="JetBrains Mono"/>
              </a:rPr>
              <a:t>=[</a:t>
            </a:r>
            <a:r>
              <a:rPr lang="en-US" sz="2200" dirty="0">
                <a:solidFill>
                  <a:srgbClr val="067D17"/>
                </a:solidFill>
                <a:effectLst/>
                <a:latin typeface="JetBrains Mono"/>
              </a:rPr>
              <a:t>'Percentage’</a:t>
            </a:r>
            <a:r>
              <a:rPr lang="en-US" sz="2200" dirty="0">
                <a:solidFill>
                  <a:srgbClr val="080808"/>
                </a:solidFill>
                <a:effectLst/>
                <a:latin typeface="JetBrains Mono"/>
              </a:rPr>
              <a:t>])</a:t>
            </a:r>
            <a:br>
              <a:rPr lang="en-US" sz="22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2200" dirty="0">
                <a:solidFill>
                  <a:srgbClr val="000080"/>
                </a:solidFill>
                <a:effectLst/>
                <a:highlight>
                  <a:srgbClr val="FFFF00"/>
                </a:highlight>
                <a:latin typeface="JetBrains Mono"/>
              </a:rPr>
              <a:t>print</a:t>
            </a:r>
            <a:r>
              <a:rPr lang="en-US" sz="2200" dirty="0">
                <a:solidFill>
                  <a:srgbClr val="080808"/>
                </a:solidFill>
                <a:effectLst/>
                <a:highlight>
                  <a:srgbClr val="FFFF00"/>
                </a:highlight>
                <a:latin typeface="JetBrains Mono"/>
              </a:rPr>
              <a:t>(country)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6E9CDCB-FAE9-E9E8-E0E9-B12164CC4D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050" y="3058976"/>
            <a:ext cx="11356100" cy="2552113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235BB607-62F2-5947-E1D3-5BF9989E5BE8}"/>
              </a:ext>
            </a:extLst>
          </p:cNvPr>
          <p:cNvSpPr txBox="1"/>
          <p:nvPr/>
        </p:nvSpPr>
        <p:spPr>
          <a:xfrm>
            <a:off x="2496416" y="5977539"/>
            <a:ext cx="7239866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highlight>
                  <a:srgbClr val="FFFF00"/>
                </a:highlight>
                <a:uLnTx/>
                <a:uFillTx/>
                <a:latin typeface="JetBrains Mono"/>
                <a:ea typeface="+mn-ea"/>
                <a:cs typeface="+mn-cs"/>
              </a:rPr>
              <a:t>result = </a:t>
            </a:r>
            <a:r>
              <a:rPr kumimoji="0" lang="en-US" sz="2200" b="0" i="0" u="none" strike="noStrike" kern="1200" cap="none" spc="0" normalizeH="0" baseline="0" noProof="0" dirty="0" err="1">
                <a:ln>
                  <a:noFill/>
                </a:ln>
                <a:solidFill>
                  <a:srgbClr val="080808"/>
                </a:solidFill>
                <a:effectLst/>
                <a:highlight>
                  <a:srgbClr val="FFFF00"/>
                </a:highlight>
                <a:uLnTx/>
                <a:uFillTx/>
                <a:latin typeface="JetBrains Mono"/>
                <a:ea typeface="+mn-ea"/>
                <a:cs typeface="+mn-cs"/>
              </a:rPr>
              <a:t>country.drop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highlight>
                  <a:srgbClr val="FFFF00"/>
                </a:highlight>
                <a:uLnTx/>
                <a:uFillTx/>
                <a:latin typeface="JetBrains Mono"/>
                <a:ea typeface="+mn-ea"/>
                <a:cs typeface="+mn-cs"/>
              </a:rPr>
              <a:t>(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660099"/>
                </a:solidFill>
                <a:effectLst/>
                <a:highlight>
                  <a:srgbClr val="FFFF00"/>
                </a:highlight>
                <a:uLnTx/>
                <a:uFillTx/>
                <a:latin typeface="JetBrains Mono"/>
                <a:ea typeface="+mn-ea"/>
                <a:cs typeface="+mn-cs"/>
              </a:rPr>
              <a:t>columns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highlight>
                  <a:srgbClr val="FFFF00"/>
                </a:highlight>
                <a:uLnTx/>
                <a:uFillTx/>
                <a:latin typeface="JetBrains Mono"/>
                <a:ea typeface="+mn-ea"/>
                <a:cs typeface="+mn-cs"/>
              </a:rPr>
              <a:t>=[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67D17"/>
                </a:solidFill>
                <a:effectLst/>
                <a:highlight>
                  <a:srgbClr val="FFFF00"/>
                </a:highlight>
                <a:uLnTx/>
                <a:uFillTx/>
                <a:latin typeface="JetBrains Mono"/>
                <a:ea typeface="+mn-ea"/>
                <a:cs typeface="+mn-cs"/>
              </a:rPr>
              <a:t>'Percentage’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highlight>
                  <a:srgbClr val="FFFF00"/>
                </a:highlight>
                <a:uLnTx/>
                <a:uFillTx/>
                <a:latin typeface="JetBrains Mono"/>
                <a:ea typeface="+mn-ea"/>
                <a:cs typeface="+mn-cs"/>
              </a:rPr>
              <a:t>], </a:t>
            </a:r>
            <a:r>
              <a:rPr kumimoji="0" lang="en-US" sz="2200" b="0" i="0" u="none" strike="noStrike" kern="1200" cap="none" spc="0" normalizeH="0" baseline="0" noProof="0" dirty="0" err="1">
                <a:ln>
                  <a:noFill/>
                </a:ln>
                <a:solidFill>
                  <a:srgbClr val="080808"/>
                </a:solidFill>
                <a:effectLst/>
                <a:highlight>
                  <a:srgbClr val="FFFF00"/>
                </a:highlight>
                <a:uLnTx/>
                <a:uFillTx/>
                <a:latin typeface="JetBrains Mono"/>
                <a:ea typeface="+mn-ea"/>
                <a:cs typeface="+mn-cs"/>
              </a:rPr>
              <a:t>inplace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highlight>
                  <a:srgbClr val="FFFF00"/>
                </a:highlight>
                <a:uLnTx/>
                <a:uFillTx/>
                <a:latin typeface="JetBrains Mono"/>
                <a:ea typeface="+mn-ea"/>
                <a:cs typeface="+mn-cs"/>
              </a:rPr>
              <a:t>=True)</a:t>
            </a:r>
            <a:endParaRPr lang="en-US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4085741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EC1712CF-B977-76D0-F06A-3CEEC49A28F8}"/>
              </a:ext>
            </a:extLst>
          </p:cNvPr>
          <p:cNvSpPr txBox="1">
            <a:spLocks/>
          </p:cNvSpPr>
          <p:nvPr/>
        </p:nvSpPr>
        <p:spPr>
          <a:xfrm>
            <a:off x="827416" y="801324"/>
            <a:ext cx="7572110" cy="488822"/>
          </a:xfrm>
          <a:prstGeom prst="rect">
            <a:avLst/>
          </a:prstGeom>
        </p:spPr>
        <p:txBody>
          <a:bodyPr>
            <a:normAutofit fontScale="75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err="1"/>
              <a:t>DataFrame</a:t>
            </a:r>
            <a:r>
              <a:rPr lang="en-US" dirty="0"/>
              <a:t> methods: </a:t>
            </a:r>
            <a:r>
              <a:rPr lang="en-US" dirty="0" err="1"/>
              <a:t>drop_duplicates</a:t>
            </a:r>
            <a:r>
              <a:rPr lang="en-US" dirty="0"/>
              <a:t>()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79E44C2-A65C-E989-5B30-21D94E8D1E68}"/>
              </a:ext>
            </a:extLst>
          </p:cNvPr>
          <p:cNvSpPr txBox="1"/>
          <p:nvPr/>
        </p:nvSpPr>
        <p:spPr>
          <a:xfrm>
            <a:off x="924792" y="1402772"/>
            <a:ext cx="585339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err="1"/>
              <a:t>drop_duplicates</a:t>
            </a:r>
            <a:r>
              <a:rPr lang="en-US" sz="2400" dirty="0"/>
              <a:t>(subset=None, </a:t>
            </a:r>
            <a:r>
              <a:rPr lang="en-US" sz="2400" dirty="0" err="1"/>
              <a:t>inplace</a:t>
            </a:r>
            <a:r>
              <a:rPr lang="en-US" sz="2400" dirty="0"/>
              <a:t>=False)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664C5A6-EE57-F199-018C-09B7CE227D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219" y="4395356"/>
            <a:ext cx="11121761" cy="175483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A4B84CB-ACED-72B0-B971-3635D99533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73917" y="2115515"/>
            <a:ext cx="8278099" cy="19888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67724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EC1712CF-B977-76D0-F06A-3CEEC49A28F8}"/>
              </a:ext>
            </a:extLst>
          </p:cNvPr>
          <p:cNvSpPr txBox="1">
            <a:spLocks/>
          </p:cNvSpPr>
          <p:nvPr/>
        </p:nvSpPr>
        <p:spPr>
          <a:xfrm>
            <a:off x="827416" y="801324"/>
            <a:ext cx="7572110" cy="488822"/>
          </a:xfrm>
          <a:prstGeom prst="rect">
            <a:avLst/>
          </a:prstGeom>
        </p:spPr>
        <p:txBody>
          <a:bodyPr>
            <a:normAutofit fontScale="75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err="1"/>
              <a:t>DataFrame</a:t>
            </a:r>
            <a:r>
              <a:rPr lang="en-US" dirty="0"/>
              <a:t> methods: </a:t>
            </a:r>
            <a:r>
              <a:rPr lang="en-US" dirty="0" err="1"/>
              <a:t>dropna</a:t>
            </a:r>
            <a:r>
              <a:rPr lang="en-US" dirty="0"/>
              <a:t>()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409856C-0B41-9A46-383C-83A82916C01F}"/>
              </a:ext>
            </a:extLst>
          </p:cNvPr>
          <p:cNvSpPr txBox="1"/>
          <p:nvPr/>
        </p:nvSpPr>
        <p:spPr>
          <a:xfrm>
            <a:off x="844260" y="1536807"/>
            <a:ext cx="1090785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Removes rows (axis=0) or columns (axis=1) containing missing values from </a:t>
            </a:r>
            <a:r>
              <a:rPr lang="en-US" sz="2400" dirty="0" err="1"/>
              <a:t>dataframe</a:t>
            </a:r>
            <a:endParaRPr lang="en-US" sz="24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576BDE5-1AD0-B29B-2FA4-891CC00A68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9198" y="2599056"/>
            <a:ext cx="9769803" cy="208724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663D792B-E32E-2562-2548-21436861272A}"/>
              </a:ext>
            </a:extLst>
          </p:cNvPr>
          <p:cNvSpPr txBox="1"/>
          <p:nvPr/>
        </p:nvSpPr>
        <p:spPr>
          <a:xfrm>
            <a:off x="2660938" y="5175927"/>
            <a:ext cx="849889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080808"/>
                </a:solidFill>
                <a:effectLst/>
                <a:latin typeface="JetBrains Mono"/>
              </a:rPr>
              <a:t>#Drop the </a:t>
            </a:r>
            <a:r>
              <a:rPr lang="en-US" sz="2400" dirty="0">
                <a:solidFill>
                  <a:srgbClr val="080808"/>
                </a:solidFill>
                <a:effectLst/>
                <a:highlight>
                  <a:srgbClr val="FFFF00"/>
                </a:highlight>
                <a:latin typeface="JetBrains Mono"/>
              </a:rPr>
              <a:t>rows</a:t>
            </a:r>
            <a:r>
              <a:rPr lang="en-US" sz="2400" dirty="0">
                <a:solidFill>
                  <a:srgbClr val="080808"/>
                </a:solidFill>
                <a:effectLst/>
                <a:latin typeface="JetBrains Mono"/>
              </a:rPr>
              <a:t> with missing values</a:t>
            </a:r>
          </a:p>
          <a:p>
            <a:r>
              <a:rPr lang="en-US" sz="2400" dirty="0">
                <a:solidFill>
                  <a:srgbClr val="080808"/>
                </a:solidFill>
                <a:effectLst/>
                <a:latin typeface="JetBrains Mono"/>
              </a:rPr>
              <a:t>result = </a:t>
            </a:r>
            <a:r>
              <a:rPr lang="en-US" sz="2400" dirty="0" err="1">
                <a:solidFill>
                  <a:srgbClr val="080808"/>
                </a:solidFill>
                <a:effectLst/>
                <a:latin typeface="JetBrains Mono"/>
              </a:rPr>
              <a:t>country.dropna</a:t>
            </a:r>
            <a:r>
              <a:rPr lang="en-US" sz="2400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en-US" sz="2400" dirty="0">
                <a:solidFill>
                  <a:srgbClr val="660099"/>
                </a:solidFill>
                <a:effectLst/>
                <a:highlight>
                  <a:srgbClr val="FFFF00"/>
                </a:highlight>
                <a:latin typeface="JetBrains Mono"/>
              </a:rPr>
              <a:t>axis</a:t>
            </a:r>
            <a:r>
              <a:rPr lang="en-US" sz="2400" dirty="0">
                <a:solidFill>
                  <a:srgbClr val="080808"/>
                </a:solidFill>
                <a:effectLst/>
                <a:highlight>
                  <a:srgbClr val="FFFF00"/>
                </a:highlight>
                <a:latin typeface="JetBrains Mono"/>
              </a:rPr>
              <a:t>=</a:t>
            </a:r>
            <a:r>
              <a:rPr lang="en-US" sz="2400" dirty="0">
                <a:solidFill>
                  <a:srgbClr val="1750EB"/>
                </a:solidFill>
                <a:effectLst/>
                <a:highlight>
                  <a:srgbClr val="FFFF00"/>
                </a:highlight>
                <a:latin typeface="JetBrains Mono"/>
              </a:rPr>
              <a:t>0</a:t>
            </a:r>
            <a:r>
              <a:rPr lang="en-US" sz="2400" dirty="0">
                <a:solidFill>
                  <a:srgbClr val="080808"/>
                </a:solidFill>
                <a:effectLst/>
                <a:latin typeface="JetBrains Mono"/>
              </a:rPr>
              <a:t>)</a:t>
            </a:r>
            <a:br>
              <a:rPr lang="en-US" sz="24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2400" dirty="0">
                <a:solidFill>
                  <a:srgbClr val="000080"/>
                </a:solidFill>
                <a:effectLst/>
                <a:latin typeface="JetBrains Mono"/>
              </a:rPr>
              <a:t>print</a:t>
            </a:r>
            <a:r>
              <a:rPr lang="en-US" sz="2400" dirty="0">
                <a:solidFill>
                  <a:srgbClr val="080808"/>
                </a:solidFill>
                <a:effectLst/>
                <a:latin typeface="JetBrains Mono"/>
              </a:rPr>
              <a:t>(result)</a:t>
            </a:r>
          </a:p>
        </p:txBody>
      </p:sp>
    </p:spTree>
    <p:extLst>
      <p:ext uri="{BB962C8B-B14F-4D97-AF65-F5344CB8AC3E}">
        <p14:creationId xmlns:p14="http://schemas.microsoft.com/office/powerpoint/2010/main" val="25576047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EC1712CF-B977-76D0-F06A-3CEEC49A28F8}"/>
              </a:ext>
            </a:extLst>
          </p:cNvPr>
          <p:cNvSpPr txBox="1">
            <a:spLocks/>
          </p:cNvSpPr>
          <p:nvPr/>
        </p:nvSpPr>
        <p:spPr>
          <a:xfrm>
            <a:off x="827416" y="801324"/>
            <a:ext cx="7572110" cy="488822"/>
          </a:xfrm>
          <a:prstGeom prst="rect">
            <a:avLst/>
          </a:prstGeom>
        </p:spPr>
        <p:txBody>
          <a:bodyPr>
            <a:normAutofit fontScale="75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err="1"/>
              <a:t>DataFrame</a:t>
            </a:r>
            <a:r>
              <a:rPr lang="en-US" dirty="0"/>
              <a:t> methods: </a:t>
            </a:r>
            <a:r>
              <a:rPr lang="en-US" dirty="0" err="1"/>
              <a:t>dropna</a:t>
            </a:r>
            <a:r>
              <a:rPr lang="en-US" dirty="0"/>
              <a:t>()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409856C-0B41-9A46-383C-83A82916C01F}"/>
              </a:ext>
            </a:extLst>
          </p:cNvPr>
          <p:cNvSpPr txBox="1"/>
          <p:nvPr/>
        </p:nvSpPr>
        <p:spPr>
          <a:xfrm>
            <a:off x="844260" y="1536807"/>
            <a:ext cx="1077277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Removes rows (axis=0) or columns (axis=1) containing missing values from </a:t>
            </a:r>
            <a:r>
              <a:rPr lang="en-US" sz="2400" dirty="0" err="1"/>
              <a:t>dataframe</a:t>
            </a:r>
            <a:endParaRPr lang="en-US" sz="24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576BDE5-1AD0-B29B-2FA4-891CC00A68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9198" y="2599056"/>
            <a:ext cx="9769803" cy="208724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663D792B-E32E-2562-2548-21436861272A}"/>
              </a:ext>
            </a:extLst>
          </p:cNvPr>
          <p:cNvSpPr txBox="1"/>
          <p:nvPr/>
        </p:nvSpPr>
        <p:spPr>
          <a:xfrm>
            <a:off x="2660938" y="5175927"/>
            <a:ext cx="849889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080808"/>
                </a:solidFill>
                <a:effectLst/>
                <a:latin typeface="JetBrains Mono"/>
              </a:rPr>
              <a:t>#Drop the </a:t>
            </a:r>
            <a:r>
              <a:rPr lang="en-US" sz="2400" dirty="0">
                <a:solidFill>
                  <a:srgbClr val="080808"/>
                </a:solidFill>
                <a:effectLst/>
                <a:highlight>
                  <a:srgbClr val="FFFF00"/>
                </a:highlight>
                <a:latin typeface="JetBrains Mono"/>
              </a:rPr>
              <a:t>columns</a:t>
            </a:r>
            <a:r>
              <a:rPr lang="en-US" sz="2400" dirty="0">
                <a:solidFill>
                  <a:srgbClr val="080808"/>
                </a:solidFill>
                <a:effectLst/>
                <a:latin typeface="JetBrains Mono"/>
              </a:rPr>
              <a:t> with missing values</a:t>
            </a:r>
          </a:p>
          <a:p>
            <a:r>
              <a:rPr lang="en-US" sz="2400" dirty="0">
                <a:solidFill>
                  <a:srgbClr val="080808"/>
                </a:solidFill>
                <a:effectLst/>
                <a:latin typeface="JetBrains Mono"/>
              </a:rPr>
              <a:t>result = </a:t>
            </a:r>
            <a:r>
              <a:rPr lang="en-US" sz="2400" dirty="0" err="1">
                <a:solidFill>
                  <a:srgbClr val="080808"/>
                </a:solidFill>
                <a:effectLst/>
                <a:latin typeface="JetBrains Mono"/>
              </a:rPr>
              <a:t>country.dropna</a:t>
            </a:r>
            <a:r>
              <a:rPr lang="en-US" sz="2400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en-US" sz="2400" dirty="0">
                <a:solidFill>
                  <a:srgbClr val="660099"/>
                </a:solidFill>
                <a:effectLst/>
                <a:highlight>
                  <a:srgbClr val="FFFF00"/>
                </a:highlight>
                <a:latin typeface="JetBrains Mono"/>
              </a:rPr>
              <a:t>axis</a:t>
            </a:r>
            <a:r>
              <a:rPr lang="en-US" sz="2400" dirty="0">
                <a:solidFill>
                  <a:srgbClr val="080808"/>
                </a:solidFill>
                <a:effectLst/>
                <a:highlight>
                  <a:srgbClr val="FFFF00"/>
                </a:highlight>
                <a:latin typeface="JetBrains Mono"/>
              </a:rPr>
              <a:t>=</a:t>
            </a:r>
            <a:r>
              <a:rPr lang="en-US" sz="2400" dirty="0">
                <a:solidFill>
                  <a:srgbClr val="1750EB"/>
                </a:solidFill>
                <a:highlight>
                  <a:srgbClr val="FFFF00"/>
                </a:highlight>
                <a:latin typeface="JetBrains Mono"/>
              </a:rPr>
              <a:t>1</a:t>
            </a:r>
            <a:r>
              <a:rPr lang="en-US" sz="2400" dirty="0">
                <a:solidFill>
                  <a:srgbClr val="080808"/>
                </a:solidFill>
                <a:effectLst/>
                <a:latin typeface="JetBrains Mono"/>
              </a:rPr>
              <a:t>)</a:t>
            </a:r>
            <a:br>
              <a:rPr lang="en-US" sz="24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2400" dirty="0">
                <a:solidFill>
                  <a:srgbClr val="000080"/>
                </a:solidFill>
                <a:effectLst/>
                <a:latin typeface="JetBrains Mono"/>
              </a:rPr>
              <a:t>print</a:t>
            </a:r>
            <a:r>
              <a:rPr lang="en-US" sz="2400" dirty="0">
                <a:solidFill>
                  <a:srgbClr val="080808"/>
                </a:solidFill>
                <a:effectLst/>
                <a:latin typeface="JetBrains Mono"/>
              </a:rPr>
              <a:t>(result)</a:t>
            </a:r>
          </a:p>
        </p:txBody>
      </p:sp>
    </p:spTree>
    <p:extLst>
      <p:ext uri="{BB962C8B-B14F-4D97-AF65-F5344CB8AC3E}">
        <p14:creationId xmlns:p14="http://schemas.microsoft.com/office/powerpoint/2010/main" val="22043515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EC1712CF-B977-76D0-F06A-3CEEC49A28F8}"/>
              </a:ext>
            </a:extLst>
          </p:cNvPr>
          <p:cNvSpPr txBox="1">
            <a:spLocks/>
          </p:cNvSpPr>
          <p:nvPr/>
        </p:nvSpPr>
        <p:spPr>
          <a:xfrm>
            <a:off x="827416" y="801324"/>
            <a:ext cx="7572110" cy="488822"/>
          </a:xfrm>
          <a:prstGeom prst="rect">
            <a:avLst/>
          </a:prstGeom>
        </p:spPr>
        <p:txBody>
          <a:bodyPr>
            <a:normAutofit fontScale="75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err="1"/>
              <a:t>DataFrame</a:t>
            </a:r>
            <a:r>
              <a:rPr lang="en-US" dirty="0"/>
              <a:t> methods: </a:t>
            </a:r>
            <a:r>
              <a:rPr lang="en-US" dirty="0" err="1"/>
              <a:t>sort_values</a:t>
            </a:r>
            <a:r>
              <a:rPr lang="en-US" dirty="0"/>
              <a:t>()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409856C-0B41-9A46-383C-83A82916C01F}"/>
              </a:ext>
            </a:extLst>
          </p:cNvPr>
          <p:cNvSpPr txBox="1"/>
          <p:nvPr/>
        </p:nvSpPr>
        <p:spPr>
          <a:xfrm>
            <a:off x="1446934" y="1339380"/>
            <a:ext cx="82997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Sorts </a:t>
            </a:r>
            <a:r>
              <a:rPr lang="en-US" sz="2400" dirty="0" err="1"/>
              <a:t>dataframe</a:t>
            </a:r>
            <a:r>
              <a:rPr lang="en-US" sz="2400" dirty="0"/>
              <a:t> columns or rows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4174E4B-C458-A304-FB62-EA3DE34065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9386" y="1872414"/>
            <a:ext cx="5929428" cy="73570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E69C345-07E4-E6DD-EB3D-591BBC0E4A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431" y="2884063"/>
            <a:ext cx="10821338" cy="2461473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EFFE3990-18D0-6DB9-FC8E-B0E42B9EED8E}"/>
              </a:ext>
            </a:extLst>
          </p:cNvPr>
          <p:cNvSpPr txBox="1"/>
          <p:nvPr/>
        </p:nvSpPr>
        <p:spPr>
          <a:xfrm>
            <a:off x="2745797" y="5529219"/>
            <a:ext cx="754120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080808"/>
                </a:solidFill>
                <a:effectLst/>
                <a:latin typeface="JetBrains Mono"/>
              </a:rPr>
              <a:t>#Sorting in descending order</a:t>
            </a:r>
          </a:p>
          <a:p>
            <a:r>
              <a:rPr lang="en-US" sz="2400" dirty="0">
                <a:solidFill>
                  <a:srgbClr val="080808"/>
                </a:solidFill>
                <a:effectLst/>
                <a:latin typeface="JetBrains Mono"/>
              </a:rPr>
              <a:t>result = </a:t>
            </a:r>
            <a:r>
              <a:rPr lang="en-US" sz="2400" dirty="0" err="1">
                <a:solidFill>
                  <a:srgbClr val="080808"/>
                </a:solidFill>
                <a:effectLst/>
                <a:latin typeface="JetBrains Mono"/>
              </a:rPr>
              <a:t>country.sort_values</a:t>
            </a:r>
            <a:r>
              <a:rPr lang="en-US" sz="2400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en-US" sz="2400" dirty="0">
                <a:solidFill>
                  <a:srgbClr val="660099"/>
                </a:solidFill>
                <a:effectLst/>
                <a:latin typeface="JetBrains Mono"/>
              </a:rPr>
              <a:t>by</a:t>
            </a:r>
            <a:r>
              <a:rPr lang="en-US" sz="2400" dirty="0">
                <a:solidFill>
                  <a:srgbClr val="080808"/>
                </a:solidFill>
                <a:effectLst/>
                <a:latin typeface="JetBrains Mono"/>
              </a:rPr>
              <a:t>=</a:t>
            </a:r>
            <a:r>
              <a:rPr lang="en-US" sz="2400" dirty="0">
                <a:solidFill>
                  <a:srgbClr val="067D17"/>
                </a:solidFill>
                <a:effectLst/>
                <a:latin typeface="JetBrains Mono"/>
              </a:rPr>
              <a:t>'Area'</a:t>
            </a:r>
            <a:r>
              <a:rPr lang="en-US" sz="2400" dirty="0"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lang="en-US" sz="2400" dirty="0">
                <a:solidFill>
                  <a:srgbClr val="660099"/>
                </a:solidFill>
                <a:effectLst/>
                <a:highlight>
                  <a:srgbClr val="FFFF00"/>
                </a:highlight>
                <a:latin typeface="JetBrains Mono"/>
              </a:rPr>
              <a:t>ascending</a:t>
            </a:r>
            <a:r>
              <a:rPr lang="en-US" sz="2400" dirty="0">
                <a:solidFill>
                  <a:srgbClr val="080808"/>
                </a:solidFill>
                <a:effectLst/>
                <a:highlight>
                  <a:srgbClr val="FFFF00"/>
                </a:highlight>
                <a:latin typeface="JetBrains Mono"/>
              </a:rPr>
              <a:t>=</a:t>
            </a:r>
            <a:r>
              <a:rPr lang="en-US" sz="2400" dirty="0">
                <a:solidFill>
                  <a:srgbClr val="0033B3"/>
                </a:solidFill>
                <a:effectLst/>
                <a:highlight>
                  <a:srgbClr val="FFFF00"/>
                </a:highlight>
                <a:latin typeface="JetBrains Mono"/>
              </a:rPr>
              <a:t>False</a:t>
            </a:r>
            <a:r>
              <a:rPr lang="en-US" sz="2400" dirty="0">
                <a:solidFill>
                  <a:srgbClr val="080808"/>
                </a:solidFill>
                <a:effectLst/>
                <a:latin typeface="JetBrains Mono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6989382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1FE7DF-08F8-76F9-1965-28E75CD070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7336" y="867335"/>
            <a:ext cx="7572110" cy="488822"/>
          </a:xfrm>
        </p:spPr>
        <p:txBody>
          <a:bodyPr/>
          <a:lstStyle/>
          <a:p>
            <a:r>
              <a:rPr lang="en-US" dirty="0"/>
              <a:t>Merging </a:t>
            </a:r>
            <a:r>
              <a:rPr lang="en-US" dirty="0" err="1"/>
              <a:t>DataFrames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CC8A391-5874-8A4B-4372-2BD94E3550FC}"/>
              </a:ext>
            </a:extLst>
          </p:cNvPr>
          <p:cNvSpPr txBox="1"/>
          <p:nvPr/>
        </p:nvSpPr>
        <p:spPr>
          <a:xfrm>
            <a:off x="2152344" y="1720909"/>
            <a:ext cx="852951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/>
              <a:t>DataFrame.</a:t>
            </a:r>
            <a:r>
              <a:rPr lang="en-US" sz="2400" b="1" dirty="0" err="1"/>
              <a:t>merge</a:t>
            </a:r>
            <a:r>
              <a:rPr lang="en-US" sz="2400" dirty="0"/>
              <a:t>(</a:t>
            </a:r>
            <a:r>
              <a:rPr lang="en-US" sz="2400" dirty="0" err="1"/>
              <a:t>leftdataframe,</a:t>
            </a:r>
            <a:r>
              <a:rPr lang="en-US" sz="2400" i="1" dirty="0" err="1"/>
              <a:t>rightdataframe</a:t>
            </a:r>
            <a:r>
              <a:rPr lang="en-US" sz="2400" dirty="0"/>
              <a:t>, </a:t>
            </a:r>
            <a:r>
              <a:rPr lang="en-US" sz="2400" i="1" dirty="0"/>
              <a:t>how=‘outer’</a:t>
            </a:r>
            <a:r>
              <a:rPr lang="en-US" sz="2400" dirty="0"/>
              <a:t>, </a:t>
            </a:r>
          </a:p>
          <a:p>
            <a:r>
              <a:rPr lang="en-US" sz="2400" i="1" dirty="0"/>
              <a:t>on=None</a:t>
            </a:r>
            <a:endParaRPr lang="en-US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227CB61-569E-2D07-4666-E93CDC04F0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1202" y="2625376"/>
            <a:ext cx="5619445" cy="37310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75497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3">
            <a:extLst>
              <a:ext uri="{FF2B5EF4-FFF2-40B4-BE49-F238E27FC236}">
                <a16:creationId xmlns:a16="http://schemas.microsoft.com/office/drawing/2014/main" id="{E85D444A-63C6-0279-2368-744E197C75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0376641"/>
              </p:ext>
            </p:extLst>
          </p:nvPr>
        </p:nvGraphicFramePr>
        <p:xfrm>
          <a:off x="1834573" y="538327"/>
          <a:ext cx="3308928" cy="2133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54464">
                  <a:extLst>
                    <a:ext uri="{9D8B030D-6E8A-4147-A177-3AD203B41FA5}">
                      <a16:colId xmlns:a16="http://schemas.microsoft.com/office/drawing/2014/main" val="3862030917"/>
                    </a:ext>
                  </a:extLst>
                </a:gridCol>
                <a:gridCol w="1654464">
                  <a:extLst>
                    <a:ext uri="{9D8B030D-6E8A-4147-A177-3AD203B41FA5}">
                      <a16:colId xmlns:a16="http://schemas.microsoft.com/office/drawing/2014/main" val="88206278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/>
                        <a:t>Panther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/>
                        <a:t>Name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90249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/>
                        <a:t>Michael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69335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dirty="0"/>
                        <a:t>Henry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69084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dirty="0"/>
                        <a:t>Sarah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38045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dirty="0"/>
                        <a:t>John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29263245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41E10E55-BE66-90D5-9786-1D7EE967C599}"/>
              </a:ext>
            </a:extLst>
          </p:cNvPr>
          <p:cNvSpPr txBox="1"/>
          <p:nvPr/>
        </p:nvSpPr>
        <p:spPr>
          <a:xfrm>
            <a:off x="2961409" y="24245"/>
            <a:ext cx="11932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Student</a:t>
            </a:r>
          </a:p>
        </p:txBody>
      </p:sp>
      <p:graphicFrame>
        <p:nvGraphicFramePr>
          <p:cNvPr id="5" name="Table 3">
            <a:extLst>
              <a:ext uri="{FF2B5EF4-FFF2-40B4-BE49-F238E27FC236}">
                <a16:creationId xmlns:a16="http://schemas.microsoft.com/office/drawing/2014/main" id="{81D0272C-DC00-6F59-44E9-3688E82E3E8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6167103"/>
              </p:ext>
            </p:extLst>
          </p:nvPr>
        </p:nvGraphicFramePr>
        <p:xfrm>
          <a:off x="6134100" y="514081"/>
          <a:ext cx="4361871" cy="25603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53957">
                  <a:extLst>
                    <a:ext uri="{9D8B030D-6E8A-4147-A177-3AD203B41FA5}">
                      <a16:colId xmlns:a16="http://schemas.microsoft.com/office/drawing/2014/main" val="1984910464"/>
                    </a:ext>
                  </a:extLst>
                </a:gridCol>
                <a:gridCol w="1453957">
                  <a:extLst>
                    <a:ext uri="{9D8B030D-6E8A-4147-A177-3AD203B41FA5}">
                      <a16:colId xmlns:a16="http://schemas.microsoft.com/office/drawing/2014/main" val="3862030917"/>
                    </a:ext>
                  </a:extLst>
                </a:gridCol>
                <a:gridCol w="1453957">
                  <a:extLst>
                    <a:ext uri="{9D8B030D-6E8A-4147-A177-3AD203B41FA5}">
                      <a16:colId xmlns:a16="http://schemas.microsoft.com/office/drawing/2014/main" val="88206278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/>
                        <a:t>Reg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/>
                        <a:t>Course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/>
                        <a:t>Student ID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90249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/>
                        <a:t>CSC1301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69335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/>
                        <a:t>CSC1302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69084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/>
                        <a:t>CSC2720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38045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/>
                        <a:t>CSC4120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292632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/>
                        <a:t>CSC4330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63328515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CD4185AC-1E1A-CA31-894A-291127FA036C}"/>
              </a:ext>
            </a:extLst>
          </p:cNvPr>
          <p:cNvSpPr txBox="1"/>
          <p:nvPr/>
        </p:nvSpPr>
        <p:spPr>
          <a:xfrm>
            <a:off x="7426036" y="0"/>
            <a:ext cx="17220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Registration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EC27BE8-A447-CA0D-83AD-C041D4993F38}"/>
              </a:ext>
            </a:extLst>
          </p:cNvPr>
          <p:cNvSpPr txBox="1"/>
          <p:nvPr/>
        </p:nvSpPr>
        <p:spPr>
          <a:xfrm>
            <a:off x="1758660" y="3190009"/>
            <a:ext cx="9816812" cy="12464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500" dirty="0">
                <a:solidFill>
                  <a:srgbClr val="080808"/>
                </a:solidFill>
                <a:effectLst/>
                <a:latin typeface="JetBrains Mono"/>
              </a:rPr>
              <a:t>result = </a:t>
            </a:r>
            <a:r>
              <a:rPr lang="en-US" sz="2500" dirty="0" err="1">
                <a:solidFill>
                  <a:srgbClr val="080808"/>
                </a:solidFill>
                <a:effectLst/>
                <a:latin typeface="JetBrains Mono"/>
              </a:rPr>
              <a:t>pd.merge</a:t>
            </a:r>
            <a:r>
              <a:rPr lang="en-US" sz="2500" dirty="0">
                <a:solidFill>
                  <a:srgbClr val="080808"/>
                </a:solidFill>
                <a:effectLst/>
                <a:latin typeface="JetBrains Mono"/>
              </a:rPr>
              <a:t>(student, registration, </a:t>
            </a:r>
            <a:r>
              <a:rPr lang="en-US" sz="2500" dirty="0">
                <a:solidFill>
                  <a:srgbClr val="660099"/>
                </a:solidFill>
                <a:effectLst/>
                <a:latin typeface="JetBrains Mono"/>
              </a:rPr>
              <a:t>how</a:t>
            </a:r>
            <a:r>
              <a:rPr lang="en-US" sz="2500" dirty="0">
                <a:solidFill>
                  <a:srgbClr val="080808"/>
                </a:solidFill>
                <a:effectLst/>
                <a:latin typeface="JetBrains Mono"/>
              </a:rPr>
              <a:t>=</a:t>
            </a:r>
            <a:r>
              <a:rPr lang="en-US" sz="2500" dirty="0">
                <a:solidFill>
                  <a:srgbClr val="067D17"/>
                </a:solidFill>
                <a:effectLst/>
                <a:highlight>
                  <a:srgbClr val="FFFF00"/>
                </a:highlight>
                <a:latin typeface="JetBrains Mono"/>
              </a:rPr>
              <a:t>'inner</a:t>
            </a:r>
            <a:r>
              <a:rPr lang="en-US" sz="2500" dirty="0">
                <a:solidFill>
                  <a:srgbClr val="067D17"/>
                </a:solidFill>
                <a:effectLst/>
                <a:latin typeface="JetBrains Mono"/>
              </a:rPr>
              <a:t>’</a:t>
            </a:r>
            <a:r>
              <a:rPr lang="en-US" sz="2500" dirty="0">
                <a:solidFill>
                  <a:srgbClr val="080808"/>
                </a:solidFill>
                <a:effectLst/>
                <a:latin typeface="JetBrains Mono"/>
              </a:rPr>
              <a:t>, </a:t>
            </a:r>
          </a:p>
          <a:p>
            <a:r>
              <a:rPr lang="en-US" sz="2500" dirty="0" err="1">
                <a:solidFill>
                  <a:srgbClr val="660099"/>
                </a:solidFill>
                <a:effectLst/>
                <a:latin typeface="JetBrains Mono"/>
              </a:rPr>
              <a:t>left_on</a:t>
            </a:r>
            <a:r>
              <a:rPr lang="en-US" sz="2500" dirty="0">
                <a:solidFill>
                  <a:srgbClr val="080808"/>
                </a:solidFill>
                <a:effectLst/>
                <a:latin typeface="JetBrains Mono"/>
              </a:rPr>
              <a:t>=</a:t>
            </a:r>
            <a:r>
              <a:rPr lang="en-US" sz="2500" dirty="0">
                <a:solidFill>
                  <a:srgbClr val="067D17"/>
                </a:solidFill>
                <a:effectLst/>
                <a:latin typeface="JetBrains Mono"/>
              </a:rPr>
              <a:t>'Panther ID'</a:t>
            </a:r>
            <a:r>
              <a:rPr lang="en-US" sz="2500" dirty="0"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lang="en-US" sz="2500" dirty="0" err="1">
                <a:solidFill>
                  <a:srgbClr val="660099"/>
                </a:solidFill>
                <a:effectLst/>
                <a:latin typeface="JetBrains Mono"/>
              </a:rPr>
              <a:t>right_on</a:t>
            </a:r>
            <a:r>
              <a:rPr lang="en-US" sz="2500" dirty="0">
                <a:solidFill>
                  <a:srgbClr val="080808"/>
                </a:solidFill>
                <a:effectLst/>
                <a:latin typeface="JetBrains Mono"/>
              </a:rPr>
              <a:t>=</a:t>
            </a:r>
            <a:r>
              <a:rPr lang="en-US" sz="2500" dirty="0">
                <a:solidFill>
                  <a:srgbClr val="067D17"/>
                </a:solidFill>
                <a:effectLst/>
                <a:latin typeface="JetBrains Mono"/>
              </a:rPr>
              <a:t>'Student ID'</a:t>
            </a:r>
            <a:r>
              <a:rPr lang="en-US" sz="2500" dirty="0">
                <a:solidFill>
                  <a:srgbClr val="080808"/>
                </a:solidFill>
                <a:effectLst/>
                <a:latin typeface="JetBrains Mono"/>
              </a:rPr>
              <a:t>)</a:t>
            </a:r>
            <a:br>
              <a:rPr lang="en-US" sz="2500" dirty="0">
                <a:solidFill>
                  <a:srgbClr val="080808"/>
                </a:solidFill>
                <a:effectLst/>
                <a:latin typeface="JetBrains Mono"/>
              </a:rPr>
            </a:br>
            <a:endParaRPr lang="en-US" sz="2500" dirty="0">
              <a:solidFill>
                <a:srgbClr val="080808"/>
              </a:solidFill>
              <a:effectLst/>
              <a:latin typeface="JetBrains Mono"/>
            </a:endParaRP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D72018AB-2590-F8BD-8A30-C0A9A9987ED3}"/>
              </a:ext>
            </a:extLst>
          </p:cNvPr>
          <p:cNvCxnSpPr>
            <a:cxnSpLocks/>
            <a:endCxn id="5" idx="1"/>
          </p:cNvCxnSpPr>
          <p:nvPr/>
        </p:nvCxnSpPr>
        <p:spPr>
          <a:xfrm>
            <a:off x="5133109" y="1086351"/>
            <a:ext cx="1000991" cy="707890"/>
          </a:xfrm>
          <a:prstGeom prst="straightConnector1">
            <a:avLst/>
          </a:prstGeom>
          <a:ln w="381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1" name="Table 11">
            <a:extLst>
              <a:ext uri="{FF2B5EF4-FFF2-40B4-BE49-F238E27FC236}">
                <a16:creationId xmlns:a16="http://schemas.microsoft.com/office/drawing/2014/main" id="{73E303C6-5815-F6F7-F036-C6551DCD38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8995317"/>
              </p:ext>
            </p:extLst>
          </p:nvPr>
        </p:nvGraphicFramePr>
        <p:xfrm>
          <a:off x="2219036" y="4304530"/>
          <a:ext cx="8128000" cy="2133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3295682831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722742944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316571201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323033557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35057918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/>
                        <a:t>Panther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/>
                        <a:t>Reg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/>
                        <a:t>Course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/>
                        <a:t>Student ID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75862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solidFill>
                            <a:srgbClr val="0070C0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solidFill>
                            <a:srgbClr val="0070C0"/>
                          </a:solidFill>
                        </a:rPr>
                        <a:t>Michael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solidFill>
                            <a:srgbClr val="0070C0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solidFill>
                            <a:srgbClr val="0070C0"/>
                          </a:solidFill>
                        </a:rPr>
                        <a:t>CSC1302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solidFill>
                            <a:srgbClr val="0070C0"/>
                          </a:solidFill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78350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solidFill>
                            <a:srgbClr val="00B050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solidFill>
                            <a:srgbClr val="00B050"/>
                          </a:solidFill>
                        </a:rPr>
                        <a:t>Michael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solidFill>
                            <a:srgbClr val="00B050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solidFill>
                            <a:srgbClr val="00B050"/>
                          </a:solidFill>
                        </a:rPr>
                        <a:t>CSC2720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solidFill>
                            <a:srgbClr val="00B050"/>
                          </a:solidFill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19546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solidFill>
                            <a:srgbClr val="FF0000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solidFill>
                            <a:srgbClr val="FF0000"/>
                          </a:solidFill>
                        </a:rPr>
                        <a:t>Henry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solidFill>
                            <a:srgbClr val="FF0000"/>
                          </a:solidFill>
                        </a:rPr>
                        <a:t>CSC1301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solidFill>
                            <a:srgbClr val="FF0000"/>
                          </a:solidFill>
                        </a:rPr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94218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solidFill>
                            <a:srgbClr val="FFC000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solidFill>
                            <a:srgbClr val="FFC000"/>
                          </a:solidFill>
                        </a:rPr>
                        <a:t>Henry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solidFill>
                            <a:srgbClr val="FFC000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solidFill>
                            <a:srgbClr val="FFC000"/>
                          </a:solidFill>
                        </a:rPr>
                        <a:t>CSC4120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solidFill>
                            <a:srgbClr val="FFC000"/>
                          </a:solidFill>
                        </a:rPr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04510396"/>
                  </a:ext>
                </a:extLst>
              </a:tr>
            </a:tbl>
          </a:graphicData>
        </a:graphic>
      </p:graphicFrame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ED789A43-0480-6917-66B8-99D8B47A816F}"/>
              </a:ext>
            </a:extLst>
          </p:cNvPr>
          <p:cNvCxnSpPr>
            <a:cxnSpLocks/>
          </p:cNvCxnSpPr>
          <p:nvPr/>
        </p:nvCxnSpPr>
        <p:spPr>
          <a:xfrm>
            <a:off x="5153891" y="1231824"/>
            <a:ext cx="980209" cy="768927"/>
          </a:xfrm>
          <a:prstGeom prst="straightConnector1">
            <a:avLst/>
          </a:prstGeom>
          <a:ln w="38100">
            <a:solidFill>
              <a:srgbClr val="00B05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4A00E47C-1707-7C38-566A-6E911EB792AC}"/>
              </a:ext>
            </a:extLst>
          </p:cNvPr>
          <p:cNvSpPr txBox="1"/>
          <p:nvPr/>
        </p:nvSpPr>
        <p:spPr>
          <a:xfrm>
            <a:off x="5347855" y="6396335"/>
            <a:ext cx="221541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Inner join result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1091792E-B902-9714-4030-517F285CF7E5}"/>
              </a:ext>
            </a:extLst>
          </p:cNvPr>
          <p:cNvCxnSpPr>
            <a:cxnSpLocks/>
            <a:stCxn id="3" idx="3"/>
          </p:cNvCxnSpPr>
          <p:nvPr/>
        </p:nvCxnSpPr>
        <p:spPr>
          <a:xfrm flipV="1">
            <a:off x="5143501" y="1190260"/>
            <a:ext cx="990599" cy="414867"/>
          </a:xfrm>
          <a:prstGeom prst="straightConnector1">
            <a:avLst/>
          </a:prstGeom>
          <a:ln w="38100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85E8BE10-028E-A702-98AB-0034081010DC}"/>
              </a:ext>
            </a:extLst>
          </p:cNvPr>
          <p:cNvCxnSpPr>
            <a:cxnSpLocks/>
            <a:stCxn id="3" idx="3"/>
          </p:cNvCxnSpPr>
          <p:nvPr/>
        </p:nvCxnSpPr>
        <p:spPr>
          <a:xfrm>
            <a:off x="5143501" y="1605127"/>
            <a:ext cx="990599" cy="832042"/>
          </a:xfrm>
          <a:prstGeom prst="straightConnector1">
            <a:avLst/>
          </a:prstGeom>
          <a:ln w="38100">
            <a:solidFill>
              <a:srgbClr val="FFC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itle 1">
            <a:extLst>
              <a:ext uri="{FF2B5EF4-FFF2-40B4-BE49-F238E27FC236}">
                <a16:creationId xmlns:a16="http://schemas.microsoft.com/office/drawing/2014/main" id="{EE6FEA06-3AF7-4B6F-E965-989B8BC0D484}"/>
              </a:ext>
            </a:extLst>
          </p:cNvPr>
          <p:cNvSpPr txBox="1">
            <a:spLocks/>
          </p:cNvSpPr>
          <p:nvPr/>
        </p:nvSpPr>
        <p:spPr>
          <a:xfrm>
            <a:off x="10622673" y="129580"/>
            <a:ext cx="1392118" cy="48882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highlight>
                  <a:srgbClr val="FFFF00"/>
                </a:highlight>
              </a:rPr>
              <a:t>Inner</a:t>
            </a:r>
          </a:p>
        </p:txBody>
      </p:sp>
    </p:spTree>
    <p:extLst>
      <p:ext uri="{BB962C8B-B14F-4D97-AF65-F5344CB8AC3E}">
        <p14:creationId xmlns:p14="http://schemas.microsoft.com/office/powerpoint/2010/main" val="21342494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  <p:bldP spid="8" grpId="0"/>
      <p:bldP spid="20" grpId="0"/>
      <p:bldP spid="27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894C9E-26E7-F273-72D2-ABFA8EB08729}"/>
              </a:ext>
            </a:extLst>
          </p:cNvPr>
          <p:cNvSpPr txBox="1">
            <a:spLocks/>
          </p:cNvSpPr>
          <p:nvPr/>
        </p:nvSpPr>
        <p:spPr>
          <a:xfrm>
            <a:off x="314891" y="586781"/>
            <a:ext cx="1475809" cy="48882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highlight>
                  <a:srgbClr val="FFFF00"/>
                </a:highlight>
              </a:rPr>
              <a:t>how=‘left’</a:t>
            </a:r>
          </a:p>
        </p:txBody>
      </p:sp>
      <p:graphicFrame>
        <p:nvGraphicFramePr>
          <p:cNvPr id="3" name="Table 3">
            <a:extLst>
              <a:ext uri="{FF2B5EF4-FFF2-40B4-BE49-F238E27FC236}">
                <a16:creationId xmlns:a16="http://schemas.microsoft.com/office/drawing/2014/main" id="{C7A76C5F-1D54-8708-124A-B4B3F42F34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1262640"/>
              </p:ext>
            </p:extLst>
          </p:nvPr>
        </p:nvGraphicFramePr>
        <p:xfrm>
          <a:off x="2437246" y="538327"/>
          <a:ext cx="3308928" cy="2133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54464">
                  <a:extLst>
                    <a:ext uri="{9D8B030D-6E8A-4147-A177-3AD203B41FA5}">
                      <a16:colId xmlns:a16="http://schemas.microsoft.com/office/drawing/2014/main" val="3862030917"/>
                    </a:ext>
                  </a:extLst>
                </a:gridCol>
                <a:gridCol w="1654464">
                  <a:extLst>
                    <a:ext uri="{9D8B030D-6E8A-4147-A177-3AD203B41FA5}">
                      <a16:colId xmlns:a16="http://schemas.microsoft.com/office/drawing/2014/main" val="88206278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/>
                        <a:t>Panther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/>
                        <a:t>Name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90249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/>
                        <a:t>Michael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69335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dirty="0"/>
                        <a:t>Henry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69084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dirty="0"/>
                        <a:t>Sarah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38045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dirty="0"/>
                        <a:t>John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29263245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C5AC3C39-74CB-8022-402A-E01AAC3C97F2}"/>
              </a:ext>
            </a:extLst>
          </p:cNvPr>
          <p:cNvSpPr txBox="1"/>
          <p:nvPr/>
        </p:nvSpPr>
        <p:spPr>
          <a:xfrm>
            <a:off x="3564082" y="24245"/>
            <a:ext cx="11932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Student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6FAF23B-8759-4E3D-D866-0A4B0F2D160F}"/>
              </a:ext>
            </a:extLst>
          </p:cNvPr>
          <p:cNvSpPr txBox="1"/>
          <p:nvPr/>
        </p:nvSpPr>
        <p:spPr>
          <a:xfrm>
            <a:off x="8028709" y="0"/>
            <a:ext cx="17220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Registration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FB42467A-F709-2293-7B6D-41B8AAF57CB8}"/>
              </a:ext>
            </a:extLst>
          </p:cNvPr>
          <p:cNvCxnSpPr>
            <a:cxnSpLocks/>
          </p:cNvCxnSpPr>
          <p:nvPr/>
        </p:nvCxnSpPr>
        <p:spPr>
          <a:xfrm>
            <a:off x="5735782" y="1086351"/>
            <a:ext cx="1000991" cy="494530"/>
          </a:xfrm>
          <a:prstGeom prst="straightConnector1">
            <a:avLst/>
          </a:prstGeom>
          <a:ln w="381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9" name="Table 11">
            <a:extLst>
              <a:ext uri="{FF2B5EF4-FFF2-40B4-BE49-F238E27FC236}">
                <a16:creationId xmlns:a16="http://schemas.microsoft.com/office/drawing/2014/main" id="{8FBBFACA-7992-3822-323C-7DAF8C6219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0307310"/>
              </p:ext>
            </p:extLst>
          </p:nvPr>
        </p:nvGraphicFramePr>
        <p:xfrm>
          <a:off x="2735119" y="3429000"/>
          <a:ext cx="8128000" cy="29870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3295682831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722742944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316571201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323033557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35057918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/>
                        <a:t>Panther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/>
                        <a:t>Reg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/>
                        <a:t>Course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/>
                        <a:t>Student ID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75862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solidFill>
                            <a:srgbClr val="0070C0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solidFill>
                            <a:srgbClr val="0070C0"/>
                          </a:solidFill>
                        </a:rPr>
                        <a:t>Michael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solidFill>
                            <a:srgbClr val="0070C0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solidFill>
                            <a:srgbClr val="0070C0"/>
                          </a:solidFill>
                        </a:rPr>
                        <a:t>CSC1302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solidFill>
                            <a:srgbClr val="0070C0"/>
                          </a:solidFill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78350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solidFill>
                            <a:srgbClr val="00B050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solidFill>
                            <a:srgbClr val="00B050"/>
                          </a:solidFill>
                        </a:rPr>
                        <a:t>Michael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solidFill>
                            <a:srgbClr val="00B050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solidFill>
                            <a:srgbClr val="00B050"/>
                          </a:solidFill>
                        </a:rPr>
                        <a:t>CSC2720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solidFill>
                            <a:srgbClr val="00B050"/>
                          </a:solidFill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19546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solidFill>
                            <a:srgbClr val="FF0000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solidFill>
                            <a:srgbClr val="FF0000"/>
                          </a:solidFill>
                        </a:rPr>
                        <a:t>Henry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solidFill>
                            <a:srgbClr val="FF0000"/>
                          </a:solidFill>
                        </a:rPr>
                        <a:t>CSC1301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solidFill>
                            <a:srgbClr val="FF0000"/>
                          </a:solidFill>
                        </a:rPr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94218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solidFill>
                            <a:srgbClr val="FFC000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solidFill>
                            <a:srgbClr val="FFC000"/>
                          </a:solidFill>
                        </a:rPr>
                        <a:t>Henry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solidFill>
                            <a:srgbClr val="FFC000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solidFill>
                            <a:srgbClr val="FFC000"/>
                          </a:solidFill>
                        </a:rPr>
                        <a:t>CSC4120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solidFill>
                            <a:srgbClr val="FFC000"/>
                          </a:solidFill>
                        </a:rPr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045103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i="1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i="1" dirty="0">
                          <a:solidFill>
                            <a:schemeClr val="tx1"/>
                          </a:solidFill>
                        </a:rPr>
                        <a:t>Sarah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i="1" dirty="0" err="1">
                          <a:solidFill>
                            <a:schemeClr val="tx1"/>
                          </a:solidFill>
                        </a:rPr>
                        <a:t>NaN</a:t>
                      </a:r>
                      <a:endParaRPr lang="en-US" sz="2200" i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i="1" dirty="0">
                          <a:solidFill>
                            <a:schemeClr val="tx1"/>
                          </a:solidFill>
                        </a:rPr>
                        <a:t>Nan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i="1" dirty="0" err="1">
                          <a:solidFill>
                            <a:schemeClr val="tx1"/>
                          </a:solidFill>
                        </a:rPr>
                        <a:t>NaN</a:t>
                      </a:r>
                      <a:endParaRPr lang="en-US" sz="2200" i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93979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i="1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i="1" dirty="0">
                          <a:solidFill>
                            <a:schemeClr val="tx1"/>
                          </a:solidFill>
                        </a:rPr>
                        <a:t>John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i="1" dirty="0" err="1">
                          <a:solidFill>
                            <a:schemeClr val="tx1"/>
                          </a:solidFill>
                        </a:rPr>
                        <a:t>NaN</a:t>
                      </a:r>
                      <a:endParaRPr lang="en-US" sz="2200" i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i="1" dirty="0" err="1">
                          <a:solidFill>
                            <a:schemeClr val="tx1"/>
                          </a:solidFill>
                        </a:rPr>
                        <a:t>NaN</a:t>
                      </a:r>
                      <a:endParaRPr lang="en-US" sz="2200" i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i="1" dirty="0" err="1">
                          <a:solidFill>
                            <a:schemeClr val="tx1"/>
                          </a:solidFill>
                        </a:rPr>
                        <a:t>NaN</a:t>
                      </a:r>
                      <a:endParaRPr lang="en-US" sz="2200" i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9558195"/>
                  </a:ext>
                </a:extLst>
              </a:tr>
            </a:tbl>
          </a:graphicData>
        </a:graphic>
      </p:graphicFrame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CB25F6FA-B976-16E4-C540-77546D4B84D2}"/>
              </a:ext>
            </a:extLst>
          </p:cNvPr>
          <p:cNvCxnSpPr>
            <a:cxnSpLocks/>
          </p:cNvCxnSpPr>
          <p:nvPr/>
        </p:nvCxnSpPr>
        <p:spPr>
          <a:xfrm>
            <a:off x="5756564" y="1231824"/>
            <a:ext cx="980209" cy="768927"/>
          </a:xfrm>
          <a:prstGeom prst="straightConnector1">
            <a:avLst/>
          </a:prstGeom>
          <a:ln w="38100">
            <a:solidFill>
              <a:srgbClr val="00B05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A9B3F5EE-995B-B3EA-1F29-99F001A82635}"/>
              </a:ext>
            </a:extLst>
          </p:cNvPr>
          <p:cNvSpPr txBox="1"/>
          <p:nvPr/>
        </p:nvSpPr>
        <p:spPr>
          <a:xfrm>
            <a:off x="536864" y="4731096"/>
            <a:ext cx="202722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Left join result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D2CFE35B-5E55-B0A5-2BDD-61C295421BB4}"/>
              </a:ext>
            </a:extLst>
          </p:cNvPr>
          <p:cNvCxnSpPr>
            <a:cxnSpLocks/>
            <a:stCxn id="3" idx="3"/>
          </p:cNvCxnSpPr>
          <p:nvPr/>
        </p:nvCxnSpPr>
        <p:spPr>
          <a:xfrm flipV="1">
            <a:off x="5746174" y="1190260"/>
            <a:ext cx="990599" cy="414867"/>
          </a:xfrm>
          <a:prstGeom prst="straightConnector1">
            <a:avLst/>
          </a:prstGeom>
          <a:ln w="38100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993429DD-77F3-2863-57BD-5543F175DC75}"/>
              </a:ext>
            </a:extLst>
          </p:cNvPr>
          <p:cNvCxnSpPr>
            <a:cxnSpLocks/>
            <a:stCxn id="3" idx="3"/>
          </p:cNvCxnSpPr>
          <p:nvPr/>
        </p:nvCxnSpPr>
        <p:spPr>
          <a:xfrm>
            <a:off x="5746174" y="1605127"/>
            <a:ext cx="990599" cy="832042"/>
          </a:xfrm>
          <a:prstGeom prst="straightConnector1">
            <a:avLst/>
          </a:prstGeom>
          <a:ln w="38100">
            <a:solidFill>
              <a:srgbClr val="FFC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B1471F20-B69F-D5C9-F182-0B547AF98CD2}"/>
              </a:ext>
            </a:extLst>
          </p:cNvPr>
          <p:cNvSpPr/>
          <p:nvPr/>
        </p:nvSpPr>
        <p:spPr>
          <a:xfrm>
            <a:off x="2441864" y="1828800"/>
            <a:ext cx="3273136" cy="820882"/>
          </a:xfrm>
          <a:prstGeom prst="roundRect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5" name="Table 3">
            <a:extLst>
              <a:ext uri="{FF2B5EF4-FFF2-40B4-BE49-F238E27FC236}">
                <a16:creationId xmlns:a16="http://schemas.microsoft.com/office/drawing/2014/main" id="{652C5023-3584-60F4-3299-FCAFDB7AE4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7085155"/>
              </p:ext>
            </p:extLst>
          </p:nvPr>
        </p:nvGraphicFramePr>
        <p:xfrm>
          <a:off x="6757555" y="451736"/>
          <a:ext cx="4361871" cy="25603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53957">
                  <a:extLst>
                    <a:ext uri="{9D8B030D-6E8A-4147-A177-3AD203B41FA5}">
                      <a16:colId xmlns:a16="http://schemas.microsoft.com/office/drawing/2014/main" val="1984910464"/>
                    </a:ext>
                  </a:extLst>
                </a:gridCol>
                <a:gridCol w="1453957">
                  <a:extLst>
                    <a:ext uri="{9D8B030D-6E8A-4147-A177-3AD203B41FA5}">
                      <a16:colId xmlns:a16="http://schemas.microsoft.com/office/drawing/2014/main" val="3862030917"/>
                    </a:ext>
                  </a:extLst>
                </a:gridCol>
                <a:gridCol w="1453957">
                  <a:extLst>
                    <a:ext uri="{9D8B030D-6E8A-4147-A177-3AD203B41FA5}">
                      <a16:colId xmlns:a16="http://schemas.microsoft.com/office/drawing/2014/main" val="88206278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/>
                        <a:t>Reg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/>
                        <a:t>Course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/>
                        <a:t>Student ID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90249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/>
                        <a:t>CSC1301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69335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/>
                        <a:t>CSC1302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69084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/>
                        <a:t>CSC2720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38045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/>
                        <a:t>CSC4120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292632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/>
                        <a:t>CSC4330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633285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735808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  <p:bldP spid="6" grpId="0"/>
      <p:bldP spid="11" grpId="0"/>
      <p:bldP spid="14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" name="Table 3">
            <a:extLst>
              <a:ext uri="{FF2B5EF4-FFF2-40B4-BE49-F238E27FC236}">
                <a16:creationId xmlns:a16="http://schemas.microsoft.com/office/drawing/2014/main" id="{652C5023-3584-60F4-3299-FCAFDB7AE4E9}"/>
              </a:ext>
            </a:extLst>
          </p:cNvPr>
          <p:cNvGraphicFramePr>
            <a:graphicFrameLocks noGrp="1"/>
          </p:cNvGraphicFramePr>
          <p:nvPr/>
        </p:nvGraphicFramePr>
        <p:xfrm>
          <a:off x="6757555" y="451736"/>
          <a:ext cx="4361871" cy="25603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53957">
                  <a:extLst>
                    <a:ext uri="{9D8B030D-6E8A-4147-A177-3AD203B41FA5}">
                      <a16:colId xmlns:a16="http://schemas.microsoft.com/office/drawing/2014/main" val="1984910464"/>
                    </a:ext>
                  </a:extLst>
                </a:gridCol>
                <a:gridCol w="1453957">
                  <a:extLst>
                    <a:ext uri="{9D8B030D-6E8A-4147-A177-3AD203B41FA5}">
                      <a16:colId xmlns:a16="http://schemas.microsoft.com/office/drawing/2014/main" val="3862030917"/>
                    </a:ext>
                  </a:extLst>
                </a:gridCol>
                <a:gridCol w="1453957">
                  <a:extLst>
                    <a:ext uri="{9D8B030D-6E8A-4147-A177-3AD203B41FA5}">
                      <a16:colId xmlns:a16="http://schemas.microsoft.com/office/drawing/2014/main" val="88206278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/>
                        <a:t>Reg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/>
                        <a:t>Course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/>
                        <a:t>Student ID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90249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/>
                        <a:t>CSC1301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69335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/>
                        <a:t>CSC1302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69084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/>
                        <a:t>CSC2720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38045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/>
                        <a:t>CSC4120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292632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/>
                        <a:t>CSC4330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63328515"/>
                  </a:ext>
                </a:extLst>
              </a:tr>
            </a:tbl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FA894C9E-26E7-F273-72D2-ABFA8EB08729}"/>
              </a:ext>
            </a:extLst>
          </p:cNvPr>
          <p:cNvSpPr txBox="1">
            <a:spLocks/>
          </p:cNvSpPr>
          <p:nvPr/>
        </p:nvSpPr>
        <p:spPr>
          <a:xfrm>
            <a:off x="314891" y="586781"/>
            <a:ext cx="1555473" cy="48882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highlight>
                  <a:srgbClr val="FFFF00"/>
                </a:highlight>
              </a:rPr>
              <a:t>how=‘right’</a:t>
            </a:r>
          </a:p>
        </p:txBody>
      </p:sp>
      <p:graphicFrame>
        <p:nvGraphicFramePr>
          <p:cNvPr id="3" name="Table 3">
            <a:extLst>
              <a:ext uri="{FF2B5EF4-FFF2-40B4-BE49-F238E27FC236}">
                <a16:creationId xmlns:a16="http://schemas.microsoft.com/office/drawing/2014/main" id="{C7A76C5F-1D54-8708-124A-B4B3F42F34F3}"/>
              </a:ext>
            </a:extLst>
          </p:cNvPr>
          <p:cNvGraphicFramePr>
            <a:graphicFrameLocks noGrp="1"/>
          </p:cNvGraphicFramePr>
          <p:nvPr/>
        </p:nvGraphicFramePr>
        <p:xfrm>
          <a:off x="2437246" y="538327"/>
          <a:ext cx="3308928" cy="2133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54464">
                  <a:extLst>
                    <a:ext uri="{9D8B030D-6E8A-4147-A177-3AD203B41FA5}">
                      <a16:colId xmlns:a16="http://schemas.microsoft.com/office/drawing/2014/main" val="3862030917"/>
                    </a:ext>
                  </a:extLst>
                </a:gridCol>
                <a:gridCol w="1654464">
                  <a:extLst>
                    <a:ext uri="{9D8B030D-6E8A-4147-A177-3AD203B41FA5}">
                      <a16:colId xmlns:a16="http://schemas.microsoft.com/office/drawing/2014/main" val="88206278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/>
                        <a:t>Panther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/>
                        <a:t>Name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90249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/>
                        <a:t>Michael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69335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dirty="0"/>
                        <a:t>Henry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69084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dirty="0"/>
                        <a:t>Sarah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38045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dirty="0"/>
                        <a:t>John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29263245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C5AC3C39-74CB-8022-402A-E01AAC3C97F2}"/>
              </a:ext>
            </a:extLst>
          </p:cNvPr>
          <p:cNvSpPr txBox="1"/>
          <p:nvPr/>
        </p:nvSpPr>
        <p:spPr>
          <a:xfrm>
            <a:off x="3564082" y="24245"/>
            <a:ext cx="11932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Student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6FAF23B-8759-4E3D-D866-0A4B0F2D160F}"/>
              </a:ext>
            </a:extLst>
          </p:cNvPr>
          <p:cNvSpPr txBox="1"/>
          <p:nvPr/>
        </p:nvSpPr>
        <p:spPr>
          <a:xfrm>
            <a:off x="8028709" y="0"/>
            <a:ext cx="17220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Registration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FB42467A-F709-2293-7B6D-41B8AAF57CB8}"/>
              </a:ext>
            </a:extLst>
          </p:cNvPr>
          <p:cNvCxnSpPr>
            <a:cxnSpLocks/>
          </p:cNvCxnSpPr>
          <p:nvPr/>
        </p:nvCxnSpPr>
        <p:spPr>
          <a:xfrm>
            <a:off x="5735782" y="1086351"/>
            <a:ext cx="1000991" cy="494530"/>
          </a:xfrm>
          <a:prstGeom prst="straightConnector1">
            <a:avLst/>
          </a:prstGeom>
          <a:ln w="381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9" name="Table 11">
            <a:extLst>
              <a:ext uri="{FF2B5EF4-FFF2-40B4-BE49-F238E27FC236}">
                <a16:creationId xmlns:a16="http://schemas.microsoft.com/office/drawing/2014/main" id="{8FBBFACA-7992-3822-323C-7DAF8C6219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4717187"/>
              </p:ext>
            </p:extLst>
          </p:nvPr>
        </p:nvGraphicFramePr>
        <p:xfrm>
          <a:off x="2735119" y="3429000"/>
          <a:ext cx="8128000" cy="25603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3295682831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722742944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316571201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323033557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35057918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/>
                        <a:t>Panther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/>
                        <a:t>Reg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/>
                        <a:t>Course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/>
                        <a:t>Student ID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75862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solidFill>
                            <a:srgbClr val="0070C0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solidFill>
                            <a:srgbClr val="0070C0"/>
                          </a:solidFill>
                        </a:rPr>
                        <a:t>Michael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solidFill>
                            <a:srgbClr val="0070C0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solidFill>
                            <a:srgbClr val="0070C0"/>
                          </a:solidFill>
                        </a:rPr>
                        <a:t>CSC1302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solidFill>
                            <a:srgbClr val="0070C0"/>
                          </a:solidFill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78350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solidFill>
                            <a:srgbClr val="00B050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solidFill>
                            <a:srgbClr val="00B050"/>
                          </a:solidFill>
                        </a:rPr>
                        <a:t>Michael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solidFill>
                            <a:srgbClr val="00B050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solidFill>
                            <a:srgbClr val="00B050"/>
                          </a:solidFill>
                        </a:rPr>
                        <a:t>CSC2720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solidFill>
                            <a:srgbClr val="00B050"/>
                          </a:solidFill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19546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solidFill>
                            <a:srgbClr val="FF0000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solidFill>
                            <a:srgbClr val="FF0000"/>
                          </a:solidFill>
                        </a:rPr>
                        <a:t>Henry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solidFill>
                            <a:srgbClr val="FF0000"/>
                          </a:solidFill>
                        </a:rPr>
                        <a:t>CSC1301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solidFill>
                            <a:srgbClr val="FF0000"/>
                          </a:solidFill>
                        </a:rPr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94218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solidFill>
                            <a:srgbClr val="FFC000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solidFill>
                            <a:srgbClr val="FFC000"/>
                          </a:solidFill>
                        </a:rPr>
                        <a:t>Henry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solidFill>
                            <a:srgbClr val="FFC000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solidFill>
                            <a:srgbClr val="FFC000"/>
                          </a:solidFill>
                        </a:rPr>
                        <a:t>CSC4120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solidFill>
                            <a:srgbClr val="FFC000"/>
                          </a:solidFill>
                        </a:rPr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045103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i="1" dirty="0" err="1">
                          <a:solidFill>
                            <a:schemeClr val="tx1"/>
                          </a:solidFill>
                        </a:rPr>
                        <a:t>NaN</a:t>
                      </a:r>
                      <a:endParaRPr lang="en-US" sz="2200" i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i="1" dirty="0" err="1">
                          <a:solidFill>
                            <a:schemeClr val="tx1"/>
                          </a:solidFill>
                        </a:rPr>
                        <a:t>NaN</a:t>
                      </a:r>
                      <a:endParaRPr lang="en-US" sz="2200" i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i="1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i="1" dirty="0">
                          <a:solidFill>
                            <a:schemeClr val="tx1"/>
                          </a:solidFill>
                        </a:rPr>
                        <a:t>CSC4330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i="1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9397907"/>
                  </a:ext>
                </a:extLst>
              </a:tr>
            </a:tbl>
          </a:graphicData>
        </a:graphic>
      </p:graphicFrame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CB25F6FA-B976-16E4-C540-77546D4B84D2}"/>
              </a:ext>
            </a:extLst>
          </p:cNvPr>
          <p:cNvCxnSpPr>
            <a:cxnSpLocks/>
          </p:cNvCxnSpPr>
          <p:nvPr/>
        </p:nvCxnSpPr>
        <p:spPr>
          <a:xfrm>
            <a:off x="5756564" y="1231824"/>
            <a:ext cx="980209" cy="768927"/>
          </a:xfrm>
          <a:prstGeom prst="straightConnector1">
            <a:avLst/>
          </a:prstGeom>
          <a:ln w="38100">
            <a:solidFill>
              <a:srgbClr val="00B05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A9B3F5EE-995B-B3EA-1F29-99F001A82635}"/>
              </a:ext>
            </a:extLst>
          </p:cNvPr>
          <p:cNvSpPr txBox="1"/>
          <p:nvPr/>
        </p:nvSpPr>
        <p:spPr>
          <a:xfrm>
            <a:off x="5888182" y="6081915"/>
            <a:ext cx="220291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Right join result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D2CFE35B-5E55-B0A5-2BDD-61C295421BB4}"/>
              </a:ext>
            </a:extLst>
          </p:cNvPr>
          <p:cNvCxnSpPr>
            <a:cxnSpLocks/>
            <a:stCxn id="3" idx="3"/>
          </p:cNvCxnSpPr>
          <p:nvPr/>
        </p:nvCxnSpPr>
        <p:spPr>
          <a:xfrm flipV="1">
            <a:off x="5746174" y="1190260"/>
            <a:ext cx="990599" cy="414867"/>
          </a:xfrm>
          <a:prstGeom prst="straightConnector1">
            <a:avLst/>
          </a:prstGeom>
          <a:ln w="38100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993429DD-77F3-2863-57BD-5543F175DC75}"/>
              </a:ext>
            </a:extLst>
          </p:cNvPr>
          <p:cNvCxnSpPr>
            <a:cxnSpLocks/>
            <a:stCxn id="3" idx="3"/>
          </p:cNvCxnSpPr>
          <p:nvPr/>
        </p:nvCxnSpPr>
        <p:spPr>
          <a:xfrm>
            <a:off x="5746174" y="1605127"/>
            <a:ext cx="990599" cy="832042"/>
          </a:xfrm>
          <a:prstGeom prst="straightConnector1">
            <a:avLst/>
          </a:prstGeom>
          <a:ln w="38100">
            <a:solidFill>
              <a:srgbClr val="FFC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B1471F20-B69F-D5C9-F182-0B547AF98CD2}"/>
              </a:ext>
            </a:extLst>
          </p:cNvPr>
          <p:cNvSpPr/>
          <p:nvPr/>
        </p:nvSpPr>
        <p:spPr>
          <a:xfrm>
            <a:off x="6774873" y="2608118"/>
            <a:ext cx="4301836" cy="363682"/>
          </a:xfrm>
          <a:prstGeom prst="roundRect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59027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  <p:bldP spid="6" grpId="0"/>
      <p:bldP spid="11" grpId="0"/>
      <p:bldP spid="14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" name="Table 3">
            <a:extLst>
              <a:ext uri="{FF2B5EF4-FFF2-40B4-BE49-F238E27FC236}">
                <a16:creationId xmlns:a16="http://schemas.microsoft.com/office/drawing/2014/main" id="{652C5023-3584-60F4-3299-FCAFDB7AE4E9}"/>
              </a:ext>
            </a:extLst>
          </p:cNvPr>
          <p:cNvGraphicFramePr>
            <a:graphicFrameLocks noGrp="1"/>
          </p:cNvGraphicFramePr>
          <p:nvPr/>
        </p:nvGraphicFramePr>
        <p:xfrm>
          <a:off x="6757555" y="451736"/>
          <a:ext cx="4361871" cy="25603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53957">
                  <a:extLst>
                    <a:ext uri="{9D8B030D-6E8A-4147-A177-3AD203B41FA5}">
                      <a16:colId xmlns:a16="http://schemas.microsoft.com/office/drawing/2014/main" val="1984910464"/>
                    </a:ext>
                  </a:extLst>
                </a:gridCol>
                <a:gridCol w="1453957">
                  <a:extLst>
                    <a:ext uri="{9D8B030D-6E8A-4147-A177-3AD203B41FA5}">
                      <a16:colId xmlns:a16="http://schemas.microsoft.com/office/drawing/2014/main" val="3862030917"/>
                    </a:ext>
                  </a:extLst>
                </a:gridCol>
                <a:gridCol w="1453957">
                  <a:extLst>
                    <a:ext uri="{9D8B030D-6E8A-4147-A177-3AD203B41FA5}">
                      <a16:colId xmlns:a16="http://schemas.microsoft.com/office/drawing/2014/main" val="88206278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/>
                        <a:t>Reg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/>
                        <a:t>Course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/>
                        <a:t>Student ID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90249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/>
                        <a:t>CSC1301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69335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/>
                        <a:t>CSC1302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69084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/>
                        <a:t>CSC2720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38045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/>
                        <a:t>CSC4120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292632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/>
                        <a:t>CSC4330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63328515"/>
                  </a:ext>
                </a:extLst>
              </a:tr>
            </a:tbl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FA894C9E-26E7-F273-72D2-ABFA8EB08729}"/>
              </a:ext>
            </a:extLst>
          </p:cNvPr>
          <p:cNvSpPr txBox="1">
            <a:spLocks/>
          </p:cNvSpPr>
          <p:nvPr/>
        </p:nvSpPr>
        <p:spPr>
          <a:xfrm>
            <a:off x="314891" y="586781"/>
            <a:ext cx="1700945" cy="48882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highlight>
                  <a:srgbClr val="FFFF00"/>
                </a:highlight>
              </a:rPr>
              <a:t>how=</a:t>
            </a:r>
          </a:p>
          <a:p>
            <a:r>
              <a:rPr lang="en-US" dirty="0">
                <a:highlight>
                  <a:srgbClr val="FFFF00"/>
                </a:highlight>
              </a:rPr>
              <a:t>‘outer’</a:t>
            </a:r>
          </a:p>
        </p:txBody>
      </p:sp>
      <p:graphicFrame>
        <p:nvGraphicFramePr>
          <p:cNvPr id="3" name="Table 3">
            <a:extLst>
              <a:ext uri="{FF2B5EF4-FFF2-40B4-BE49-F238E27FC236}">
                <a16:creationId xmlns:a16="http://schemas.microsoft.com/office/drawing/2014/main" id="{C7A76C5F-1D54-8708-124A-B4B3F42F34F3}"/>
              </a:ext>
            </a:extLst>
          </p:cNvPr>
          <p:cNvGraphicFramePr>
            <a:graphicFrameLocks noGrp="1"/>
          </p:cNvGraphicFramePr>
          <p:nvPr/>
        </p:nvGraphicFramePr>
        <p:xfrm>
          <a:off x="2437246" y="538327"/>
          <a:ext cx="3308928" cy="2133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54464">
                  <a:extLst>
                    <a:ext uri="{9D8B030D-6E8A-4147-A177-3AD203B41FA5}">
                      <a16:colId xmlns:a16="http://schemas.microsoft.com/office/drawing/2014/main" val="3862030917"/>
                    </a:ext>
                  </a:extLst>
                </a:gridCol>
                <a:gridCol w="1654464">
                  <a:extLst>
                    <a:ext uri="{9D8B030D-6E8A-4147-A177-3AD203B41FA5}">
                      <a16:colId xmlns:a16="http://schemas.microsoft.com/office/drawing/2014/main" val="88206278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/>
                        <a:t>Panther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/>
                        <a:t>Name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90249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/>
                        <a:t>Michael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69335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dirty="0"/>
                        <a:t>Henry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69084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dirty="0"/>
                        <a:t>Sarah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38045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dirty="0"/>
                        <a:t>John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29263245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C5AC3C39-74CB-8022-402A-E01AAC3C97F2}"/>
              </a:ext>
            </a:extLst>
          </p:cNvPr>
          <p:cNvSpPr txBox="1"/>
          <p:nvPr/>
        </p:nvSpPr>
        <p:spPr>
          <a:xfrm>
            <a:off x="3564082" y="24245"/>
            <a:ext cx="11932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Student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6FAF23B-8759-4E3D-D866-0A4B0F2D160F}"/>
              </a:ext>
            </a:extLst>
          </p:cNvPr>
          <p:cNvSpPr txBox="1"/>
          <p:nvPr/>
        </p:nvSpPr>
        <p:spPr>
          <a:xfrm>
            <a:off x="8028709" y="0"/>
            <a:ext cx="17220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Registration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FB42467A-F709-2293-7B6D-41B8AAF57CB8}"/>
              </a:ext>
            </a:extLst>
          </p:cNvPr>
          <p:cNvCxnSpPr>
            <a:cxnSpLocks/>
          </p:cNvCxnSpPr>
          <p:nvPr/>
        </p:nvCxnSpPr>
        <p:spPr>
          <a:xfrm>
            <a:off x="5735782" y="1086351"/>
            <a:ext cx="1000991" cy="494530"/>
          </a:xfrm>
          <a:prstGeom prst="straightConnector1">
            <a:avLst/>
          </a:prstGeom>
          <a:ln w="381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9" name="Table 11">
            <a:extLst>
              <a:ext uri="{FF2B5EF4-FFF2-40B4-BE49-F238E27FC236}">
                <a16:creationId xmlns:a16="http://schemas.microsoft.com/office/drawing/2014/main" id="{8FBBFACA-7992-3822-323C-7DAF8C6219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9186376"/>
              </p:ext>
            </p:extLst>
          </p:nvPr>
        </p:nvGraphicFramePr>
        <p:xfrm>
          <a:off x="2735119" y="3283527"/>
          <a:ext cx="8128000" cy="3413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3295682831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722742944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316571201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323033557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35057918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/>
                        <a:t>Panther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/>
                        <a:t>Reg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/>
                        <a:t>Course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/>
                        <a:t>Student ID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75862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solidFill>
                            <a:srgbClr val="0070C0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solidFill>
                            <a:srgbClr val="0070C0"/>
                          </a:solidFill>
                        </a:rPr>
                        <a:t>Michael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solidFill>
                            <a:srgbClr val="0070C0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solidFill>
                            <a:srgbClr val="0070C0"/>
                          </a:solidFill>
                        </a:rPr>
                        <a:t>CSC1302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solidFill>
                            <a:srgbClr val="0070C0"/>
                          </a:solidFill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78350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solidFill>
                            <a:srgbClr val="00B050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solidFill>
                            <a:srgbClr val="00B050"/>
                          </a:solidFill>
                        </a:rPr>
                        <a:t>Michael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solidFill>
                            <a:srgbClr val="00B050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solidFill>
                            <a:srgbClr val="00B050"/>
                          </a:solidFill>
                        </a:rPr>
                        <a:t>CSC2720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solidFill>
                            <a:srgbClr val="00B050"/>
                          </a:solidFill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19546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solidFill>
                            <a:srgbClr val="FF0000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solidFill>
                            <a:srgbClr val="FF0000"/>
                          </a:solidFill>
                        </a:rPr>
                        <a:t>Henry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solidFill>
                            <a:srgbClr val="FF0000"/>
                          </a:solidFill>
                        </a:rPr>
                        <a:t>CSC1301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solidFill>
                            <a:srgbClr val="FF0000"/>
                          </a:solidFill>
                        </a:rPr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94218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solidFill>
                            <a:srgbClr val="FFC000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solidFill>
                            <a:srgbClr val="FFC000"/>
                          </a:solidFill>
                        </a:rPr>
                        <a:t>Henry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solidFill>
                            <a:srgbClr val="FFC000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solidFill>
                            <a:srgbClr val="FFC000"/>
                          </a:solidFill>
                        </a:rPr>
                        <a:t>CSC4120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solidFill>
                            <a:srgbClr val="FFC000"/>
                          </a:solidFill>
                        </a:rPr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045103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i="1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i="1" dirty="0">
                          <a:solidFill>
                            <a:schemeClr val="tx1"/>
                          </a:solidFill>
                        </a:rPr>
                        <a:t>Sarah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i="1" dirty="0" err="1">
                          <a:solidFill>
                            <a:schemeClr val="tx1"/>
                          </a:solidFill>
                        </a:rPr>
                        <a:t>NaN</a:t>
                      </a:r>
                      <a:endParaRPr lang="en-US" sz="2200" i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i="1" dirty="0">
                          <a:solidFill>
                            <a:schemeClr val="tx1"/>
                          </a:solidFill>
                        </a:rPr>
                        <a:t>Nan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i="1" dirty="0" err="1">
                          <a:solidFill>
                            <a:schemeClr val="tx1"/>
                          </a:solidFill>
                        </a:rPr>
                        <a:t>NaN</a:t>
                      </a:r>
                      <a:endParaRPr lang="en-US" sz="2200" i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93979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i="1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i="1" dirty="0">
                          <a:solidFill>
                            <a:schemeClr val="tx1"/>
                          </a:solidFill>
                        </a:rPr>
                        <a:t>John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i="1" dirty="0" err="1">
                          <a:solidFill>
                            <a:schemeClr val="tx1"/>
                          </a:solidFill>
                        </a:rPr>
                        <a:t>NaN</a:t>
                      </a:r>
                      <a:endParaRPr lang="en-US" sz="2200" i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i="1" dirty="0" err="1">
                          <a:solidFill>
                            <a:schemeClr val="tx1"/>
                          </a:solidFill>
                        </a:rPr>
                        <a:t>NaN</a:t>
                      </a:r>
                      <a:endParaRPr lang="en-US" sz="2200" i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i="1" dirty="0" err="1">
                          <a:solidFill>
                            <a:schemeClr val="tx1"/>
                          </a:solidFill>
                        </a:rPr>
                        <a:t>NaN</a:t>
                      </a:r>
                      <a:endParaRPr lang="en-US" sz="2200" i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99198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i="1" dirty="0" err="1">
                          <a:solidFill>
                            <a:schemeClr val="tx1"/>
                          </a:solidFill>
                        </a:rPr>
                        <a:t>NaN</a:t>
                      </a:r>
                      <a:endParaRPr lang="en-US" sz="2200" i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i="1" dirty="0" err="1">
                          <a:solidFill>
                            <a:schemeClr val="tx1"/>
                          </a:solidFill>
                        </a:rPr>
                        <a:t>NaN</a:t>
                      </a:r>
                      <a:endParaRPr lang="en-US" sz="2200" i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i="1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i="1" dirty="0">
                          <a:solidFill>
                            <a:schemeClr val="tx1"/>
                          </a:solidFill>
                        </a:rPr>
                        <a:t>CSC4330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i="1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5023328"/>
                  </a:ext>
                </a:extLst>
              </a:tr>
            </a:tbl>
          </a:graphicData>
        </a:graphic>
      </p:graphicFrame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CB25F6FA-B976-16E4-C540-77546D4B84D2}"/>
              </a:ext>
            </a:extLst>
          </p:cNvPr>
          <p:cNvCxnSpPr>
            <a:cxnSpLocks/>
          </p:cNvCxnSpPr>
          <p:nvPr/>
        </p:nvCxnSpPr>
        <p:spPr>
          <a:xfrm>
            <a:off x="5756564" y="1231824"/>
            <a:ext cx="980209" cy="768927"/>
          </a:xfrm>
          <a:prstGeom prst="straightConnector1">
            <a:avLst/>
          </a:prstGeom>
          <a:ln w="38100">
            <a:solidFill>
              <a:srgbClr val="00B05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A9B3F5EE-995B-B3EA-1F29-99F001A82635}"/>
              </a:ext>
            </a:extLst>
          </p:cNvPr>
          <p:cNvSpPr txBox="1"/>
          <p:nvPr/>
        </p:nvSpPr>
        <p:spPr>
          <a:xfrm>
            <a:off x="329046" y="4564842"/>
            <a:ext cx="22805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Outer join result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D2CFE35B-5E55-B0A5-2BDD-61C295421BB4}"/>
              </a:ext>
            </a:extLst>
          </p:cNvPr>
          <p:cNvCxnSpPr>
            <a:cxnSpLocks/>
            <a:stCxn id="3" idx="3"/>
          </p:cNvCxnSpPr>
          <p:nvPr/>
        </p:nvCxnSpPr>
        <p:spPr>
          <a:xfrm flipV="1">
            <a:off x="5746174" y="1190260"/>
            <a:ext cx="990599" cy="414867"/>
          </a:xfrm>
          <a:prstGeom prst="straightConnector1">
            <a:avLst/>
          </a:prstGeom>
          <a:ln w="38100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993429DD-77F3-2863-57BD-5543F175DC75}"/>
              </a:ext>
            </a:extLst>
          </p:cNvPr>
          <p:cNvCxnSpPr>
            <a:cxnSpLocks/>
            <a:stCxn id="3" idx="3"/>
          </p:cNvCxnSpPr>
          <p:nvPr/>
        </p:nvCxnSpPr>
        <p:spPr>
          <a:xfrm>
            <a:off x="5746174" y="1605127"/>
            <a:ext cx="990599" cy="832042"/>
          </a:xfrm>
          <a:prstGeom prst="straightConnector1">
            <a:avLst/>
          </a:prstGeom>
          <a:ln w="38100">
            <a:solidFill>
              <a:srgbClr val="FFC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B1471F20-B69F-D5C9-F182-0B547AF98CD2}"/>
              </a:ext>
            </a:extLst>
          </p:cNvPr>
          <p:cNvSpPr/>
          <p:nvPr/>
        </p:nvSpPr>
        <p:spPr>
          <a:xfrm>
            <a:off x="6774872" y="2608118"/>
            <a:ext cx="4384963" cy="436418"/>
          </a:xfrm>
          <a:prstGeom prst="roundRect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15688A94-E0A1-0F44-E639-6A3A9F611940}"/>
              </a:ext>
            </a:extLst>
          </p:cNvPr>
          <p:cNvSpPr/>
          <p:nvPr/>
        </p:nvSpPr>
        <p:spPr>
          <a:xfrm>
            <a:off x="2396836" y="1783772"/>
            <a:ext cx="3370120" cy="886692"/>
          </a:xfrm>
          <a:prstGeom prst="roundRect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26355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  <p:bldP spid="6" grpId="0"/>
      <p:bldP spid="11" grpId="0"/>
      <p:bldP spid="14" grpId="0" animBg="1"/>
      <p:bldP spid="16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9922BD0-CA86-8CAA-6DC5-3CE8628E8F4D}"/>
              </a:ext>
            </a:extLst>
          </p:cNvPr>
          <p:cNvSpPr txBox="1"/>
          <p:nvPr/>
        </p:nvSpPr>
        <p:spPr>
          <a:xfrm>
            <a:off x="320386" y="190166"/>
            <a:ext cx="11627428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0033B3"/>
                </a:solidFill>
                <a:effectLst/>
                <a:latin typeface="JetBrains Mono"/>
              </a:rPr>
              <a:t>import </a:t>
            </a:r>
            <a:r>
              <a:rPr lang="en-US" sz="2400" dirty="0">
                <a:solidFill>
                  <a:srgbClr val="080808"/>
                </a:solidFill>
                <a:effectLst/>
                <a:latin typeface="JetBrains Mono"/>
              </a:rPr>
              <a:t>pandas </a:t>
            </a:r>
            <a:r>
              <a:rPr lang="en-US" sz="2400" dirty="0">
                <a:solidFill>
                  <a:srgbClr val="0033B3"/>
                </a:solidFill>
                <a:effectLst/>
                <a:latin typeface="JetBrains Mono"/>
              </a:rPr>
              <a:t>as </a:t>
            </a:r>
            <a:r>
              <a:rPr lang="en-US" sz="2400" dirty="0">
                <a:solidFill>
                  <a:srgbClr val="080808"/>
                </a:solidFill>
                <a:effectLst/>
                <a:latin typeface="JetBrains Mono"/>
              </a:rPr>
              <a:t>pd</a:t>
            </a:r>
            <a:br>
              <a:rPr lang="en-US" sz="2400" dirty="0">
                <a:solidFill>
                  <a:srgbClr val="080808"/>
                </a:solidFill>
                <a:effectLst/>
                <a:latin typeface="JetBrains Mono"/>
              </a:rPr>
            </a:br>
            <a:br>
              <a:rPr lang="en-US" sz="24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2400" dirty="0">
                <a:solidFill>
                  <a:srgbClr val="080808"/>
                </a:solidFill>
                <a:effectLst/>
                <a:latin typeface="JetBrains Mono"/>
              </a:rPr>
              <a:t>student = </a:t>
            </a:r>
            <a:r>
              <a:rPr lang="en-US" sz="2400" dirty="0" err="1">
                <a:solidFill>
                  <a:srgbClr val="080808"/>
                </a:solidFill>
                <a:effectLst/>
                <a:latin typeface="JetBrains Mono"/>
              </a:rPr>
              <a:t>pd.DataFrame</a:t>
            </a:r>
            <a:r>
              <a:rPr lang="en-US" sz="2400" dirty="0">
                <a:solidFill>
                  <a:srgbClr val="080808"/>
                </a:solidFill>
                <a:effectLst/>
                <a:latin typeface="JetBrains Mono"/>
              </a:rPr>
              <a:t>([[</a:t>
            </a:r>
            <a:r>
              <a:rPr lang="en-US" sz="2400" dirty="0">
                <a:solidFill>
                  <a:srgbClr val="1750EB"/>
                </a:solidFill>
                <a:effectLst/>
                <a:latin typeface="JetBrains Mono"/>
              </a:rPr>
              <a:t>1</a:t>
            </a:r>
            <a:r>
              <a:rPr lang="en-US" sz="2400" dirty="0">
                <a:solidFill>
                  <a:srgbClr val="080808"/>
                </a:solidFill>
                <a:effectLst/>
                <a:latin typeface="JetBrains Mono"/>
              </a:rPr>
              <a:t>,</a:t>
            </a:r>
            <a:r>
              <a:rPr lang="en-US" sz="2400" dirty="0">
                <a:solidFill>
                  <a:srgbClr val="067D17"/>
                </a:solidFill>
                <a:effectLst/>
                <a:latin typeface="JetBrains Mono"/>
              </a:rPr>
              <a:t>'Michael'</a:t>
            </a:r>
            <a:r>
              <a:rPr lang="en-US" sz="2400" dirty="0">
                <a:solidFill>
                  <a:srgbClr val="080808"/>
                </a:solidFill>
                <a:effectLst/>
                <a:latin typeface="JetBrains Mono"/>
              </a:rPr>
              <a:t>],[</a:t>
            </a:r>
            <a:r>
              <a:rPr lang="en-US" sz="2400" dirty="0">
                <a:solidFill>
                  <a:srgbClr val="1750EB"/>
                </a:solidFill>
                <a:effectLst/>
                <a:latin typeface="JetBrains Mono"/>
              </a:rPr>
              <a:t>2</a:t>
            </a:r>
            <a:r>
              <a:rPr lang="en-US" sz="2400" dirty="0">
                <a:solidFill>
                  <a:srgbClr val="080808"/>
                </a:solidFill>
                <a:effectLst/>
                <a:latin typeface="JetBrains Mono"/>
              </a:rPr>
              <a:t>,</a:t>
            </a:r>
            <a:r>
              <a:rPr lang="en-US" sz="2400" dirty="0">
                <a:solidFill>
                  <a:srgbClr val="067D17"/>
                </a:solidFill>
                <a:effectLst/>
                <a:latin typeface="JetBrains Mono"/>
              </a:rPr>
              <a:t>'Henry'</a:t>
            </a:r>
            <a:r>
              <a:rPr lang="en-US" sz="2400" dirty="0">
                <a:solidFill>
                  <a:srgbClr val="080808"/>
                </a:solidFill>
                <a:effectLst/>
                <a:latin typeface="JetBrains Mono"/>
              </a:rPr>
              <a:t>],[</a:t>
            </a:r>
            <a:r>
              <a:rPr lang="en-US" sz="2400" dirty="0">
                <a:solidFill>
                  <a:srgbClr val="1750EB"/>
                </a:solidFill>
                <a:effectLst/>
                <a:latin typeface="JetBrains Mono"/>
              </a:rPr>
              <a:t>3</a:t>
            </a:r>
            <a:r>
              <a:rPr lang="en-US" sz="2400" dirty="0">
                <a:solidFill>
                  <a:srgbClr val="080808"/>
                </a:solidFill>
                <a:effectLst/>
                <a:latin typeface="JetBrains Mono"/>
              </a:rPr>
              <a:t>,</a:t>
            </a:r>
            <a:r>
              <a:rPr lang="en-US" sz="2400" dirty="0">
                <a:solidFill>
                  <a:srgbClr val="067D17"/>
                </a:solidFill>
                <a:effectLst/>
                <a:latin typeface="JetBrains Mono"/>
              </a:rPr>
              <a:t>'Sarah'</a:t>
            </a:r>
            <a:r>
              <a:rPr lang="en-US" sz="2400" dirty="0">
                <a:solidFill>
                  <a:srgbClr val="080808"/>
                </a:solidFill>
                <a:effectLst/>
                <a:latin typeface="JetBrains Mono"/>
              </a:rPr>
              <a:t>],[</a:t>
            </a:r>
            <a:r>
              <a:rPr lang="en-US" sz="2400" dirty="0">
                <a:solidFill>
                  <a:srgbClr val="1750EB"/>
                </a:solidFill>
                <a:effectLst/>
                <a:latin typeface="JetBrains Mono"/>
              </a:rPr>
              <a:t>4</a:t>
            </a:r>
            <a:r>
              <a:rPr lang="en-US" sz="2400" dirty="0">
                <a:solidFill>
                  <a:srgbClr val="080808"/>
                </a:solidFill>
                <a:effectLst/>
                <a:latin typeface="JetBrains Mono"/>
              </a:rPr>
              <a:t>,</a:t>
            </a:r>
            <a:r>
              <a:rPr lang="en-US" sz="2400" dirty="0">
                <a:solidFill>
                  <a:srgbClr val="067D17"/>
                </a:solidFill>
                <a:effectLst/>
                <a:latin typeface="JetBrains Mono"/>
              </a:rPr>
              <a:t>'John'</a:t>
            </a:r>
            <a:r>
              <a:rPr lang="en-US" sz="2400" dirty="0">
                <a:solidFill>
                  <a:srgbClr val="080808"/>
                </a:solidFill>
                <a:effectLst/>
                <a:latin typeface="JetBrains Mono"/>
              </a:rPr>
              <a:t>]],</a:t>
            </a:r>
            <a:br>
              <a:rPr lang="en-US" sz="24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2400" dirty="0">
                <a:solidFill>
                  <a:srgbClr val="080808"/>
                </a:solidFill>
                <a:effectLst/>
                <a:latin typeface="JetBrains Mono"/>
              </a:rPr>
              <a:t>                       </a:t>
            </a:r>
            <a:r>
              <a:rPr lang="en-US" sz="2400" dirty="0">
                <a:solidFill>
                  <a:srgbClr val="660099"/>
                </a:solidFill>
                <a:effectLst/>
                <a:latin typeface="JetBrains Mono"/>
              </a:rPr>
              <a:t>columns</a:t>
            </a:r>
            <a:r>
              <a:rPr lang="en-US" sz="2400" dirty="0">
                <a:solidFill>
                  <a:srgbClr val="080808"/>
                </a:solidFill>
                <a:effectLst/>
                <a:latin typeface="JetBrains Mono"/>
              </a:rPr>
              <a:t>=[</a:t>
            </a:r>
            <a:r>
              <a:rPr lang="en-US" sz="2400" dirty="0">
                <a:solidFill>
                  <a:srgbClr val="067D17"/>
                </a:solidFill>
                <a:effectLst/>
                <a:latin typeface="JetBrains Mono"/>
              </a:rPr>
              <a:t>'Panther </a:t>
            </a:r>
            <a:r>
              <a:rPr lang="en-US" sz="2400" dirty="0" err="1">
                <a:solidFill>
                  <a:srgbClr val="067D17"/>
                </a:solidFill>
                <a:effectLst/>
                <a:latin typeface="JetBrains Mono"/>
              </a:rPr>
              <a:t>ID'</a:t>
            </a:r>
            <a:r>
              <a:rPr lang="en-US" sz="2400" dirty="0" err="1">
                <a:solidFill>
                  <a:srgbClr val="080808"/>
                </a:solidFill>
                <a:effectLst/>
                <a:latin typeface="JetBrains Mono"/>
              </a:rPr>
              <a:t>,</a:t>
            </a:r>
            <a:r>
              <a:rPr lang="en-US" sz="2400" dirty="0" err="1">
                <a:solidFill>
                  <a:srgbClr val="067D17"/>
                </a:solidFill>
                <a:effectLst/>
                <a:latin typeface="JetBrains Mono"/>
              </a:rPr>
              <a:t>'Name</a:t>
            </a:r>
            <a:r>
              <a:rPr lang="en-US" sz="2400" dirty="0">
                <a:solidFill>
                  <a:srgbClr val="067D17"/>
                </a:solidFill>
                <a:effectLst/>
                <a:latin typeface="JetBrains Mono"/>
              </a:rPr>
              <a:t>'</a:t>
            </a:r>
            <a:r>
              <a:rPr lang="en-US" sz="2400" dirty="0">
                <a:solidFill>
                  <a:srgbClr val="080808"/>
                </a:solidFill>
                <a:effectLst/>
                <a:latin typeface="JetBrains Mono"/>
              </a:rPr>
              <a:t>])</a:t>
            </a:r>
            <a:br>
              <a:rPr lang="en-US" sz="24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2400" dirty="0">
                <a:solidFill>
                  <a:srgbClr val="080808"/>
                </a:solidFill>
                <a:effectLst/>
                <a:latin typeface="JetBrains Mono"/>
              </a:rPr>
              <a:t>registration = </a:t>
            </a:r>
            <a:r>
              <a:rPr lang="en-US" sz="2400" dirty="0" err="1">
                <a:solidFill>
                  <a:srgbClr val="080808"/>
                </a:solidFill>
                <a:effectLst/>
                <a:latin typeface="JetBrains Mono"/>
              </a:rPr>
              <a:t>pd.DataFrame</a:t>
            </a:r>
            <a:r>
              <a:rPr lang="en-US" sz="2400" dirty="0">
                <a:solidFill>
                  <a:srgbClr val="080808"/>
                </a:solidFill>
                <a:effectLst/>
                <a:latin typeface="JetBrains Mono"/>
              </a:rPr>
              <a:t>([[</a:t>
            </a:r>
            <a:r>
              <a:rPr lang="en-US" sz="2400" dirty="0">
                <a:solidFill>
                  <a:srgbClr val="1750EB"/>
                </a:solidFill>
                <a:effectLst/>
                <a:latin typeface="JetBrains Mono"/>
              </a:rPr>
              <a:t>1</a:t>
            </a:r>
            <a:r>
              <a:rPr lang="en-US" sz="2400" dirty="0">
                <a:solidFill>
                  <a:srgbClr val="080808"/>
                </a:solidFill>
                <a:effectLst/>
                <a:latin typeface="JetBrains Mono"/>
              </a:rPr>
              <a:t>,</a:t>
            </a:r>
            <a:r>
              <a:rPr lang="en-US" sz="2400" dirty="0">
                <a:solidFill>
                  <a:srgbClr val="067D17"/>
                </a:solidFill>
                <a:effectLst/>
                <a:latin typeface="JetBrains Mono"/>
              </a:rPr>
              <a:t>'CSC1301'</a:t>
            </a:r>
            <a:r>
              <a:rPr lang="en-US" sz="2400" dirty="0"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lang="en-US" sz="2400" dirty="0">
                <a:solidFill>
                  <a:srgbClr val="1750EB"/>
                </a:solidFill>
                <a:effectLst/>
                <a:latin typeface="JetBrains Mono"/>
              </a:rPr>
              <a:t>2</a:t>
            </a:r>
            <a:r>
              <a:rPr lang="en-US" sz="2400" dirty="0">
                <a:solidFill>
                  <a:srgbClr val="080808"/>
                </a:solidFill>
                <a:effectLst/>
                <a:latin typeface="JetBrains Mono"/>
              </a:rPr>
              <a:t>],[</a:t>
            </a:r>
            <a:r>
              <a:rPr lang="en-US" sz="2400" dirty="0">
                <a:solidFill>
                  <a:srgbClr val="1750EB"/>
                </a:solidFill>
                <a:effectLst/>
                <a:latin typeface="JetBrains Mono"/>
              </a:rPr>
              <a:t>2</a:t>
            </a:r>
            <a:r>
              <a:rPr lang="en-US" sz="2400" dirty="0">
                <a:solidFill>
                  <a:srgbClr val="080808"/>
                </a:solidFill>
                <a:effectLst/>
                <a:latin typeface="JetBrains Mono"/>
              </a:rPr>
              <a:t>,</a:t>
            </a:r>
            <a:r>
              <a:rPr lang="en-US" sz="2400" dirty="0">
                <a:solidFill>
                  <a:srgbClr val="067D17"/>
                </a:solidFill>
                <a:effectLst/>
                <a:latin typeface="JetBrains Mono"/>
              </a:rPr>
              <a:t>'CSC1302'</a:t>
            </a:r>
            <a:r>
              <a:rPr lang="en-US" sz="2400" dirty="0"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lang="en-US" sz="2400" dirty="0">
                <a:solidFill>
                  <a:srgbClr val="1750EB"/>
                </a:solidFill>
                <a:effectLst/>
                <a:latin typeface="JetBrains Mono"/>
              </a:rPr>
              <a:t>1</a:t>
            </a:r>
            <a:r>
              <a:rPr lang="en-US" sz="2400" dirty="0">
                <a:solidFill>
                  <a:srgbClr val="080808"/>
                </a:solidFill>
                <a:effectLst/>
                <a:latin typeface="JetBrains Mono"/>
              </a:rPr>
              <a:t>],[</a:t>
            </a:r>
            <a:r>
              <a:rPr lang="en-US" sz="2400" dirty="0">
                <a:solidFill>
                  <a:srgbClr val="1750EB"/>
                </a:solidFill>
                <a:effectLst/>
                <a:latin typeface="JetBrains Mono"/>
              </a:rPr>
              <a:t>3</a:t>
            </a:r>
            <a:r>
              <a:rPr lang="en-US" sz="2400" dirty="0">
                <a:solidFill>
                  <a:srgbClr val="080808"/>
                </a:solidFill>
                <a:effectLst/>
                <a:latin typeface="JetBrains Mono"/>
              </a:rPr>
              <a:t>,</a:t>
            </a:r>
            <a:r>
              <a:rPr lang="en-US" sz="2400" dirty="0">
                <a:solidFill>
                  <a:srgbClr val="067D17"/>
                </a:solidFill>
                <a:effectLst/>
                <a:latin typeface="JetBrains Mono"/>
              </a:rPr>
              <a:t>'CSC2720'</a:t>
            </a:r>
            <a:r>
              <a:rPr lang="en-US" sz="2400" dirty="0"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lang="en-US" sz="2400" dirty="0">
                <a:solidFill>
                  <a:srgbClr val="1750EB"/>
                </a:solidFill>
                <a:effectLst/>
                <a:latin typeface="JetBrains Mono"/>
              </a:rPr>
              <a:t>1</a:t>
            </a:r>
            <a:r>
              <a:rPr lang="en-US" sz="2400" dirty="0">
                <a:solidFill>
                  <a:srgbClr val="080808"/>
                </a:solidFill>
                <a:effectLst/>
                <a:latin typeface="JetBrains Mono"/>
              </a:rPr>
              <a:t>],[</a:t>
            </a:r>
            <a:r>
              <a:rPr lang="en-US" sz="2400" dirty="0">
                <a:solidFill>
                  <a:srgbClr val="1750EB"/>
                </a:solidFill>
                <a:effectLst/>
                <a:latin typeface="JetBrains Mono"/>
              </a:rPr>
              <a:t>4</a:t>
            </a:r>
            <a:r>
              <a:rPr lang="en-US" sz="2400" dirty="0">
                <a:solidFill>
                  <a:srgbClr val="080808"/>
                </a:solidFill>
                <a:effectLst/>
                <a:latin typeface="JetBrains Mono"/>
              </a:rPr>
              <a:t>,</a:t>
            </a:r>
            <a:r>
              <a:rPr lang="en-US" sz="2400" dirty="0">
                <a:solidFill>
                  <a:srgbClr val="067D17"/>
                </a:solidFill>
                <a:effectLst/>
                <a:latin typeface="JetBrains Mono"/>
              </a:rPr>
              <a:t>'CSC4120'</a:t>
            </a:r>
            <a:r>
              <a:rPr lang="en-US" sz="2400" dirty="0"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lang="en-US" sz="2400" dirty="0">
                <a:solidFill>
                  <a:srgbClr val="1750EB"/>
                </a:solidFill>
                <a:effectLst/>
                <a:latin typeface="JetBrains Mono"/>
              </a:rPr>
              <a:t>2</a:t>
            </a:r>
            <a:r>
              <a:rPr lang="en-US" sz="2400" dirty="0">
                <a:solidFill>
                  <a:srgbClr val="080808"/>
                </a:solidFill>
                <a:effectLst/>
                <a:latin typeface="JetBrains Mono"/>
              </a:rPr>
              <a:t>], [</a:t>
            </a:r>
            <a:r>
              <a:rPr lang="en-US" sz="2400" dirty="0">
                <a:solidFill>
                  <a:srgbClr val="1750EB"/>
                </a:solidFill>
                <a:effectLst/>
                <a:latin typeface="JetBrains Mono"/>
              </a:rPr>
              <a:t>5</a:t>
            </a:r>
            <a:r>
              <a:rPr lang="en-US" sz="2400" dirty="0">
                <a:solidFill>
                  <a:srgbClr val="080808"/>
                </a:solidFill>
                <a:effectLst/>
                <a:latin typeface="JetBrains Mono"/>
              </a:rPr>
              <a:t>,</a:t>
            </a:r>
            <a:r>
              <a:rPr lang="en-US" sz="2400" dirty="0">
                <a:solidFill>
                  <a:srgbClr val="067D17"/>
                </a:solidFill>
                <a:effectLst/>
                <a:latin typeface="JetBrains Mono"/>
              </a:rPr>
              <a:t>'CSC4330'</a:t>
            </a:r>
            <a:r>
              <a:rPr lang="en-US" sz="2400" dirty="0">
                <a:solidFill>
                  <a:srgbClr val="080808"/>
                </a:solidFill>
                <a:effectLst/>
                <a:latin typeface="JetBrains Mono"/>
              </a:rPr>
              <a:t>,</a:t>
            </a:r>
            <a:r>
              <a:rPr lang="en-US" sz="2400" dirty="0">
                <a:solidFill>
                  <a:srgbClr val="1750EB"/>
                </a:solidFill>
                <a:effectLst/>
                <a:latin typeface="JetBrains Mono"/>
              </a:rPr>
              <a:t>5</a:t>
            </a:r>
            <a:r>
              <a:rPr lang="en-US" sz="2400" dirty="0">
                <a:solidFill>
                  <a:srgbClr val="080808"/>
                </a:solidFill>
                <a:effectLst/>
                <a:latin typeface="JetBrains Mono"/>
              </a:rPr>
              <a:t>]], </a:t>
            </a:r>
            <a:r>
              <a:rPr lang="en-US" sz="2400" dirty="0">
                <a:solidFill>
                  <a:srgbClr val="660099"/>
                </a:solidFill>
                <a:effectLst/>
                <a:latin typeface="JetBrains Mono"/>
              </a:rPr>
              <a:t>columns</a:t>
            </a:r>
            <a:r>
              <a:rPr lang="en-US" sz="2400" dirty="0">
                <a:solidFill>
                  <a:srgbClr val="080808"/>
                </a:solidFill>
                <a:effectLst/>
                <a:latin typeface="JetBrains Mono"/>
              </a:rPr>
              <a:t>=[</a:t>
            </a:r>
            <a:r>
              <a:rPr lang="en-US" sz="2400" dirty="0">
                <a:solidFill>
                  <a:srgbClr val="067D17"/>
                </a:solidFill>
                <a:effectLst/>
                <a:latin typeface="JetBrains Mono"/>
              </a:rPr>
              <a:t>'Reg </a:t>
            </a:r>
            <a:r>
              <a:rPr lang="en-US" sz="2400" dirty="0" err="1">
                <a:solidFill>
                  <a:srgbClr val="067D17"/>
                </a:solidFill>
                <a:effectLst/>
                <a:latin typeface="JetBrains Mono"/>
              </a:rPr>
              <a:t>ID'</a:t>
            </a:r>
            <a:r>
              <a:rPr lang="en-US" sz="2400" dirty="0" err="1">
                <a:solidFill>
                  <a:srgbClr val="080808"/>
                </a:solidFill>
                <a:effectLst/>
                <a:latin typeface="JetBrains Mono"/>
              </a:rPr>
              <a:t>,</a:t>
            </a:r>
            <a:r>
              <a:rPr lang="en-US" sz="2400" dirty="0" err="1">
                <a:solidFill>
                  <a:srgbClr val="067D17"/>
                </a:solidFill>
                <a:effectLst/>
                <a:latin typeface="JetBrains Mono"/>
              </a:rPr>
              <a:t>'Course</a:t>
            </a:r>
            <a:r>
              <a:rPr lang="en-US" sz="2400" dirty="0">
                <a:solidFill>
                  <a:srgbClr val="067D17"/>
                </a:solidFill>
                <a:effectLst/>
                <a:latin typeface="JetBrains Mono"/>
              </a:rPr>
              <a:t>'</a:t>
            </a:r>
            <a:r>
              <a:rPr lang="en-US" sz="2400" dirty="0"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lang="en-US" sz="2400" dirty="0">
                <a:solidFill>
                  <a:srgbClr val="067D17"/>
                </a:solidFill>
                <a:effectLst/>
                <a:latin typeface="JetBrains Mono"/>
              </a:rPr>
              <a:t>'Student ID’</a:t>
            </a:r>
            <a:r>
              <a:rPr lang="en-US" sz="2400" dirty="0">
                <a:solidFill>
                  <a:srgbClr val="080808"/>
                </a:solidFill>
                <a:effectLst/>
                <a:latin typeface="JetBrains Mono"/>
              </a:rPr>
              <a:t>])</a:t>
            </a:r>
          </a:p>
          <a:p>
            <a:br>
              <a:rPr lang="en-US" sz="24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2400" dirty="0">
                <a:solidFill>
                  <a:srgbClr val="080808"/>
                </a:solidFill>
                <a:effectLst/>
                <a:latin typeface="JetBrains Mono"/>
              </a:rPr>
              <a:t>result = </a:t>
            </a:r>
            <a:r>
              <a:rPr lang="en-US" sz="2400" dirty="0" err="1">
                <a:solidFill>
                  <a:srgbClr val="080808"/>
                </a:solidFill>
                <a:effectLst/>
                <a:latin typeface="JetBrains Mono"/>
              </a:rPr>
              <a:t>pd.merge</a:t>
            </a:r>
            <a:r>
              <a:rPr lang="en-US" sz="2400" dirty="0">
                <a:solidFill>
                  <a:srgbClr val="080808"/>
                </a:solidFill>
                <a:effectLst/>
                <a:latin typeface="JetBrains Mono"/>
              </a:rPr>
              <a:t>(student, registration, </a:t>
            </a:r>
            <a:r>
              <a:rPr lang="en-US" sz="2400" dirty="0">
                <a:solidFill>
                  <a:srgbClr val="660099"/>
                </a:solidFill>
                <a:effectLst/>
                <a:latin typeface="JetBrains Mono"/>
              </a:rPr>
              <a:t>how</a:t>
            </a:r>
            <a:r>
              <a:rPr lang="en-US" sz="2400" dirty="0">
                <a:solidFill>
                  <a:srgbClr val="080808"/>
                </a:solidFill>
                <a:effectLst/>
                <a:latin typeface="JetBrains Mono"/>
              </a:rPr>
              <a:t>=</a:t>
            </a:r>
            <a:r>
              <a:rPr lang="en-US" sz="2400" dirty="0">
                <a:solidFill>
                  <a:srgbClr val="067D17"/>
                </a:solidFill>
                <a:effectLst/>
                <a:latin typeface="JetBrains Mono"/>
              </a:rPr>
              <a:t>'outer’</a:t>
            </a:r>
            <a:r>
              <a:rPr lang="en-US" sz="2400" dirty="0">
                <a:solidFill>
                  <a:srgbClr val="080808"/>
                </a:solidFill>
                <a:effectLst/>
                <a:latin typeface="JetBrains Mono"/>
              </a:rPr>
              <a:t>, </a:t>
            </a:r>
          </a:p>
          <a:p>
            <a:r>
              <a:rPr lang="en-US" sz="2400" dirty="0" err="1">
                <a:solidFill>
                  <a:srgbClr val="660099"/>
                </a:solidFill>
                <a:effectLst/>
                <a:latin typeface="JetBrains Mono"/>
              </a:rPr>
              <a:t>left_on</a:t>
            </a:r>
            <a:r>
              <a:rPr lang="en-US" sz="2400" dirty="0">
                <a:solidFill>
                  <a:srgbClr val="080808"/>
                </a:solidFill>
                <a:effectLst/>
                <a:latin typeface="JetBrains Mono"/>
              </a:rPr>
              <a:t>=</a:t>
            </a:r>
            <a:r>
              <a:rPr lang="en-US" sz="2400" dirty="0">
                <a:solidFill>
                  <a:srgbClr val="067D17"/>
                </a:solidFill>
                <a:effectLst/>
                <a:latin typeface="JetBrains Mono"/>
              </a:rPr>
              <a:t>'Panther ID'</a:t>
            </a:r>
            <a:r>
              <a:rPr lang="en-US" sz="2400" dirty="0">
                <a:solidFill>
                  <a:srgbClr val="080808"/>
                </a:solidFill>
                <a:effectLst/>
                <a:latin typeface="JetBrains Mono"/>
              </a:rPr>
              <a:t>,</a:t>
            </a:r>
            <a:r>
              <a:rPr lang="en-US" sz="2400" dirty="0" err="1">
                <a:solidFill>
                  <a:srgbClr val="660099"/>
                </a:solidFill>
                <a:effectLst/>
                <a:latin typeface="JetBrains Mono"/>
              </a:rPr>
              <a:t>right_on</a:t>
            </a:r>
            <a:r>
              <a:rPr lang="en-US" sz="2400" dirty="0">
                <a:solidFill>
                  <a:srgbClr val="080808"/>
                </a:solidFill>
                <a:effectLst/>
                <a:latin typeface="JetBrains Mono"/>
              </a:rPr>
              <a:t>=</a:t>
            </a:r>
            <a:r>
              <a:rPr lang="en-US" sz="2400" dirty="0">
                <a:solidFill>
                  <a:srgbClr val="067D17"/>
                </a:solidFill>
                <a:effectLst/>
                <a:latin typeface="JetBrains Mono"/>
              </a:rPr>
              <a:t>'Student ID'</a:t>
            </a:r>
            <a:r>
              <a:rPr lang="en-US" sz="2400" dirty="0">
                <a:solidFill>
                  <a:srgbClr val="080808"/>
                </a:solidFill>
                <a:effectLst/>
                <a:latin typeface="JetBrains Mono"/>
              </a:rPr>
              <a:t>)</a:t>
            </a:r>
            <a:br>
              <a:rPr lang="en-US" sz="24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2400" dirty="0">
                <a:solidFill>
                  <a:srgbClr val="000080"/>
                </a:solidFill>
                <a:effectLst/>
                <a:latin typeface="JetBrains Mono"/>
              </a:rPr>
              <a:t>print</a:t>
            </a:r>
            <a:r>
              <a:rPr lang="en-US" sz="2400" dirty="0">
                <a:solidFill>
                  <a:srgbClr val="080808"/>
                </a:solidFill>
                <a:effectLst/>
                <a:latin typeface="JetBrains Mono"/>
              </a:rPr>
              <a:t>(result)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B639403-9CEB-1800-1EBA-CA7D7DABF7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0908" y="3660735"/>
            <a:ext cx="7171699" cy="300748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197568D-5B93-B363-5282-126B59E4F498}"/>
              </a:ext>
            </a:extLst>
          </p:cNvPr>
          <p:cNvSpPr txBox="1"/>
          <p:nvPr/>
        </p:nvSpPr>
        <p:spPr>
          <a:xfrm>
            <a:off x="1548246" y="5016787"/>
            <a:ext cx="22805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Outer join result</a:t>
            </a:r>
          </a:p>
        </p:txBody>
      </p:sp>
    </p:spTree>
    <p:extLst>
      <p:ext uri="{BB962C8B-B14F-4D97-AF65-F5344CB8AC3E}">
        <p14:creationId xmlns:p14="http://schemas.microsoft.com/office/powerpoint/2010/main" val="864517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5D0DF5A-091A-CF3B-35C9-77D08EA75B4C}"/>
              </a:ext>
            </a:extLst>
          </p:cNvPr>
          <p:cNvSpPr txBox="1"/>
          <p:nvPr/>
        </p:nvSpPr>
        <p:spPr>
          <a:xfrm>
            <a:off x="2446626" y="2228671"/>
            <a:ext cx="737494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2400" dirty="0">
              <a:hlinkClick r:id="rId2"/>
            </a:endParaRPr>
          </a:p>
          <a:p>
            <a:r>
              <a:rPr lang="en-US" sz="2400" dirty="0">
                <a:hlinkClick r:id="rId2"/>
              </a:rPr>
              <a:t>https://pandas.pydata.org/docs/reference/frame.html</a:t>
            </a:r>
            <a:endParaRPr lang="en-US" sz="2400" dirty="0"/>
          </a:p>
          <a:p>
            <a:endParaRPr lang="en-US" sz="2400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060D004E-A59C-B30C-F8C8-1FD1AE0F988C}"/>
              </a:ext>
            </a:extLst>
          </p:cNvPr>
          <p:cNvSpPr txBox="1">
            <a:spLocks/>
          </p:cNvSpPr>
          <p:nvPr/>
        </p:nvSpPr>
        <p:spPr>
          <a:xfrm>
            <a:off x="1107970" y="1123442"/>
            <a:ext cx="7572110" cy="488822"/>
          </a:xfrm>
          <a:prstGeom prst="rect">
            <a:avLst/>
          </a:prstGeom>
        </p:spPr>
        <p:txBody>
          <a:bodyPr>
            <a:normAutofit fontScale="75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Reference</a:t>
            </a:r>
          </a:p>
        </p:txBody>
      </p:sp>
    </p:spTree>
    <p:extLst>
      <p:ext uri="{BB962C8B-B14F-4D97-AF65-F5344CB8AC3E}">
        <p14:creationId xmlns:p14="http://schemas.microsoft.com/office/powerpoint/2010/main" val="29079217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D2A2B2BA-4F71-6F46-73FF-8AD3D3325657}"/>
              </a:ext>
            </a:extLst>
          </p:cNvPr>
          <p:cNvSpPr txBox="1"/>
          <p:nvPr/>
        </p:nvSpPr>
        <p:spPr>
          <a:xfrm>
            <a:off x="687581" y="488321"/>
            <a:ext cx="1081683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highlight>
                  <a:srgbClr val="FFFF00"/>
                </a:highlight>
              </a:rPr>
              <a:t>Exercise 1: Merge the following two data frames using ‘</a:t>
            </a:r>
            <a:r>
              <a:rPr lang="en-US" sz="2200" b="1" dirty="0">
                <a:highlight>
                  <a:srgbClr val="FFFF00"/>
                </a:highlight>
              </a:rPr>
              <a:t>inner</a:t>
            </a:r>
            <a:r>
              <a:rPr lang="en-US" sz="2200" dirty="0">
                <a:highlight>
                  <a:srgbClr val="FFFF00"/>
                </a:highlight>
              </a:rPr>
              <a:t>’ join based on ‘</a:t>
            </a:r>
            <a:r>
              <a:rPr lang="en-US" sz="2200" dirty="0" err="1">
                <a:highlight>
                  <a:srgbClr val="FFFF00"/>
                </a:highlight>
              </a:rPr>
              <a:t>member_id</a:t>
            </a:r>
            <a:r>
              <a:rPr lang="en-US" sz="2200" dirty="0">
                <a:highlight>
                  <a:srgbClr val="FFFF00"/>
                </a:highlight>
              </a:rPr>
              <a:t>’ and ‘member’ columns of the left and right data frames respectively.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9DE77B33-176D-97DE-44ED-51D4775396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4421656"/>
              </p:ext>
            </p:extLst>
          </p:nvPr>
        </p:nvGraphicFramePr>
        <p:xfrm>
          <a:off x="892232" y="2025950"/>
          <a:ext cx="4772298" cy="17068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89711">
                  <a:extLst>
                    <a:ext uri="{9D8B030D-6E8A-4147-A177-3AD203B41FA5}">
                      <a16:colId xmlns:a16="http://schemas.microsoft.com/office/drawing/2014/main" val="881556642"/>
                    </a:ext>
                  </a:extLst>
                </a:gridCol>
                <a:gridCol w="1103217">
                  <a:extLst>
                    <a:ext uri="{9D8B030D-6E8A-4147-A177-3AD203B41FA5}">
                      <a16:colId xmlns:a16="http://schemas.microsoft.com/office/drawing/2014/main" val="2838992312"/>
                    </a:ext>
                  </a:extLst>
                </a:gridCol>
                <a:gridCol w="2079370">
                  <a:extLst>
                    <a:ext uri="{9D8B030D-6E8A-4147-A177-3AD203B41FA5}">
                      <a16:colId xmlns:a16="http://schemas.microsoft.com/office/drawing/2014/main" val="290826001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200" b="1" dirty="0" err="1"/>
                        <a:t>member_id</a:t>
                      </a:r>
                      <a:endParaRPr lang="en-US" sz="2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200" b="1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200" b="1" dirty="0"/>
                        <a:t>email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31854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2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200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200" dirty="0" err="1"/>
                        <a:t>a@gmail.com</a:t>
                      </a:r>
                      <a:endParaRPr lang="en-US" sz="2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465094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2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200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200" dirty="0" err="1"/>
                        <a:t>b@outlook.com</a:t>
                      </a:r>
                      <a:endParaRPr lang="en-US" sz="2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20509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2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200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200" dirty="0" err="1"/>
                        <a:t>c@yahoo.com</a:t>
                      </a:r>
                      <a:endParaRPr lang="en-US" sz="2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32470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14CF7561-4390-A3FF-7A98-38E0E5D3779D}"/>
              </a:ext>
            </a:extLst>
          </p:cNvPr>
          <p:cNvSpPr txBox="1"/>
          <p:nvPr/>
        </p:nvSpPr>
        <p:spPr>
          <a:xfrm>
            <a:off x="2625125" y="3788499"/>
            <a:ext cx="128887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b="1" dirty="0"/>
              <a:t>members</a:t>
            </a: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1E35DE7D-F7D2-9CC6-EB12-FC0F09ECD5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8792372"/>
              </p:ext>
            </p:extLst>
          </p:nvPr>
        </p:nvGraphicFramePr>
        <p:xfrm>
          <a:off x="6542907" y="2025950"/>
          <a:ext cx="4772298" cy="25603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35430">
                  <a:extLst>
                    <a:ext uri="{9D8B030D-6E8A-4147-A177-3AD203B41FA5}">
                      <a16:colId xmlns:a16="http://schemas.microsoft.com/office/drawing/2014/main" val="881556642"/>
                    </a:ext>
                  </a:extLst>
                </a:gridCol>
                <a:gridCol w="1377538">
                  <a:extLst>
                    <a:ext uri="{9D8B030D-6E8A-4147-A177-3AD203B41FA5}">
                      <a16:colId xmlns:a16="http://schemas.microsoft.com/office/drawing/2014/main" val="2838992312"/>
                    </a:ext>
                  </a:extLst>
                </a:gridCol>
                <a:gridCol w="890649">
                  <a:extLst>
                    <a:ext uri="{9D8B030D-6E8A-4147-A177-3AD203B41FA5}">
                      <a16:colId xmlns:a16="http://schemas.microsoft.com/office/drawing/2014/main" val="2908260011"/>
                    </a:ext>
                  </a:extLst>
                </a:gridCol>
                <a:gridCol w="1268681">
                  <a:extLst>
                    <a:ext uri="{9D8B030D-6E8A-4147-A177-3AD203B41FA5}">
                      <a16:colId xmlns:a16="http://schemas.microsoft.com/office/drawing/2014/main" val="368491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200" b="1" dirty="0" err="1"/>
                        <a:t>order_id</a:t>
                      </a:r>
                      <a:endParaRPr lang="en-US" sz="2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200" b="1" dirty="0"/>
                        <a:t>product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200" b="1" dirty="0"/>
                        <a:t>price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200" b="1" dirty="0"/>
                        <a:t>member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31854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200" dirty="0"/>
                        <a:t>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200" dirty="0"/>
                        <a:t>Laptop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200" dirty="0"/>
                        <a:t>800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20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465094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200" dirty="0"/>
                        <a:t>1001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200" dirty="0"/>
                        <a:t>Phone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200" dirty="0"/>
                        <a:t>700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2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20509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200" dirty="0"/>
                        <a:t>1002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200" dirty="0"/>
                        <a:t>Backpack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200" dirty="0"/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200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324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200" dirty="0"/>
                        <a:t>1003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200" dirty="0"/>
                        <a:t>Chair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200" dirty="0"/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20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40514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200" dirty="0"/>
                        <a:t>1004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200" dirty="0"/>
                        <a:t>Guitar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200" dirty="0"/>
                        <a:t>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200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2866721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41461E17-88BC-2A08-1AA1-E471C4D0CB2D}"/>
              </a:ext>
            </a:extLst>
          </p:cNvPr>
          <p:cNvSpPr txBox="1"/>
          <p:nvPr/>
        </p:nvSpPr>
        <p:spPr>
          <a:xfrm>
            <a:off x="8679562" y="4586270"/>
            <a:ext cx="93756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b="1" dirty="0"/>
              <a:t>orders</a:t>
            </a:r>
          </a:p>
        </p:txBody>
      </p:sp>
    </p:spTree>
    <p:extLst>
      <p:ext uri="{BB962C8B-B14F-4D97-AF65-F5344CB8AC3E}">
        <p14:creationId xmlns:p14="http://schemas.microsoft.com/office/powerpoint/2010/main" val="351130606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078FC1B-89AC-36DF-F20D-36097CEB4774}"/>
              </a:ext>
            </a:extLst>
          </p:cNvPr>
          <p:cNvSpPr txBox="1"/>
          <p:nvPr/>
        </p:nvSpPr>
        <p:spPr>
          <a:xfrm>
            <a:off x="750619" y="0"/>
            <a:ext cx="10690762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dirty="0">
                <a:solidFill>
                  <a:srgbClr val="080808"/>
                </a:solidFill>
                <a:effectLst/>
                <a:latin typeface="JetBrains Mono"/>
              </a:rPr>
              <a:t>result = </a:t>
            </a:r>
            <a:r>
              <a:rPr lang="en-US" sz="2200" dirty="0" err="1">
                <a:solidFill>
                  <a:srgbClr val="080808"/>
                </a:solidFill>
                <a:effectLst/>
                <a:latin typeface="JetBrains Mono"/>
              </a:rPr>
              <a:t>pd.merge</a:t>
            </a:r>
            <a:r>
              <a:rPr lang="en-US" sz="2200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en-US" sz="2200" dirty="0">
                <a:solidFill>
                  <a:srgbClr val="080808"/>
                </a:solidFill>
                <a:latin typeface="JetBrains Mono"/>
              </a:rPr>
              <a:t>members</a:t>
            </a:r>
            <a:r>
              <a:rPr lang="en-US" sz="2200" dirty="0">
                <a:solidFill>
                  <a:srgbClr val="080808"/>
                </a:solidFill>
                <a:effectLst/>
                <a:latin typeface="JetBrains Mono"/>
              </a:rPr>
              <a:t>, orders, </a:t>
            </a:r>
            <a:r>
              <a:rPr lang="en-US" sz="2200" dirty="0">
                <a:solidFill>
                  <a:srgbClr val="660099"/>
                </a:solidFill>
                <a:effectLst/>
                <a:latin typeface="JetBrains Mono"/>
              </a:rPr>
              <a:t>how</a:t>
            </a:r>
            <a:r>
              <a:rPr lang="en-US" sz="2200" dirty="0">
                <a:solidFill>
                  <a:srgbClr val="080808"/>
                </a:solidFill>
                <a:effectLst/>
                <a:latin typeface="JetBrains Mono"/>
              </a:rPr>
              <a:t>=‘</a:t>
            </a:r>
            <a:r>
              <a:rPr lang="en-US" sz="2200" dirty="0">
                <a:solidFill>
                  <a:srgbClr val="067D17"/>
                </a:solidFill>
                <a:effectLst/>
                <a:latin typeface="JetBrains Mono"/>
              </a:rPr>
              <a:t>inner’</a:t>
            </a:r>
            <a:r>
              <a:rPr lang="en-US" sz="2200" dirty="0"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lang="en-US" sz="2200" dirty="0" err="1">
                <a:solidFill>
                  <a:srgbClr val="660099"/>
                </a:solidFill>
                <a:effectLst/>
                <a:latin typeface="JetBrains Mono"/>
              </a:rPr>
              <a:t>left_on</a:t>
            </a:r>
            <a:r>
              <a:rPr lang="en-US" sz="2200" dirty="0">
                <a:solidFill>
                  <a:srgbClr val="080808"/>
                </a:solidFill>
                <a:effectLst/>
                <a:latin typeface="JetBrains Mono"/>
              </a:rPr>
              <a:t>=</a:t>
            </a:r>
            <a:r>
              <a:rPr lang="en-US" sz="2200" dirty="0">
                <a:solidFill>
                  <a:srgbClr val="067D17"/>
                </a:solidFill>
                <a:latin typeface="JetBrains Mono"/>
              </a:rPr>
              <a:t>‘member_id</a:t>
            </a:r>
            <a:r>
              <a:rPr lang="en-US" sz="2200" dirty="0">
                <a:solidFill>
                  <a:srgbClr val="067D17"/>
                </a:solidFill>
                <a:effectLst/>
                <a:latin typeface="JetBrains Mono"/>
              </a:rPr>
              <a:t>'</a:t>
            </a:r>
            <a:r>
              <a:rPr lang="en-US" sz="2200" dirty="0">
                <a:solidFill>
                  <a:srgbClr val="080808"/>
                </a:solidFill>
                <a:effectLst/>
                <a:latin typeface="JetBrains Mono"/>
              </a:rPr>
              <a:t>,</a:t>
            </a:r>
            <a:r>
              <a:rPr lang="en-US" sz="2200" dirty="0" err="1">
                <a:solidFill>
                  <a:srgbClr val="660099"/>
                </a:solidFill>
                <a:effectLst/>
                <a:latin typeface="JetBrains Mono"/>
              </a:rPr>
              <a:t>right_on</a:t>
            </a:r>
            <a:r>
              <a:rPr lang="en-US" sz="2200" dirty="0">
                <a:solidFill>
                  <a:srgbClr val="080808"/>
                </a:solidFill>
                <a:effectLst/>
                <a:latin typeface="JetBrains Mono"/>
              </a:rPr>
              <a:t>=</a:t>
            </a:r>
            <a:r>
              <a:rPr lang="en-US" sz="2200" dirty="0">
                <a:solidFill>
                  <a:srgbClr val="067D17"/>
                </a:solidFill>
                <a:effectLst/>
                <a:latin typeface="JetBrains Mono"/>
              </a:rPr>
              <a:t>‘member'</a:t>
            </a:r>
            <a:r>
              <a:rPr lang="en-US" sz="2200" dirty="0">
                <a:solidFill>
                  <a:srgbClr val="080808"/>
                </a:solidFill>
                <a:effectLst/>
                <a:latin typeface="JetBrains Mono"/>
              </a:rPr>
              <a:t>)</a:t>
            </a:r>
            <a:endParaRPr lang="en-US" sz="220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EE78563-D2BD-7688-CADA-40C5D01438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794852"/>
              </p:ext>
            </p:extLst>
          </p:nvPr>
        </p:nvGraphicFramePr>
        <p:xfrm>
          <a:off x="750619" y="1102206"/>
          <a:ext cx="4772298" cy="17068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89711">
                  <a:extLst>
                    <a:ext uri="{9D8B030D-6E8A-4147-A177-3AD203B41FA5}">
                      <a16:colId xmlns:a16="http://schemas.microsoft.com/office/drawing/2014/main" val="881556642"/>
                    </a:ext>
                  </a:extLst>
                </a:gridCol>
                <a:gridCol w="1103217">
                  <a:extLst>
                    <a:ext uri="{9D8B030D-6E8A-4147-A177-3AD203B41FA5}">
                      <a16:colId xmlns:a16="http://schemas.microsoft.com/office/drawing/2014/main" val="2838992312"/>
                    </a:ext>
                  </a:extLst>
                </a:gridCol>
                <a:gridCol w="2079370">
                  <a:extLst>
                    <a:ext uri="{9D8B030D-6E8A-4147-A177-3AD203B41FA5}">
                      <a16:colId xmlns:a16="http://schemas.microsoft.com/office/drawing/2014/main" val="290826001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200" b="1" dirty="0" err="1"/>
                        <a:t>member_id</a:t>
                      </a:r>
                      <a:endParaRPr lang="en-US" sz="2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200" b="1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200" b="1" dirty="0"/>
                        <a:t>email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31854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2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200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200" dirty="0" err="1"/>
                        <a:t>a@gmail.com</a:t>
                      </a:r>
                      <a:endParaRPr lang="en-US" sz="2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465094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2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200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200" dirty="0" err="1"/>
                        <a:t>b@outlook.com</a:t>
                      </a:r>
                      <a:endParaRPr lang="en-US" sz="2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20509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2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200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200" dirty="0" err="1"/>
                        <a:t>c@yahoo.com</a:t>
                      </a:r>
                      <a:endParaRPr lang="en-US" sz="2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32470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E5A02EF-F6C1-9F84-4BB8-EE9217A9EE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6083943"/>
              </p:ext>
            </p:extLst>
          </p:nvPr>
        </p:nvGraphicFramePr>
        <p:xfrm>
          <a:off x="6388527" y="567816"/>
          <a:ext cx="4772298" cy="25603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35430">
                  <a:extLst>
                    <a:ext uri="{9D8B030D-6E8A-4147-A177-3AD203B41FA5}">
                      <a16:colId xmlns:a16="http://schemas.microsoft.com/office/drawing/2014/main" val="881556642"/>
                    </a:ext>
                  </a:extLst>
                </a:gridCol>
                <a:gridCol w="1377538">
                  <a:extLst>
                    <a:ext uri="{9D8B030D-6E8A-4147-A177-3AD203B41FA5}">
                      <a16:colId xmlns:a16="http://schemas.microsoft.com/office/drawing/2014/main" val="2838992312"/>
                    </a:ext>
                  </a:extLst>
                </a:gridCol>
                <a:gridCol w="890649">
                  <a:extLst>
                    <a:ext uri="{9D8B030D-6E8A-4147-A177-3AD203B41FA5}">
                      <a16:colId xmlns:a16="http://schemas.microsoft.com/office/drawing/2014/main" val="2908260011"/>
                    </a:ext>
                  </a:extLst>
                </a:gridCol>
                <a:gridCol w="1268681">
                  <a:extLst>
                    <a:ext uri="{9D8B030D-6E8A-4147-A177-3AD203B41FA5}">
                      <a16:colId xmlns:a16="http://schemas.microsoft.com/office/drawing/2014/main" val="368491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200" b="1" dirty="0" err="1"/>
                        <a:t>order_id</a:t>
                      </a:r>
                      <a:endParaRPr lang="en-US" sz="2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200" b="1" dirty="0"/>
                        <a:t>product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200" b="1" dirty="0"/>
                        <a:t>price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200" b="1" dirty="0"/>
                        <a:t>member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31854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200" dirty="0"/>
                        <a:t>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200" dirty="0"/>
                        <a:t>Laptop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200" dirty="0"/>
                        <a:t>800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20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465094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200" dirty="0"/>
                        <a:t>1001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200" dirty="0"/>
                        <a:t>Phone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200" dirty="0"/>
                        <a:t>700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2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20509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200" dirty="0"/>
                        <a:t>1002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200" dirty="0"/>
                        <a:t>Backpack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200" dirty="0"/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200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324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200" dirty="0"/>
                        <a:t>1003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200" dirty="0"/>
                        <a:t>Chair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200" dirty="0"/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20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40514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200" dirty="0"/>
                        <a:t>1004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200" dirty="0"/>
                        <a:t>Guitar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200" dirty="0"/>
                        <a:t>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200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2866721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2373398F-BB34-5C81-2109-4AABEB88B808}"/>
              </a:ext>
            </a:extLst>
          </p:cNvPr>
          <p:cNvSpPr txBox="1"/>
          <p:nvPr/>
        </p:nvSpPr>
        <p:spPr>
          <a:xfrm>
            <a:off x="630284" y="2881891"/>
            <a:ext cx="2744982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b="1" dirty="0"/>
              <a:t>Resulting </a:t>
            </a:r>
            <a:r>
              <a:rPr lang="en-US" sz="2200" b="1" dirty="0" err="1"/>
              <a:t>DataFrame</a:t>
            </a:r>
            <a:r>
              <a:rPr lang="en-US" sz="2200" b="1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11261583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C303A5-97BA-7278-27F0-BD412289E2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9422" y="3007405"/>
            <a:ext cx="3033156" cy="843190"/>
          </a:xfrm>
        </p:spPr>
        <p:txBody>
          <a:bodyPr/>
          <a:lstStyle/>
          <a:p>
            <a:r>
              <a:rPr lang="en-US" dirty="0"/>
              <a:t>Attendance</a:t>
            </a:r>
          </a:p>
        </p:txBody>
      </p:sp>
    </p:spTree>
    <p:extLst>
      <p:ext uri="{BB962C8B-B14F-4D97-AF65-F5344CB8AC3E}">
        <p14:creationId xmlns:p14="http://schemas.microsoft.com/office/powerpoint/2010/main" val="16696280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A0E7AB627372340BC90817A16362710" ma:contentTypeVersion="9" ma:contentTypeDescription="Create a new document." ma:contentTypeScope="" ma:versionID="f2c3a11852dc30fee7c6685d0f4a4ec5">
  <xsd:schema xmlns:xsd="http://www.w3.org/2001/XMLSchema" xmlns:xs="http://www.w3.org/2001/XMLSchema" xmlns:p="http://schemas.microsoft.com/office/2006/metadata/properties" xmlns:ns3="de7bfbcc-834f-422c-a61f-4e1400314c9a" xmlns:ns4="890a661f-6afe-4b4e-bef4-5bc2e81fdcdf" targetNamespace="http://schemas.microsoft.com/office/2006/metadata/properties" ma:root="true" ma:fieldsID="8fbbebcadc8028faef9b6f320318449b" ns3:_="" ns4:_="">
    <xsd:import namespace="de7bfbcc-834f-422c-a61f-4e1400314c9a"/>
    <xsd:import namespace="890a661f-6afe-4b4e-bef4-5bc2e81fdcdf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DateTaken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e7bfbcc-834f-422c-a61f-4e1400314c9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5" nillable="true" ma:displayName="MediaServiceDateTaken" ma:hidden="true" ma:internalName="MediaServiceDateTaken" ma:readOnly="true">
      <xsd:simpleType>
        <xsd:restriction base="dms:Text"/>
      </xsd:simpleType>
    </xsd:element>
    <xsd:element name="_activity" ma:index="16" nillable="true" ma:displayName="_activity" ma:hidden="true" ma:internalName="_activity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90a661f-6afe-4b4e-bef4-5bc2e81fdcdf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4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de7bfbcc-834f-422c-a61f-4e1400314c9a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F977DF34-3534-4AB4-BE22-55DFB067C61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e7bfbcc-834f-422c-a61f-4e1400314c9a"/>
    <ds:schemaRef ds:uri="890a661f-6afe-4b4e-bef4-5bc2e81fdcd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AC52D087-46DB-4F8F-B933-43A27421F37B}">
  <ds:schemaRefs>
    <ds:schemaRef ds:uri="http://schemas.microsoft.com/office/infopath/2007/PartnerControls"/>
    <ds:schemaRef ds:uri="http://schemas.microsoft.com/office/2006/metadata/properties"/>
    <ds:schemaRef ds:uri="http://schemas.microsoft.com/office/2006/documentManagement/types"/>
    <ds:schemaRef ds:uri="http://purl.org/dc/terms/"/>
    <ds:schemaRef ds:uri="de7bfbcc-834f-422c-a61f-4e1400314c9a"/>
    <ds:schemaRef ds:uri="http://www.w3.org/XML/1998/namespace"/>
    <ds:schemaRef ds:uri="http://purl.org/dc/elements/1.1/"/>
    <ds:schemaRef ds:uri="http://schemas.openxmlformats.org/package/2006/metadata/core-properties"/>
    <ds:schemaRef ds:uri="890a661f-6afe-4b4e-bef4-5bc2e81fdcdf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7761BFA7-D7D9-46EE-8BB8-7286C71E8144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8116</TotalTime>
  <Words>877</Words>
  <Application>Microsoft Macintosh PowerPoint</Application>
  <PresentationFormat>Widescreen</PresentationFormat>
  <Paragraphs>371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Arial</vt:lpstr>
      <vt:lpstr>Calibri</vt:lpstr>
      <vt:lpstr>Calibri Light</vt:lpstr>
      <vt:lpstr>Carlito</vt:lpstr>
      <vt:lpstr>JetBrains Mono</vt:lpstr>
      <vt:lpstr>Office Theme</vt:lpstr>
      <vt:lpstr>Pandas Package</vt:lpstr>
      <vt:lpstr>DataFrame Review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Merging DataFrames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Attendance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Pandas Package</dc:title>
  <dc:creator>S M Towhidul Islam</dc:creator>
  <cp:lastModifiedBy>S M Towhidul Islam</cp:lastModifiedBy>
  <cp:revision>20</cp:revision>
  <dcterms:created xsi:type="dcterms:W3CDTF">2023-07-07T06:21:46Z</dcterms:created>
  <dcterms:modified xsi:type="dcterms:W3CDTF">2025-11-12T20:29:14Z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0x0101006A0E7AB627372340BC90817A16362710</vt:lpwstr>
  </property>
</Properties>
</file>