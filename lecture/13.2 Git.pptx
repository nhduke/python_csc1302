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86" r:id="rId11"/>
    <p:sldId id="287" r:id="rId12"/>
    <p:sldId id="265" r:id="rId13"/>
    <p:sldId id="266" r:id="rId14"/>
    <p:sldId id="267" r:id="rId15"/>
    <p:sldId id="268" r:id="rId16"/>
    <p:sldId id="270" r:id="rId17"/>
    <p:sldId id="271" r:id="rId18"/>
    <p:sldId id="272" r:id="rId1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80AEF-4EBD-F143-2C5A-45FF4179A884}" v="85" dt="2023-01-17T18:55:20.248"/>
    <p1510:client id="{AA23801B-DFD0-6F12-C3E8-4E021302B8BD}" v="88" dt="2023-01-17T20:33:27.3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4"/>
    <p:restoredTop sz="94720"/>
  </p:normalViewPr>
  <p:slideViewPr>
    <p:cSldViewPr>
      <p:cViewPr varScale="1">
        <p:scale>
          <a:sx n="90" d="100"/>
          <a:sy n="90" d="100"/>
        </p:scale>
        <p:origin x="172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a Sadasivuni" userId="S::ssadasivuni1@gsu.edu::4643dbe3-45eb-49db-9f30-89ca1cf5609d" providerId="AD" clId="Web-{85180AEF-4EBD-F143-2C5A-45FF4179A884}"/>
    <pc:docChg chg="addSld delSld modSld sldOrd">
      <pc:chgData name="Tushara Sadasivuni" userId="S::ssadasivuni1@gsu.edu::4643dbe3-45eb-49db-9f30-89ca1cf5609d" providerId="AD" clId="Web-{85180AEF-4EBD-F143-2C5A-45FF4179A884}" dt="2023-01-17T18:55:20.248" v="46"/>
      <pc:docMkLst>
        <pc:docMk/>
      </pc:docMkLst>
      <pc:sldChg chg="new del">
        <pc:chgData name="Tushara Sadasivuni" userId="S::ssadasivuni1@gsu.edu::4643dbe3-45eb-49db-9f30-89ca1cf5609d" providerId="AD" clId="Web-{85180AEF-4EBD-F143-2C5A-45FF4179A884}" dt="2023-01-17T18:53:53.762" v="1"/>
        <pc:sldMkLst>
          <pc:docMk/>
          <pc:sldMk cId="2597101252" sldId="297"/>
        </pc:sldMkLst>
      </pc:sldChg>
      <pc:sldChg chg="addSp modSp new ord">
        <pc:chgData name="Tushara Sadasivuni" userId="S::ssadasivuni1@gsu.edu::4643dbe3-45eb-49db-9f30-89ca1cf5609d" providerId="AD" clId="Web-{85180AEF-4EBD-F143-2C5A-45FF4179A884}" dt="2023-01-17T18:55:20.248" v="46"/>
        <pc:sldMkLst>
          <pc:docMk/>
          <pc:sldMk cId="3808215448" sldId="297"/>
        </pc:sldMkLst>
        <pc:spChg chg="mod">
          <ac:chgData name="Tushara Sadasivuni" userId="S::ssadasivuni1@gsu.edu::4643dbe3-45eb-49db-9f30-89ca1cf5609d" providerId="AD" clId="Web-{85180AEF-4EBD-F143-2C5A-45FF4179A884}" dt="2023-01-17T18:54:13.575" v="9" actId="20577"/>
          <ac:spMkLst>
            <pc:docMk/>
            <pc:sldMk cId="3808215448" sldId="297"/>
            <ac:spMk id="2" creationId="{4BA45C41-5E41-B59B-CC02-D1CB9088A4F1}"/>
          </ac:spMkLst>
        </pc:spChg>
        <pc:spChg chg="mod">
          <ac:chgData name="Tushara Sadasivuni" userId="S::ssadasivuni1@gsu.edu::4643dbe3-45eb-49db-9f30-89ca1cf5609d" providerId="AD" clId="Web-{85180AEF-4EBD-F143-2C5A-45FF4179A884}" dt="2023-01-17T18:55:03.529" v="44" actId="20577"/>
          <ac:spMkLst>
            <pc:docMk/>
            <pc:sldMk cId="3808215448" sldId="297"/>
            <ac:spMk id="3" creationId="{9327F7FE-0613-A898-10BD-F084693B89DA}"/>
          </ac:spMkLst>
        </pc:spChg>
        <pc:spChg chg="add">
          <ac:chgData name="Tushara Sadasivuni" userId="S::ssadasivuni1@gsu.edu::4643dbe3-45eb-49db-9f30-89ca1cf5609d" providerId="AD" clId="Web-{85180AEF-4EBD-F143-2C5A-45FF4179A884}" dt="2023-01-17T18:55:16.217" v="45"/>
          <ac:spMkLst>
            <pc:docMk/>
            <pc:sldMk cId="3808215448" sldId="297"/>
            <ac:spMk id="5" creationId="{9B2C479F-7FF3-3777-25C7-55524D515B2F}"/>
          </ac:spMkLst>
        </pc:spChg>
      </pc:sldChg>
    </pc:docChg>
  </pc:docChgLst>
  <pc:docChgLst>
    <pc:chgData name="Tushara Sadasivuni" userId="S::ssadasivuni1@gsu.edu::4643dbe3-45eb-49db-9f30-89ca1cf5609d" providerId="AD" clId="Web-{AA23801B-DFD0-6F12-C3E8-4E021302B8BD}"/>
    <pc:docChg chg="modSld">
      <pc:chgData name="Tushara Sadasivuni" userId="S::ssadasivuni1@gsu.edu::4643dbe3-45eb-49db-9f30-89ca1cf5609d" providerId="AD" clId="Web-{AA23801B-DFD0-6F12-C3E8-4E021302B8BD}" dt="2023-01-17T20:33:27.323" v="47" actId="20577"/>
      <pc:docMkLst>
        <pc:docMk/>
      </pc:docMkLst>
      <pc:sldChg chg="modSp">
        <pc:chgData name="Tushara Sadasivuni" userId="S::ssadasivuni1@gsu.edu::4643dbe3-45eb-49db-9f30-89ca1cf5609d" providerId="AD" clId="Web-{AA23801B-DFD0-6F12-C3E8-4E021302B8BD}" dt="2023-01-17T20:33:27.323" v="47" actId="20577"/>
        <pc:sldMkLst>
          <pc:docMk/>
          <pc:sldMk cId="3808215448" sldId="297"/>
        </pc:sldMkLst>
        <pc:spChg chg="mod">
          <ac:chgData name="Tushara Sadasivuni" userId="S::ssadasivuni1@gsu.edu::4643dbe3-45eb-49db-9f30-89ca1cf5609d" providerId="AD" clId="Web-{AA23801B-DFD0-6F12-C3E8-4E021302B8BD}" dt="2023-01-17T20:33:27.323" v="47" actId="20577"/>
          <ac:spMkLst>
            <pc:docMk/>
            <pc:sldMk cId="3808215448" sldId="297"/>
            <ac:spMk id="3" creationId="{9327F7FE-0613-A898-10BD-F084693B89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ECF6E-74EC-5D46-8AD2-C2943EE1A051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03589-A090-484E-B8D4-CF81D165E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9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490" y="1559983"/>
            <a:ext cx="8547418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2231" y="2684722"/>
            <a:ext cx="8693936" cy="3288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you@web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8721" y="2587310"/>
            <a:ext cx="762889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950" spc="-220" dirty="0"/>
              <a:t>Introduction </a:t>
            </a:r>
            <a:r>
              <a:rPr sz="4950" spc="-229" dirty="0"/>
              <a:t>to </a:t>
            </a:r>
            <a:r>
              <a:rPr sz="4950" b="1" spc="-330" dirty="0">
                <a:latin typeface="Trebuchet MS"/>
                <a:cs typeface="Trebuchet MS"/>
              </a:rPr>
              <a:t>Git </a:t>
            </a:r>
            <a:r>
              <a:rPr sz="4950" spc="-200" dirty="0"/>
              <a:t>and</a:t>
            </a:r>
            <a:r>
              <a:rPr sz="4950" spc="-850" dirty="0"/>
              <a:t> </a:t>
            </a:r>
            <a:r>
              <a:rPr sz="4950" b="1" spc="-360" dirty="0">
                <a:latin typeface="Trebuchet MS"/>
                <a:cs typeface="Trebuchet MS"/>
              </a:rPr>
              <a:t>Github</a:t>
            </a:r>
            <a:endParaRPr sz="4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219200"/>
            <a:ext cx="227711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What </a:t>
            </a:r>
            <a:r>
              <a:rPr spc="-145" dirty="0"/>
              <a:t>is</a:t>
            </a:r>
            <a:r>
              <a:rPr spc="-505" dirty="0"/>
              <a:t> </a:t>
            </a:r>
            <a:r>
              <a:rPr b="1" spc="-85" dirty="0">
                <a:latin typeface="Trebuchet MS"/>
                <a:cs typeface="Trebuchet MS"/>
              </a:rPr>
              <a:t>Git</a:t>
            </a:r>
            <a:r>
              <a:rPr spc="-85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936" y="2533947"/>
            <a:ext cx="9456864" cy="395428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35280" algn="l"/>
                <a:tab pos="335915" algn="l"/>
              </a:tabLst>
            </a:pPr>
            <a:r>
              <a:rPr sz="3200" dirty="0">
                <a:latin typeface="Carlito"/>
                <a:cs typeface="Carlito"/>
              </a:rPr>
              <a:t>Git </a:t>
            </a:r>
            <a:r>
              <a:rPr sz="3200" spc="5" dirty="0">
                <a:latin typeface="Carlito"/>
                <a:cs typeface="Carlito"/>
              </a:rPr>
              <a:t>is a </a:t>
            </a:r>
            <a:r>
              <a:rPr sz="3200" dirty="0">
                <a:latin typeface="Carlito"/>
                <a:cs typeface="Carlito"/>
              </a:rPr>
              <a:t>distributed </a:t>
            </a:r>
            <a:r>
              <a:rPr sz="3200" spc="-10" dirty="0">
                <a:latin typeface="Carlito"/>
                <a:cs typeface="Carlito"/>
              </a:rPr>
              <a:t>version control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system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335280" indent="-323215">
              <a:lnSpc>
                <a:spcPct val="100000"/>
              </a:lnSpc>
              <a:buFont typeface="Arial"/>
              <a:buChar char="•"/>
              <a:tabLst>
                <a:tab pos="335280" algn="l"/>
                <a:tab pos="335915" algn="l"/>
              </a:tabLst>
            </a:pPr>
            <a:r>
              <a:rPr sz="3200" spc="-15" dirty="0">
                <a:latin typeface="Carlito"/>
                <a:cs typeface="Carlito"/>
              </a:rPr>
              <a:t>Written </a:t>
            </a:r>
            <a:r>
              <a:rPr sz="3200" dirty="0">
                <a:latin typeface="Carlito"/>
                <a:cs typeface="Carlito"/>
              </a:rPr>
              <a:t>by</a:t>
            </a:r>
            <a:r>
              <a:rPr sz="320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3200" u="heavy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Linus</a:t>
            </a:r>
            <a:r>
              <a:rPr sz="3200" u="heavy" spc="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 </a:t>
            </a:r>
            <a:r>
              <a:rPr sz="3200" u="heavy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Torvalds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390525" marR="765810" indent="-378460">
              <a:lnSpc>
                <a:spcPct val="100400"/>
              </a:lnSpc>
              <a:spcBef>
                <a:spcPts val="5"/>
              </a:spcBef>
              <a:buFont typeface="Arial"/>
              <a:buChar char="•"/>
              <a:tabLst>
                <a:tab pos="389890" algn="l"/>
                <a:tab pos="391160" algn="l"/>
              </a:tabLst>
            </a:pPr>
            <a:r>
              <a:rPr sz="3200" dirty="0">
                <a:latin typeface="Carlito"/>
                <a:cs typeface="Carlito"/>
              </a:rPr>
              <a:t>Designed </a:t>
            </a:r>
            <a:r>
              <a:rPr sz="3200" spc="-5" dirty="0">
                <a:latin typeface="Carlito"/>
                <a:cs typeface="Carlito"/>
              </a:rPr>
              <a:t>to handle </a:t>
            </a:r>
            <a:r>
              <a:rPr sz="3200" spc="5" dirty="0">
                <a:latin typeface="Carlito"/>
                <a:cs typeface="Carlito"/>
              </a:rPr>
              <a:t>both </a:t>
            </a:r>
            <a:r>
              <a:rPr sz="3200" spc="-10" dirty="0">
                <a:latin typeface="Carlito"/>
                <a:cs typeface="Carlito"/>
              </a:rPr>
              <a:t>large </a:t>
            </a:r>
            <a:r>
              <a:rPr sz="3200" dirty="0">
                <a:latin typeface="Carlito"/>
                <a:cs typeface="Carlito"/>
              </a:rPr>
              <a:t>and  small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projects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390525" marR="940435" indent="-378460">
              <a:lnSpc>
                <a:spcPct val="100400"/>
              </a:lnSpc>
              <a:buFont typeface="Arial"/>
              <a:buChar char="•"/>
              <a:tabLst>
                <a:tab pos="389890" algn="l"/>
                <a:tab pos="391160" algn="l"/>
              </a:tabLst>
            </a:pPr>
            <a:r>
              <a:rPr sz="3200" spc="-5" dirty="0">
                <a:latin typeface="Carlito"/>
                <a:cs typeface="Carlito"/>
              </a:rPr>
              <a:t>Allows </a:t>
            </a:r>
            <a:r>
              <a:rPr sz="3200" dirty="0">
                <a:latin typeface="Carlito"/>
                <a:cs typeface="Carlito"/>
              </a:rPr>
              <a:t>tracking, </a:t>
            </a:r>
            <a:r>
              <a:rPr sz="3200" spc="-5" dirty="0">
                <a:latin typeface="Carlito"/>
                <a:cs typeface="Carlito"/>
              </a:rPr>
              <a:t>branching,  </a:t>
            </a:r>
            <a:r>
              <a:rPr sz="3200" dirty="0">
                <a:latin typeface="Carlito"/>
                <a:cs typeface="Carlito"/>
              </a:rPr>
              <a:t>merging, and</a:t>
            </a:r>
            <a:r>
              <a:rPr sz="320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32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multiple</a:t>
            </a:r>
            <a:r>
              <a:rPr sz="3200" u="heavy" spc="-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 </a:t>
            </a:r>
            <a:r>
              <a:rPr sz="3200" u="heavy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workflows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172085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Why</a:t>
            </a:r>
            <a:r>
              <a:rPr spc="-355" dirty="0"/>
              <a:t> </a:t>
            </a:r>
            <a:r>
              <a:rPr b="1" spc="-85" dirty="0">
                <a:latin typeface="Trebuchet MS"/>
                <a:cs typeface="Trebuchet MS"/>
              </a:rPr>
              <a:t>Git</a:t>
            </a:r>
            <a:r>
              <a:rPr spc="-8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3818064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-5" dirty="0">
                <a:latin typeface="Carlito"/>
                <a:cs typeface="Carlito"/>
              </a:rPr>
              <a:t>Free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5" dirty="0">
                <a:latin typeface="Carlito"/>
                <a:cs typeface="Carlito"/>
              </a:rPr>
              <a:t>open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source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800" y="1600200"/>
            <a:ext cx="5323805" cy="342401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-10" dirty="0">
                <a:latin typeface="Carlito"/>
                <a:cs typeface="Carlito"/>
              </a:rPr>
              <a:t>Many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features</a:t>
            </a: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01930" algn="l"/>
              </a:tabLst>
            </a:pPr>
            <a:r>
              <a:rPr sz="3200" dirty="0">
                <a:latin typeface="Carlito"/>
                <a:cs typeface="Carlito"/>
              </a:rPr>
              <a:t>Simple </a:t>
            </a:r>
            <a:r>
              <a:rPr sz="3200" spc="-5" dirty="0">
                <a:latin typeface="Carlito"/>
                <a:cs typeface="Carlito"/>
              </a:rPr>
              <a:t>(</a:t>
            </a:r>
            <a:r>
              <a:rPr sz="3200" b="1" spc="-5" dirty="0">
                <a:solidFill>
                  <a:srgbClr val="5B9AD4"/>
                </a:solidFill>
                <a:latin typeface="Carlito"/>
                <a:cs typeface="Carlito"/>
              </a:rPr>
              <a:t>for </a:t>
            </a:r>
            <a:r>
              <a:rPr sz="3200" b="1" spc="10" dirty="0">
                <a:solidFill>
                  <a:srgbClr val="5B9AD4"/>
                </a:solidFill>
                <a:latin typeface="Carlito"/>
                <a:cs typeface="Carlito"/>
              </a:rPr>
              <a:t>the</a:t>
            </a:r>
            <a:r>
              <a:rPr sz="3200" b="1" spc="-35" dirty="0">
                <a:solidFill>
                  <a:srgbClr val="5B9AD4"/>
                </a:solidFill>
                <a:latin typeface="Carlito"/>
                <a:cs typeface="Carlito"/>
              </a:rPr>
              <a:t> </a:t>
            </a:r>
            <a:r>
              <a:rPr sz="3200" b="1" dirty="0">
                <a:solidFill>
                  <a:srgbClr val="5B9AD4"/>
                </a:solidFill>
                <a:latin typeface="Carlito"/>
                <a:cs typeface="Carlito"/>
              </a:rPr>
              <a:t>basics</a:t>
            </a:r>
            <a:r>
              <a:rPr sz="3200" dirty="0">
                <a:latin typeface="Carlito"/>
                <a:cs typeface="Carlito"/>
              </a:rPr>
              <a:t>)</a:t>
            </a:r>
          </a:p>
          <a:p>
            <a:pPr marL="201295" indent="-18923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-5" dirty="0">
                <a:latin typeface="Carlito"/>
                <a:cs typeface="Carlito"/>
              </a:rPr>
              <a:t>Offline version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control</a:t>
            </a: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-5" dirty="0">
                <a:latin typeface="Carlito"/>
                <a:cs typeface="Carlito"/>
              </a:rPr>
              <a:t>Platform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agnostic</a:t>
            </a: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-5" dirty="0">
                <a:latin typeface="Carlito"/>
                <a:cs typeface="Carlito"/>
              </a:rPr>
              <a:t>Branching </a:t>
            </a:r>
            <a:r>
              <a:rPr sz="3200" dirty="0">
                <a:latin typeface="Carlito"/>
                <a:cs typeface="Carlito"/>
              </a:rPr>
              <a:t>based</a:t>
            </a:r>
            <a:r>
              <a:rPr sz="320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32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workflow</a:t>
            </a:r>
            <a:endParaRPr lang="en-US" sz="3200" u="heavy" dirty="0">
              <a:solidFill>
                <a:srgbClr val="0562C1"/>
              </a:solidFill>
              <a:uFill>
                <a:solidFill>
                  <a:srgbClr val="0562C1"/>
                </a:solidFill>
              </a:uFill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01930" algn="l"/>
              </a:tabLst>
            </a:pPr>
            <a:r>
              <a:rPr lang="en-US" sz="32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…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98132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What </a:t>
            </a:r>
            <a:r>
              <a:rPr spc="-145" dirty="0"/>
              <a:t>is</a:t>
            </a:r>
            <a:r>
              <a:rPr spc="-505" dirty="0"/>
              <a:t> </a:t>
            </a:r>
            <a:r>
              <a:rPr b="1" spc="-165" dirty="0">
                <a:latin typeface="Trebuchet MS"/>
                <a:cs typeface="Trebuchet MS"/>
              </a:rPr>
              <a:t>Github</a:t>
            </a:r>
            <a:r>
              <a:rPr spc="-165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936" y="2533947"/>
            <a:ext cx="8161464" cy="39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00685" indent="-38862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400685" algn="l"/>
                <a:tab pos="401320" algn="l"/>
              </a:tabLst>
            </a:pPr>
            <a:r>
              <a:rPr sz="3200" spc="5" dirty="0">
                <a:latin typeface="Carlito"/>
                <a:cs typeface="Carlito"/>
              </a:rPr>
              <a:t>Online </a:t>
            </a:r>
            <a:r>
              <a:rPr sz="3200" spc="-5" dirty="0">
                <a:latin typeface="Carlito"/>
                <a:cs typeface="Carlito"/>
              </a:rPr>
              <a:t>host </a:t>
            </a: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b="1" dirty="0">
                <a:latin typeface="Carlito"/>
                <a:cs typeface="Carlito"/>
              </a:rPr>
              <a:t>Git</a:t>
            </a:r>
            <a:r>
              <a:rPr sz="3200" b="1" spc="1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repositories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400685" indent="-388620">
              <a:lnSpc>
                <a:spcPct val="100000"/>
              </a:lnSpc>
              <a:buFont typeface="Arial"/>
              <a:buChar char="•"/>
              <a:tabLst>
                <a:tab pos="400685" algn="l"/>
                <a:tab pos="401320" algn="l"/>
              </a:tabLst>
            </a:pPr>
            <a:r>
              <a:rPr sz="3200" spc="-5" dirty="0">
                <a:latin typeface="Carlito"/>
                <a:cs typeface="Carlito"/>
              </a:rPr>
              <a:t>Allows </a:t>
            </a: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‘</a:t>
            </a:r>
            <a:r>
              <a:rPr sz="3200" b="1" dirty="0">
                <a:solidFill>
                  <a:srgbClr val="5B9AD4"/>
                </a:solidFill>
                <a:latin typeface="Carlito"/>
                <a:cs typeface="Carlito"/>
              </a:rPr>
              <a:t>Social</a:t>
            </a:r>
            <a:r>
              <a:rPr sz="3200" b="1" spc="10" dirty="0">
                <a:solidFill>
                  <a:srgbClr val="5B9AD4"/>
                </a:solidFill>
                <a:latin typeface="Carlito"/>
                <a:cs typeface="Carlito"/>
              </a:rPr>
              <a:t> </a:t>
            </a:r>
            <a:r>
              <a:rPr sz="3200" b="1" spc="5" dirty="0">
                <a:solidFill>
                  <a:srgbClr val="5B9AD4"/>
                </a:solidFill>
                <a:latin typeface="Carlito"/>
                <a:cs typeface="Carlito"/>
              </a:rPr>
              <a:t>Coding</a:t>
            </a:r>
            <a:r>
              <a:rPr sz="3200" spc="5" dirty="0">
                <a:latin typeface="Carlito"/>
                <a:cs typeface="Carlito"/>
              </a:rPr>
              <a:t>’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390525" indent="-378460">
              <a:lnSpc>
                <a:spcPct val="100000"/>
              </a:lnSpc>
              <a:buFont typeface="Arial"/>
              <a:buChar char="•"/>
              <a:tabLst>
                <a:tab pos="389890" algn="l"/>
                <a:tab pos="391160" algn="l"/>
              </a:tabLst>
            </a:pPr>
            <a:r>
              <a:rPr sz="3200" spc="-5" dirty="0">
                <a:latin typeface="Carlito"/>
                <a:cs typeface="Carlito"/>
              </a:rPr>
              <a:t>Free </a:t>
            </a: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public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projects</a:t>
            </a:r>
          </a:p>
          <a:p>
            <a:pPr marL="766445">
              <a:lnSpc>
                <a:spcPct val="100000"/>
              </a:lnSpc>
              <a:spcBef>
                <a:spcPts val="200"/>
              </a:spcBef>
            </a:pPr>
            <a:r>
              <a:rPr sz="3200" spc="-10" dirty="0">
                <a:latin typeface="Carlito"/>
                <a:cs typeface="Carlito"/>
              </a:rPr>
              <a:t>*private </a:t>
            </a:r>
            <a:r>
              <a:rPr sz="3200" dirty="0">
                <a:latin typeface="Carlito"/>
                <a:cs typeface="Carlito"/>
              </a:rPr>
              <a:t>repositories possible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too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 dirty="0">
              <a:latin typeface="Carlito"/>
              <a:cs typeface="Carlito"/>
            </a:endParaRPr>
          </a:p>
          <a:p>
            <a:pPr marL="390525" indent="-378460">
              <a:lnSpc>
                <a:spcPct val="100000"/>
              </a:lnSpc>
              <a:buFont typeface="Arial"/>
              <a:buChar char="•"/>
              <a:tabLst>
                <a:tab pos="389890" algn="l"/>
                <a:tab pos="391160" algn="l"/>
              </a:tabLst>
            </a:pPr>
            <a:r>
              <a:rPr sz="3200" spc="5" dirty="0">
                <a:latin typeface="Carlito"/>
                <a:cs typeface="Carlito"/>
              </a:rPr>
              <a:t>Acts as </a:t>
            </a:r>
            <a:r>
              <a:rPr sz="3200" dirty="0">
                <a:latin typeface="Carlito"/>
                <a:cs typeface="Carlito"/>
              </a:rPr>
              <a:t>server </a:t>
            </a:r>
            <a:r>
              <a:rPr sz="3200" spc="-10" dirty="0">
                <a:latin typeface="Carlito"/>
                <a:cs typeface="Carlito"/>
              </a:rPr>
              <a:t>for </a:t>
            </a:r>
            <a:r>
              <a:rPr sz="3200" b="1" spc="-5" dirty="0">
                <a:latin typeface="Carlito"/>
                <a:cs typeface="Carlito"/>
              </a:rPr>
              <a:t>collaborative</a:t>
            </a:r>
            <a:r>
              <a:rPr sz="3200" b="1" spc="-9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396811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About </a:t>
            </a:r>
            <a:r>
              <a:rPr b="1" spc="-275" dirty="0">
                <a:latin typeface="Trebuchet MS"/>
                <a:cs typeface="Trebuchet MS"/>
              </a:rPr>
              <a:t>version</a:t>
            </a:r>
            <a:r>
              <a:rPr b="1" spc="-550" dirty="0">
                <a:latin typeface="Trebuchet MS"/>
                <a:cs typeface="Trebuchet MS"/>
              </a:rPr>
              <a:t> </a:t>
            </a:r>
            <a:r>
              <a:rPr b="1" spc="-275" dirty="0">
                <a:latin typeface="Trebuchet MS"/>
                <a:cs typeface="Trebuchet MS"/>
              </a:rPr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35383"/>
            <a:ext cx="8236228" cy="9996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3200" u="heavy" spc="-58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Version </a:t>
            </a:r>
            <a:r>
              <a:rPr sz="320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control</a:t>
            </a:r>
            <a:r>
              <a:rPr sz="3200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records </a:t>
            </a:r>
            <a:r>
              <a:rPr sz="3200" dirty="0">
                <a:latin typeface="Carlito"/>
                <a:cs typeface="Carlito"/>
              </a:rPr>
              <a:t>changes </a:t>
            </a:r>
            <a:r>
              <a:rPr sz="3200" spc="-5" dirty="0">
                <a:latin typeface="Carlito"/>
                <a:cs typeface="Carlito"/>
              </a:rPr>
              <a:t>to </a:t>
            </a:r>
            <a:r>
              <a:rPr sz="3200" spc="5" dirty="0">
                <a:latin typeface="Carlito"/>
                <a:cs typeface="Carlito"/>
              </a:rPr>
              <a:t>a </a:t>
            </a:r>
            <a:r>
              <a:rPr sz="3200" dirty="0">
                <a:latin typeface="Carlito"/>
                <a:cs typeface="Carlito"/>
              </a:rPr>
              <a:t>file </a:t>
            </a:r>
            <a:r>
              <a:rPr sz="3200" spc="5" dirty="0">
                <a:latin typeface="Carlito"/>
                <a:cs typeface="Carlito"/>
              </a:rPr>
              <a:t>or </a:t>
            </a:r>
            <a:r>
              <a:rPr sz="3200" spc="-5" dirty="0">
                <a:latin typeface="Carlito"/>
                <a:cs typeface="Carlito"/>
              </a:rPr>
              <a:t>set </a:t>
            </a:r>
            <a:r>
              <a:rPr sz="3200" spc="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files </a:t>
            </a:r>
            <a:r>
              <a:rPr sz="3200" spc="-5" dirty="0">
                <a:latin typeface="Carlito"/>
                <a:cs typeface="Carlito"/>
              </a:rPr>
              <a:t>over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time</a:t>
            </a:r>
          </a:p>
        </p:txBody>
      </p:sp>
      <p:sp>
        <p:nvSpPr>
          <p:cNvPr id="4" name="object 4"/>
          <p:cNvSpPr/>
          <p:nvPr/>
        </p:nvSpPr>
        <p:spPr>
          <a:xfrm>
            <a:off x="762000" y="3733800"/>
            <a:ext cx="4064234" cy="2959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57800" y="3657600"/>
            <a:ext cx="4419600" cy="3276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8800" y="7086600"/>
            <a:ext cx="21336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10" dirty="0">
                <a:latin typeface="Carlito"/>
                <a:cs typeface="Carlito"/>
              </a:rPr>
              <a:t>Local</a:t>
            </a:r>
            <a:r>
              <a:rPr sz="2400" b="1" spc="-65" dirty="0">
                <a:latin typeface="Carlito"/>
                <a:cs typeface="Carlito"/>
              </a:rPr>
              <a:t> </a:t>
            </a:r>
            <a:r>
              <a:rPr sz="2400" b="1" spc="5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1200" y="7086600"/>
            <a:ext cx="3962400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5" dirty="0">
                <a:latin typeface="Carlito"/>
                <a:cs typeface="Carlito"/>
              </a:rPr>
              <a:t>Centralized </a:t>
            </a:r>
            <a:r>
              <a:rPr sz="2400" b="1" spc="-5" dirty="0">
                <a:latin typeface="Carlito"/>
                <a:cs typeface="Carlito"/>
              </a:rPr>
              <a:t>Version</a:t>
            </a:r>
            <a:r>
              <a:rPr sz="2400" b="1" spc="-85" dirty="0">
                <a:latin typeface="Carlito"/>
                <a:cs typeface="Carlito"/>
              </a:rPr>
              <a:t> </a:t>
            </a:r>
            <a:r>
              <a:rPr sz="2400" b="1" spc="10" dirty="0">
                <a:latin typeface="Carlito"/>
                <a:cs typeface="Carlito"/>
              </a:rPr>
              <a:t>Control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38200"/>
            <a:ext cx="396811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About </a:t>
            </a:r>
            <a:r>
              <a:rPr b="1" spc="-275" dirty="0">
                <a:latin typeface="Trebuchet MS"/>
                <a:cs typeface="Trebuchet MS"/>
              </a:rPr>
              <a:t>version</a:t>
            </a:r>
            <a:r>
              <a:rPr b="1" spc="-550" dirty="0">
                <a:latin typeface="Trebuchet MS"/>
                <a:cs typeface="Trebuchet MS"/>
              </a:rPr>
              <a:t> </a:t>
            </a:r>
            <a:r>
              <a:rPr b="1" spc="-275" dirty="0">
                <a:latin typeface="Trebuchet MS"/>
                <a:cs typeface="Trebuchet MS"/>
              </a:rPr>
              <a:t>control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35191" y="6424961"/>
            <a:ext cx="3587971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5" dirty="0">
                <a:latin typeface="Carlito"/>
                <a:cs typeface="Carlito"/>
              </a:rPr>
              <a:t>Distributed </a:t>
            </a:r>
            <a:r>
              <a:rPr sz="2400" b="1" spc="-5" dirty="0">
                <a:latin typeface="Carlito"/>
                <a:cs typeface="Carlito"/>
              </a:rPr>
              <a:t>Version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10" dirty="0">
                <a:latin typeface="Carlito"/>
                <a:cs typeface="Carlito"/>
              </a:rPr>
              <a:t>Control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1371600"/>
            <a:ext cx="4253485" cy="4581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279336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85" dirty="0"/>
              <a:t>Getting</a:t>
            </a:r>
            <a:r>
              <a:rPr spc="-310" dirty="0"/>
              <a:t> </a:t>
            </a:r>
            <a:r>
              <a:rPr b="1" spc="-270" dirty="0">
                <a:latin typeface="Trebuchet MS"/>
                <a:cs typeface="Trebuchet MS"/>
              </a:rPr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535383"/>
            <a:ext cx="8693428" cy="396711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1930" algn="l"/>
              </a:tabLst>
            </a:pPr>
            <a:r>
              <a:rPr sz="3200" b="1" dirty="0">
                <a:latin typeface="Carlito"/>
                <a:cs typeface="Carlito"/>
              </a:rPr>
              <a:t>Git </a:t>
            </a:r>
            <a:r>
              <a:rPr sz="3200" spc="-5" dirty="0">
                <a:latin typeface="Carlito"/>
                <a:cs typeface="Carlito"/>
              </a:rPr>
              <a:t>can </a:t>
            </a:r>
            <a:r>
              <a:rPr sz="3200" spc="10" dirty="0">
                <a:latin typeface="Carlito"/>
                <a:cs typeface="Carlito"/>
              </a:rPr>
              <a:t>be </a:t>
            </a:r>
            <a:r>
              <a:rPr sz="3200" dirty="0">
                <a:latin typeface="Carlito"/>
                <a:cs typeface="Carlito"/>
              </a:rPr>
              <a:t>downloaded </a:t>
            </a:r>
            <a:r>
              <a:rPr sz="3200" spc="-10" dirty="0">
                <a:latin typeface="Carlito"/>
                <a:cs typeface="Carlito"/>
              </a:rPr>
              <a:t>fro</a:t>
            </a:r>
            <a:r>
              <a:rPr lang="en-US" sz="3200" spc="-10" dirty="0">
                <a:latin typeface="Carlito"/>
                <a:cs typeface="Carlito"/>
              </a:rPr>
              <a:t>m:</a:t>
            </a:r>
            <a:endParaRPr lang="en-US" sz="3200" u="heavy" spc="35" dirty="0">
              <a:solidFill>
                <a:srgbClr val="0562C1"/>
              </a:solidFill>
              <a:uFill>
                <a:solidFill>
                  <a:srgbClr val="0562C1"/>
                </a:solidFill>
              </a:uFill>
              <a:latin typeface="Carlito"/>
              <a:cs typeface="Carlito"/>
            </a:endParaRPr>
          </a:p>
          <a:p>
            <a:pPr marL="469265" lvl="1">
              <a:spcBef>
                <a:spcPts val="114"/>
              </a:spcBef>
              <a:tabLst>
                <a:tab pos="201930" algn="l"/>
              </a:tabLst>
            </a:pPr>
            <a:r>
              <a:rPr lang="en-US" sz="3200" dirty="0">
                <a:latin typeface="Carlito"/>
                <a:cs typeface="Carlito"/>
                <a:hlinkClick r:id="rId2"/>
              </a:rPr>
              <a:t>https://git-scm.com/downloads</a:t>
            </a:r>
            <a:endParaRPr lang="en-US" sz="3200" u="heavy" spc="35" dirty="0">
              <a:solidFill>
                <a:srgbClr val="0562C1"/>
              </a:solidFill>
              <a:uFill>
                <a:solidFill>
                  <a:srgbClr val="0562C1"/>
                </a:solidFill>
              </a:uFill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</a:tabLst>
            </a:pPr>
            <a:r>
              <a:rPr sz="3200" spc="-15" dirty="0">
                <a:latin typeface="Carlito"/>
                <a:cs typeface="Carlito"/>
              </a:rPr>
              <a:t>It’s </a:t>
            </a:r>
            <a:r>
              <a:rPr sz="3200" spc="-5" dirty="0">
                <a:latin typeface="Carlito"/>
                <a:cs typeface="Carlito"/>
              </a:rPr>
              <a:t>easy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install, </a:t>
            </a:r>
            <a:r>
              <a:rPr sz="3200" dirty="0">
                <a:latin typeface="Carlito"/>
                <a:cs typeface="Carlito"/>
              </a:rPr>
              <a:t>only binaries </a:t>
            </a:r>
            <a:r>
              <a:rPr sz="3200" spc="-10" dirty="0">
                <a:latin typeface="Carlito"/>
                <a:cs typeface="Carlito"/>
              </a:rPr>
              <a:t>are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required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1930" algn="l"/>
              </a:tabLst>
            </a:pPr>
            <a:r>
              <a:rPr sz="3200" dirty="0">
                <a:latin typeface="Carlito"/>
                <a:cs typeface="Carlito"/>
              </a:rPr>
              <a:t>Put Git </a:t>
            </a:r>
            <a:r>
              <a:rPr sz="3200" spc="10" dirty="0">
                <a:latin typeface="Carlito"/>
                <a:cs typeface="Carlito"/>
              </a:rPr>
              <a:t>on </a:t>
            </a:r>
            <a:r>
              <a:rPr sz="3200" spc="-5" dirty="0">
                <a:latin typeface="Carlito"/>
                <a:cs typeface="Carlito"/>
              </a:rPr>
              <a:t>your </a:t>
            </a:r>
            <a:r>
              <a:rPr sz="3200" spc="-85" dirty="0">
                <a:latin typeface="Carlito"/>
                <a:cs typeface="Carlito"/>
              </a:rPr>
              <a:t>PATH </a:t>
            </a:r>
            <a:r>
              <a:rPr sz="3200" dirty="0">
                <a:latin typeface="Carlito"/>
                <a:cs typeface="Carlito"/>
              </a:rPr>
              <a:t>(or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equivalent)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</a:tabLst>
            </a:pPr>
            <a:r>
              <a:rPr sz="3200" spc="5" dirty="0">
                <a:latin typeface="Carlito"/>
                <a:cs typeface="Carlito"/>
              </a:rPr>
              <a:t>Run </a:t>
            </a:r>
            <a:r>
              <a:rPr sz="3200" spc="-10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Command, Shell, </a:t>
            </a:r>
            <a:r>
              <a:rPr sz="3200" spc="-5" dirty="0">
                <a:latin typeface="Carlito"/>
                <a:cs typeface="Carlito"/>
              </a:rPr>
              <a:t>BASH,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etc.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09600"/>
            <a:ext cx="18738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254" dirty="0">
                <a:latin typeface="Trebuchet MS"/>
                <a:cs typeface="Trebuchet MS"/>
              </a:rPr>
              <a:t>Setting</a:t>
            </a:r>
            <a:r>
              <a:rPr b="1" spc="-400" dirty="0">
                <a:latin typeface="Trebuchet MS"/>
                <a:cs typeface="Trebuchet MS"/>
              </a:rPr>
              <a:t> </a:t>
            </a:r>
            <a:r>
              <a:rPr spc="-100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447800"/>
            <a:ext cx="7628169" cy="24763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1930" algn="l"/>
                <a:tab pos="2962275" algn="l"/>
                <a:tab pos="3594735" algn="l"/>
              </a:tabLst>
            </a:pPr>
            <a:r>
              <a:rPr sz="2200" spc="-45" dirty="0">
                <a:latin typeface="Carlito"/>
                <a:cs typeface="Carlito"/>
              </a:rPr>
              <a:t>Test </a:t>
            </a:r>
            <a:r>
              <a:rPr sz="2200" dirty="0">
                <a:latin typeface="Carlito"/>
                <a:cs typeface="Carlito"/>
              </a:rPr>
              <a:t>current </a:t>
            </a:r>
            <a:r>
              <a:rPr sz="2200" spc="5" dirty="0">
                <a:latin typeface="Carlito"/>
                <a:cs typeface="Carlito"/>
              </a:rPr>
              <a:t>version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15" dirty="0">
                <a:latin typeface="Carlito"/>
                <a:cs typeface="Carlito"/>
              </a:rPr>
              <a:t>of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15" dirty="0">
                <a:latin typeface="Carlito"/>
                <a:cs typeface="Carlito"/>
              </a:rPr>
              <a:t>git	</a:t>
            </a:r>
            <a:r>
              <a:rPr sz="2200" spc="300" dirty="0">
                <a:latin typeface="Carlito"/>
                <a:cs typeface="Carlito"/>
              </a:rPr>
              <a:t>[</a:t>
            </a:r>
            <a:r>
              <a:rPr sz="2200" spc="300" dirty="0">
                <a:solidFill>
                  <a:srgbClr val="70AC46"/>
                </a:solidFill>
                <a:latin typeface="Arial"/>
                <a:cs typeface="Arial"/>
              </a:rPr>
              <a:t>git	</a:t>
            </a:r>
            <a:r>
              <a:rPr sz="2200" spc="220" dirty="0">
                <a:solidFill>
                  <a:srgbClr val="70AC46"/>
                </a:solidFill>
                <a:latin typeface="Arial"/>
                <a:cs typeface="Arial"/>
              </a:rPr>
              <a:t>--version</a:t>
            </a:r>
            <a:r>
              <a:rPr sz="2200" spc="220" dirty="0">
                <a:latin typeface="Carlito"/>
                <a:cs typeface="Carlito"/>
              </a:rPr>
              <a:t>]</a:t>
            </a:r>
            <a:endParaRPr sz="2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  <a:tab pos="2238375" algn="l"/>
                <a:tab pos="2870835" algn="l"/>
              </a:tabLst>
            </a:pPr>
            <a:r>
              <a:rPr sz="2200" spc="5" dirty="0">
                <a:latin typeface="Carlito"/>
                <a:cs typeface="Carlito"/>
              </a:rPr>
              <a:t>Configure</a:t>
            </a:r>
            <a:r>
              <a:rPr sz="2200" spc="-5" dirty="0">
                <a:latin typeface="Carlito"/>
                <a:cs typeface="Carlito"/>
              </a:rPr>
              <a:t> </a:t>
            </a:r>
            <a:r>
              <a:rPr sz="2200" spc="10" dirty="0">
                <a:latin typeface="Carlito"/>
                <a:cs typeface="Carlito"/>
              </a:rPr>
              <a:t>your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10" dirty="0">
                <a:latin typeface="Carlito"/>
                <a:cs typeface="Carlito"/>
              </a:rPr>
              <a:t>Git	</a:t>
            </a:r>
            <a:r>
              <a:rPr sz="2200" spc="300" dirty="0">
                <a:latin typeface="Carlito"/>
                <a:cs typeface="Carlito"/>
              </a:rPr>
              <a:t>[</a:t>
            </a:r>
            <a:r>
              <a:rPr sz="2200" u="heavy" spc="30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200" u="heavy" spc="19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config</a:t>
            </a:r>
            <a:r>
              <a:rPr sz="2200" spc="190" dirty="0">
                <a:latin typeface="Carlito"/>
                <a:cs typeface="Carlito"/>
              </a:rPr>
              <a:t>]</a:t>
            </a:r>
            <a:endParaRPr sz="2200" dirty="0">
              <a:latin typeface="Carlito"/>
              <a:cs typeface="Carlito"/>
            </a:endParaRPr>
          </a:p>
          <a:p>
            <a:pPr marL="390525">
              <a:lnSpc>
                <a:spcPct val="100000"/>
              </a:lnSpc>
              <a:spcBef>
                <a:spcPts val="685"/>
              </a:spcBef>
            </a:pPr>
            <a:r>
              <a:rPr sz="2200" dirty="0">
                <a:solidFill>
                  <a:srgbClr val="70AC46"/>
                </a:solidFill>
                <a:latin typeface="Arial"/>
                <a:cs typeface="Arial"/>
              </a:rPr>
              <a:t>$ </a:t>
            </a:r>
            <a:r>
              <a:rPr sz="2200" spc="340" dirty="0">
                <a:solidFill>
                  <a:srgbClr val="70AC46"/>
                </a:solidFill>
                <a:latin typeface="Arial"/>
                <a:cs typeface="Arial"/>
              </a:rPr>
              <a:t>git </a:t>
            </a:r>
            <a:r>
              <a:rPr sz="2200" spc="190" dirty="0">
                <a:solidFill>
                  <a:srgbClr val="70AC46"/>
                </a:solidFill>
                <a:latin typeface="Arial"/>
                <a:cs typeface="Arial"/>
              </a:rPr>
              <a:t>config </a:t>
            </a:r>
            <a:r>
              <a:rPr sz="2200" spc="235" dirty="0">
                <a:solidFill>
                  <a:srgbClr val="70AC46"/>
                </a:solidFill>
                <a:latin typeface="Arial"/>
                <a:cs typeface="Arial"/>
              </a:rPr>
              <a:t>--global</a:t>
            </a:r>
            <a:r>
              <a:rPr sz="2200" spc="250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200" spc="475" dirty="0">
                <a:solidFill>
                  <a:srgbClr val="70AC46"/>
                </a:solidFill>
                <a:latin typeface="Arial"/>
                <a:cs typeface="Arial"/>
              </a:rPr>
              <a:t>-l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00" dirty="0"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</a:tabLst>
            </a:pPr>
            <a:r>
              <a:rPr sz="2200" spc="5" dirty="0">
                <a:latin typeface="Carlito"/>
                <a:cs typeface="Carlito"/>
              </a:rPr>
              <a:t>Set </a:t>
            </a:r>
            <a:r>
              <a:rPr sz="2200" spc="10" dirty="0">
                <a:latin typeface="Carlito"/>
                <a:cs typeface="Carlito"/>
              </a:rPr>
              <a:t>your name, email address, and</a:t>
            </a:r>
            <a:r>
              <a:rPr sz="2200" spc="-85" dirty="0">
                <a:latin typeface="Carlito"/>
                <a:cs typeface="Carlito"/>
              </a:rPr>
              <a:t> </a:t>
            </a:r>
            <a:r>
              <a:rPr sz="2200" spc="5" dirty="0">
                <a:latin typeface="Carlito"/>
                <a:cs typeface="Carlito"/>
              </a:rPr>
              <a:t>editor:</a:t>
            </a:r>
            <a:endParaRPr sz="2200" dirty="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24017"/>
              </p:ext>
            </p:extLst>
          </p:nvPr>
        </p:nvGraphicFramePr>
        <p:xfrm>
          <a:off x="1295400" y="4038600"/>
          <a:ext cx="7543800" cy="766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4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11">
                <a:tc>
                  <a:txBody>
                    <a:bodyPr/>
                    <a:lstStyle/>
                    <a:p>
                      <a:pPr marR="18415" algn="ctr">
                        <a:lnSpc>
                          <a:spcPts val="1560"/>
                        </a:lnSpc>
                      </a:pPr>
                      <a:r>
                        <a:rPr sz="240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60"/>
                        </a:lnSpc>
                      </a:pPr>
                      <a:r>
                        <a:rPr sz="2400" spc="32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git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560"/>
                        </a:lnSpc>
                      </a:pPr>
                      <a:r>
                        <a:rPr sz="2400" spc="17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config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2400" spc="21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--global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560"/>
                        </a:lnSpc>
                      </a:pPr>
                      <a:r>
                        <a:rPr sz="2400" spc="3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user.name </a:t>
                      </a:r>
                      <a:r>
                        <a:rPr sz="2400" spc="13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‘Your</a:t>
                      </a:r>
                      <a:r>
                        <a:rPr sz="2400" spc="35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Name’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40">
                <a:tc>
                  <a:txBody>
                    <a:bodyPr/>
                    <a:lstStyle/>
                    <a:p>
                      <a:pPr marR="18415" algn="ctr">
                        <a:lnSpc>
                          <a:spcPts val="1830"/>
                        </a:lnSpc>
                      </a:pPr>
                      <a:r>
                        <a:rPr sz="240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30"/>
                        </a:lnSpc>
                      </a:pPr>
                      <a:r>
                        <a:rPr sz="2400" spc="32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git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30"/>
                        </a:lnSpc>
                      </a:pPr>
                      <a:r>
                        <a:rPr sz="2400" spc="17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config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0"/>
                        </a:lnSpc>
                      </a:pPr>
                      <a:r>
                        <a:rPr sz="2400" spc="21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--global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830"/>
                        </a:lnSpc>
                      </a:pPr>
                      <a:r>
                        <a:rPr sz="2400" spc="14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user.email</a:t>
                      </a:r>
                      <a:r>
                        <a:rPr sz="2400" spc="40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2400" spc="5" dirty="0">
                          <a:solidFill>
                            <a:srgbClr val="70AC46"/>
                          </a:solidFill>
                          <a:latin typeface="Arial"/>
                          <a:cs typeface="Arial"/>
                          <a:hlinkClick r:id="rId2"/>
                        </a:rPr>
                        <a:t>you@web.com</a:t>
                      </a:r>
                      <a:r>
                        <a:rPr sz="2400" spc="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’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1">
                <a:tc>
                  <a:txBody>
                    <a:bodyPr/>
                    <a:lstStyle/>
                    <a:p>
                      <a:pPr marR="18415" algn="ctr">
                        <a:lnSpc>
                          <a:spcPts val="1820"/>
                        </a:lnSpc>
                      </a:pPr>
                      <a:r>
                        <a:rPr sz="240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$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20"/>
                        </a:lnSpc>
                      </a:pPr>
                      <a:r>
                        <a:rPr sz="2400" spc="32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git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20"/>
                        </a:lnSpc>
                      </a:pPr>
                      <a:r>
                        <a:rPr sz="2400" spc="17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config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2400" spc="21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--global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820"/>
                        </a:lnSpc>
                      </a:pPr>
                      <a:r>
                        <a:rPr sz="2400" spc="195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core.editor</a:t>
                      </a:r>
                      <a:r>
                        <a:rPr sz="2400" spc="434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160" dirty="0">
                          <a:solidFill>
                            <a:srgbClr val="70AC46"/>
                          </a:solidFill>
                          <a:latin typeface="Arial"/>
                          <a:cs typeface="Arial"/>
                        </a:rPr>
                        <a:t>‘notepad’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FBE55D6-D563-5325-3B97-AE27451B2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30977"/>
            <a:ext cx="8699434" cy="1722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C05DFB-9A0C-DDD0-8B8F-D4C23B5A2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583643"/>
            <a:ext cx="8589858" cy="6553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685800"/>
            <a:ext cx="19189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0" dirty="0"/>
              <a:t>The</a:t>
            </a:r>
            <a:r>
              <a:rPr spc="-320" dirty="0"/>
              <a:t> </a:t>
            </a:r>
            <a:r>
              <a:rPr b="1" spc="-235" dirty="0">
                <a:latin typeface="Trebuchet MS"/>
                <a:cs typeface="Trebuchet MS"/>
              </a:rPr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400" y="1905000"/>
            <a:ext cx="9906000" cy="50795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1930" algn="l"/>
                <a:tab pos="2499360" algn="l"/>
                <a:tab pos="3085465" algn="l"/>
              </a:tabLst>
            </a:pPr>
            <a:r>
              <a:rPr sz="2400" dirty="0">
                <a:latin typeface="Carlito"/>
                <a:cs typeface="Carlito"/>
              </a:rPr>
              <a:t>Initialize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10" dirty="0">
                <a:latin typeface="Carlito"/>
                <a:cs typeface="Carlito"/>
              </a:rPr>
              <a:t>a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5" dirty="0">
                <a:latin typeface="Carlito"/>
                <a:cs typeface="Carlito"/>
              </a:rPr>
              <a:t>repository	</a:t>
            </a:r>
            <a:r>
              <a:rPr sz="2400" spc="270" dirty="0">
                <a:latin typeface="Carlito"/>
                <a:cs typeface="Carlito"/>
              </a:rPr>
              <a:t>[</a:t>
            </a:r>
            <a:r>
              <a:rPr sz="2400" u="heavy" spc="2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</a:t>
            </a:r>
            <a:r>
              <a:rPr lang="en-US" sz="2400" u="heavy" spc="2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2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	</a:t>
            </a:r>
            <a:r>
              <a:rPr sz="2400" u="heavy" spc="3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init</a:t>
            </a:r>
            <a:r>
              <a:rPr sz="2400" spc="335" dirty="0">
                <a:latin typeface="Carlito"/>
                <a:cs typeface="Carlito"/>
              </a:rPr>
              <a:t>]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•"/>
            </a:pPr>
            <a:endParaRPr sz="24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1930" algn="l"/>
                <a:tab pos="1815464" algn="l"/>
                <a:tab pos="2401570" algn="l"/>
              </a:tabLst>
            </a:pPr>
            <a:r>
              <a:rPr sz="2400" spc="5" dirty="0">
                <a:latin typeface="Carlito"/>
                <a:cs typeface="Carlito"/>
              </a:rPr>
              <a:t>Stage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10" dirty="0">
                <a:latin typeface="Carlito"/>
                <a:cs typeface="Carlito"/>
              </a:rPr>
              <a:t>changes	</a:t>
            </a:r>
            <a:r>
              <a:rPr sz="2400" spc="270" dirty="0">
                <a:latin typeface="Carlito"/>
                <a:cs typeface="Carlito"/>
              </a:rPr>
              <a:t>[</a:t>
            </a:r>
            <a:r>
              <a:rPr sz="2400" u="heavy" spc="2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40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add</a:t>
            </a:r>
            <a:r>
              <a:rPr sz="2400" spc="-10" dirty="0">
                <a:latin typeface="Carlito"/>
                <a:cs typeface="Carlito"/>
              </a:rPr>
              <a:t>]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24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  <a:tab pos="2291715" algn="l"/>
                <a:tab pos="4048760" algn="l"/>
              </a:tabLst>
            </a:pPr>
            <a:r>
              <a:rPr sz="2400" spc="10" dirty="0">
                <a:latin typeface="Carlito"/>
                <a:cs typeface="Carlito"/>
              </a:rPr>
              <a:t>View</a:t>
            </a:r>
            <a:r>
              <a:rPr sz="2400" spc="105" dirty="0">
                <a:latin typeface="Carlito"/>
                <a:cs typeface="Carlito"/>
              </a:rPr>
              <a:t> </a:t>
            </a:r>
            <a:r>
              <a:rPr sz="2400" spc="10" dirty="0">
                <a:latin typeface="Carlito"/>
                <a:cs typeface="Carlito"/>
              </a:rPr>
              <a:t>changes </a:t>
            </a:r>
            <a:r>
              <a:rPr sz="2400" spc="80" dirty="0">
                <a:latin typeface="Carlito"/>
                <a:cs typeface="Carlito"/>
              </a:rPr>
              <a:t> </a:t>
            </a:r>
            <a:r>
              <a:rPr sz="2400" spc="275" dirty="0">
                <a:latin typeface="Carlito"/>
                <a:cs typeface="Carlito"/>
              </a:rPr>
              <a:t>[</a:t>
            </a:r>
            <a:r>
              <a:rPr sz="2400" u="heavy" spc="2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400" u="heavy" spc="1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status</a:t>
            </a:r>
            <a:r>
              <a:rPr sz="2400" spc="165" dirty="0">
                <a:latin typeface="Carlito"/>
                <a:cs typeface="Carlito"/>
              </a:rPr>
              <a:t>]</a:t>
            </a:r>
            <a:r>
              <a:rPr sz="2400" spc="45" dirty="0">
                <a:latin typeface="Carlito"/>
                <a:cs typeface="Carlito"/>
              </a:rPr>
              <a:t> </a:t>
            </a:r>
            <a:r>
              <a:rPr sz="2400" spc="5" dirty="0">
                <a:latin typeface="Carlito"/>
                <a:cs typeface="Carlito"/>
              </a:rPr>
              <a:t>or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275" dirty="0">
                <a:latin typeface="Carlito"/>
                <a:cs typeface="Carlito"/>
              </a:rPr>
              <a:t>[</a:t>
            </a:r>
            <a:r>
              <a:rPr sz="2400" u="heavy" spc="2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400" u="heavy" spc="3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diff</a:t>
            </a:r>
            <a:r>
              <a:rPr sz="2400" spc="315" dirty="0">
                <a:latin typeface="Carlito"/>
                <a:cs typeface="Carlito"/>
              </a:rPr>
              <a:t>]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har char="•"/>
            </a:pPr>
            <a:endParaRPr sz="24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  <a:tab pos="2064385" algn="l"/>
                <a:tab pos="2651125" algn="l"/>
              </a:tabLst>
            </a:pPr>
            <a:r>
              <a:rPr sz="2400" spc="15" dirty="0">
                <a:latin typeface="Carlito"/>
                <a:cs typeface="Carlito"/>
              </a:rPr>
              <a:t>Commit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10" dirty="0">
                <a:latin typeface="Carlito"/>
                <a:cs typeface="Carlito"/>
              </a:rPr>
              <a:t>changes	</a:t>
            </a:r>
            <a:r>
              <a:rPr sz="2400" spc="275" dirty="0">
                <a:latin typeface="Carlito"/>
                <a:cs typeface="Carlito"/>
              </a:rPr>
              <a:t>[</a:t>
            </a:r>
            <a:r>
              <a:rPr sz="2400" u="heavy" spc="2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400" u="heavy" spc="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commit</a:t>
            </a:r>
            <a:r>
              <a:rPr sz="2400" spc="20" dirty="0">
                <a:latin typeface="Carlito"/>
                <a:cs typeface="Carlito"/>
              </a:rPr>
              <a:t>]</a:t>
            </a:r>
            <a:endParaRPr sz="2400" dirty="0">
              <a:latin typeface="Carlito"/>
              <a:cs typeface="Carlito"/>
            </a:endParaRPr>
          </a:p>
          <a:p>
            <a:pPr marL="201295" indent="-189230">
              <a:lnSpc>
                <a:spcPts val="2065"/>
              </a:lnSpc>
              <a:spcBef>
                <a:spcPts val="1795"/>
              </a:spcBef>
              <a:buFont typeface="Arial"/>
              <a:buChar char="•"/>
              <a:tabLst>
                <a:tab pos="201930" algn="l"/>
              </a:tabLst>
            </a:pPr>
            <a:r>
              <a:rPr sz="2400" dirty="0">
                <a:latin typeface="Carlito"/>
                <a:cs typeface="Carlito"/>
              </a:rPr>
              <a:t>Add </a:t>
            </a:r>
            <a:r>
              <a:rPr sz="2400" spc="5" dirty="0">
                <a:latin typeface="Carlito"/>
                <a:cs typeface="Carlito"/>
              </a:rPr>
              <a:t>multiple files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wildcards</a:t>
            </a:r>
          </a:p>
          <a:p>
            <a:pPr marL="390525">
              <a:lnSpc>
                <a:spcPts val="2065"/>
              </a:lnSpc>
              <a:tabLst>
                <a:tab pos="899160" algn="l"/>
              </a:tabLst>
            </a:pPr>
            <a:r>
              <a:rPr sz="2400" spc="360" dirty="0">
                <a:solidFill>
                  <a:srgbClr val="70AC46"/>
                </a:solidFill>
                <a:latin typeface="Arial"/>
                <a:cs typeface="Arial"/>
              </a:rPr>
              <a:t>git	</a:t>
            </a:r>
            <a:r>
              <a:rPr sz="2400" spc="-10" dirty="0">
                <a:solidFill>
                  <a:srgbClr val="70AC46"/>
                </a:solidFill>
                <a:latin typeface="Arial"/>
                <a:cs typeface="Arial"/>
              </a:rPr>
              <a:t>add</a:t>
            </a:r>
            <a:r>
              <a:rPr sz="2400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400" spc="440" dirty="0">
                <a:solidFill>
                  <a:srgbClr val="70AC46"/>
                </a:solidFill>
                <a:latin typeface="Arial"/>
                <a:cs typeface="Arial"/>
              </a:rPr>
              <a:t>‘*.txt’</a:t>
            </a:r>
            <a:endParaRPr sz="2400" dirty="0"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01930" algn="l"/>
              </a:tabLst>
            </a:pPr>
            <a:r>
              <a:rPr sz="2400" spc="5" dirty="0">
                <a:latin typeface="Carlito"/>
                <a:cs typeface="Carlito"/>
              </a:rPr>
              <a:t>Commit with an </a:t>
            </a:r>
            <a:r>
              <a:rPr sz="2400" dirty="0">
                <a:latin typeface="Carlito"/>
                <a:cs typeface="Carlito"/>
              </a:rPr>
              <a:t>inline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message</a:t>
            </a:r>
          </a:p>
          <a:p>
            <a:pPr marL="390525">
              <a:lnSpc>
                <a:spcPct val="100000"/>
              </a:lnSpc>
              <a:spcBef>
                <a:spcPts val="225"/>
              </a:spcBef>
              <a:tabLst>
                <a:tab pos="899160" algn="l"/>
                <a:tab pos="3183890" algn="l"/>
                <a:tab pos="4201160" algn="l"/>
              </a:tabLst>
            </a:pP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g</a:t>
            </a:r>
            <a:r>
              <a:rPr sz="2400" spc="595" dirty="0">
                <a:solidFill>
                  <a:srgbClr val="70AC46"/>
                </a:solidFill>
                <a:latin typeface="Arial"/>
                <a:cs typeface="Arial"/>
              </a:rPr>
              <a:t>i</a:t>
            </a:r>
            <a:r>
              <a:rPr sz="2400" spc="495" dirty="0">
                <a:solidFill>
                  <a:srgbClr val="70AC46"/>
                </a:solidFill>
                <a:latin typeface="Arial"/>
                <a:cs typeface="Arial"/>
              </a:rPr>
              <a:t>t	</a:t>
            </a:r>
            <a:r>
              <a:rPr sz="2400" spc="75" dirty="0">
                <a:solidFill>
                  <a:srgbClr val="70AC46"/>
                </a:solidFill>
                <a:latin typeface="Arial"/>
                <a:cs typeface="Arial"/>
              </a:rPr>
              <a:t>c</a:t>
            </a:r>
            <a:r>
              <a:rPr sz="2400" spc="10" dirty="0">
                <a:solidFill>
                  <a:srgbClr val="70AC46"/>
                </a:solidFill>
                <a:latin typeface="Arial"/>
                <a:cs typeface="Arial"/>
              </a:rPr>
              <a:t>o</a:t>
            </a:r>
            <a:r>
              <a:rPr sz="2400" spc="-505" dirty="0">
                <a:solidFill>
                  <a:srgbClr val="70AC46"/>
                </a:solidFill>
                <a:latin typeface="Arial"/>
                <a:cs typeface="Arial"/>
              </a:rPr>
              <a:t>mm</a:t>
            </a:r>
            <a:r>
              <a:rPr sz="2400" spc="610" dirty="0">
                <a:solidFill>
                  <a:srgbClr val="70AC46"/>
                </a:solidFill>
                <a:latin typeface="Arial"/>
                <a:cs typeface="Arial"/>
              </a:rPr>
              <a:t>i</a:t>
            </a:r>
            <a:r>
              <a:rPr sz="2400" spc="495" dirty="0">
                <a:solidFill>
                  <a:srgbClr val="70AC46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 –</a:t>
            </a:r>
            <a:r>
              <a:rPr sz="2400" spc="-505" dirty="0">
                <a:solidFill>
                  <a:srgbClr val="70AC46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400" spc="595" dirty="0">
                <a:solidFill>
                  <a:srgbClr val="70AC46"/>
                </a:solidFill>
                <a:latin typeface="Arial"/>
                <a:cs typeface="Arial"/>
              </a:rPr>
              <a:t>‘</a:t>
            </a:r>
            <a:r>
              <a:rPr sz="2400" spc="610" dirty="0">
                <a:solidFill>
                  <a:srgbClr val="70AC46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n</a:t>
            </a:r>
            <a:r>
              <a:rPr sz="2400" spc="595" dirty="0">
                <a:solidFill>
                  <a:srgbClr val="70AC46"/>
                </a:solidFill>
                <a:latin typeface="Arial"/>
                <a:cs typeface="Arial"/>
              </a:rPr>
              <a:t>li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ne</a:t>
            </a:r>
            <a:r>
              <a:rPr sz="2400" dirty="0">
                <a:solidFill>
                  <a:srgbClr val="70AC46"/>
                </a:solidFill>
                <a:latin typeface="Arial"/>
                <a:cs typeface="Arial"/>
              </a:rPr>
              <a:t>	</a:t>
            </a:r>
            <a:r>
              <a:rPr sz="2400" spc="-505" dirty="0">
                <a:solidFill>
                  <a:srgbClr val="70AC46"/>
                </a:solidFill>
                <a:latin typeface="Arial"/>
                <a:cs typeface="Arial"/>
              </a:rPr>
              <a:t>m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e</a:t>
            </a:r>
            <a:r>
              <a:rPr sz="2400" spc="95" dirty="0">
                <a:solidFill>
                  <a:srgbClr val="70AC46"/>
                </a:solidFill>
                <a:latin typeface="Arial"/>
                <a:cs typeface="Arial"/>
              </a:rPr>
              <a:t>ss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srgbClr val="70AC46"/>
                </a:solidFill>
                <a:latin typeface="Arial"/>
                <a:cs typeface="Arial"/>
              </a:rPr>
              <a:t>g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srgbClr val="70AC46"/>
                </a:solidFill>
                <a:latin typeface="Arial"/>
                <a:cs typeface="Arial"/>
              </a:rPr>
              <a:t>	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he</a:t>
            </a:r>
            <a:r>
              <a:rPr sz="2400" spc="395" dirty="0">
                <a:solidFill>
                  <a:srgbClr val="70AC46"/>
                </a:solidFill>
                <a:latin typeface="Arial"/>
                <a:cs typeface="Arial"/>
              </a:rPr>
              <a:t>r</a:t>
            </a:r>
            <a:r>
              <a:rPr sz="2400" spc="-5" dirty="0">
                <a:solidFill>
                  <a:srgbClr val="70AC46"/>
                </a:solidFill>
                <a:latin typeface="Arial"/>
                <a:cs typeface="Arial"/>
              </a:rPr>
              <a:t>e</a:t>
            </a:r>
            <a:r>
              <a:rPr sz="2400" spc="595" dirty="0">
                <a:solidFill>
                  <a:srgbClr val="70AC46"/>
                </a:solidFill>
                <a:latin typeface="Arial"/>
                <a:cs typeface="Arial"/>
              </a:rPr>
              <a:t>’</a:t>
            </a:r>
            <a:endParaRPr lang="en-US" sz="2400" spc="595" dirty="0">
              <a:solidFill>
                <a:srgbClr val="70AC46"/>
              </a:solidFill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01930" algn="l"/>
              </a:tabLst>
            </a:pPr>
            <a:r>
              <a:rPr lang="en-US" sz="2400" spc="5" dirty="0">
                <a:latin typeface="Carlito"/>
                <a:cs typeface="Carlito"/>
              </a:rPr>
              <a:t>List the commits</a:t>
            </a:r>
            <a:endParaRPr lang="en-US" sz="2400" dirty="0">
              <a:latin typeface="Carlito"/>
              <a:cs typeface="Carlito"/>
            </a:endParaRPr>
          </a:p>
          <a:p>
            <a:pPr marL="390525">
              <a:lnSpc>
                <a:spcPct val="100000"/>
              </a:lnSpc>
              <a:spcBef>
                <a:spcPts val="225"/>
              </a:spcBef>
              <a:tabLst>
                <a:tab pos="899160" algn="l"/>
                <a:tab pos="3183890" algn="l"/>
                <a:tab pos="4201160" algn="l"/>
              </a:tabLst>
            </a:pPr>
            <a:r>
              <a:rPr lang="en-US" sz="2400" spc="-5" dirty="0">
                <a:solidFill>
                  <a:srgbClr val="70AC46"/>
                </a:solidFill>
                <a:latin typeface="Arial"/>
                <a:cs typeface="Arial"/>
              </a:rPr>
              <a:t>g</a:t>
            </a:r>
            <a:r>
              <a:rPr lang="en-US" sz="2400" spc="595" dirty="0">
                <a:solidFill>
                  <a:srgbClr val="70AC46"/>
                </a:solidFill>
                <a:latin typeface="Arial"/>
                <a:cs typeface="Arial"/>
              </a:rPr>
              <a:t>i</a:t>
            </a:r>
            <a:r>
              <a:rPr lang="en-US" sz="2400" spc="495" dirty="0">
                <a:solidFill>
                  <a:srgbClr val="70AC46"/>
                </a:solidFill>
                <a:latin typeface="Arial"/>
                <a:cs typeface="Arial"/>
              </a:rPr>
              <a:t>t	</a:t>
            </a:r>
            <a:r>
              <a:rPr lang="en-US" sz="2400" spc="75" dirty="0">
                <a:solidFill>
                  <a:srgbClr val="70AC46"/>
                </a:solidFill>
                <a:latin typeface="Arial"/>
                <a:cs typeface="Arial"/>
              </a:rPr>
              <a:t>log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7E31A-882A-39AF-7F51-08055485AF08}"/>
              </a:ext>
            </a:extLst>
          </p:cNvPr>
          <p:cNvSpPr txBox="1"/>
          <p:nvPr/>
        </p:nvSpPr>
        <p:spPr>
          <a:xfrm>
            <a:off x="585900" y="1020728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git </a:t>
            </a:r>
            <a:r>
              <a:rPr lang="en-US" sz="2400" b="1" dirty="0" err="1">
                <a:highlight>
                  <a:srgbClr val="FFFF00"/>
                </a:highlight>
              </a:rPr>
              <a:t>init</a:t>
            </a:r>
            <a:endParaRPr lang="en-US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AFFFB-CA82-B76A-0143-61CD1573ED7D}"/>
              </a:ext>
            </a:extLst>
          </p:cNvPr>
          <p:cNvSpPr txBox="1"/>
          <p:nvPr/>
        </p:nvSpPr>
        <p:spPr>
          <a:xfrm>
            <a:off x="585900" y="1793965"/>
            <a:ext cx="8886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Initializes a new git repository in a directory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This enables version control for the files within that directory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A hidden file ‘.git’ folder is created that contains the version history</a:t>
            </a:r>
          </a:p>
        </p:txBody>
      </p:sp>
      <p:pic>
        <p:nvPicPr>
          <p:cNvPr id="11" name="Graphic 10" descr="Open folder with solid fill">
            <a:extLst>
              <a:ext uri="{FF2B5EF4-FFF2-40B4-BE49-F238E27FC236}">
                <a16:creationId xmlns:a16="http://schemas.microsoft.com/office/drawing/2014/main" id="{5AA362B8-EFFB-65E0-1369-8DD12CB83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2721" y="3051265"/>
            <a:ext cx="914400" cy="914400"/>
          </a:xfrm>
          <a:prstGeom prst="rect">
            <a:avLst/>
          </a:prstGeom>
        </p:spPr>
      </p:pic>
      <p:pic>
        <p:nvPicPr>
          <p:cNvPr id="13" name="Graphic 12" descr="Document outline">
            <a:extLst>
              <a:ext uri="{FF2B5EF4-FFF2-40B4-BE49-F238E27FC236}">
                <a16:creationId xmlns:a16="http://schemas.microsoft.com/office/drawing/2014/main" id="{39D55EF1-7DB5-3484-8926-83EA38BC1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9749" y="4622800"/>
            <a:ext cx="914400" cy="914400"/>
          </a:xfrm>
          <a:prstGeom prst="rect">
            <a:avLst/>
          </a:prstGeom>
        </p:spPr>
      </p:pic>
      <p:pic>
        <p:nvPicPr>
          <p:cNvPr id="14" name="Graphic 13" descr="Document outline">
            <a:extLst>
              <a:ext uri="{FF2B5EF4-FFF2-40B4-BE49-F238E27FC236}">
                <a16:creationId xmlns:a16="http://schemas.microsoft.com/office/drawing/2014/main" id="{C4F3A61F-B28B-7D2D-C7AB-AD99F8314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4648200"/>
            <a:ext cx="914400" cy="914400"/>
          </a:xfrm>
          <a:prstGeom prst="rect">
            <a:avLst/>
          </a:prstGeom>
        </p:spPr>
      </p:pic>
      <p:pic>
        <p:nvPicPr>
          <p:cNvPr id="16" name="Graphic 15" descr="Open folder with solid fill">
            <a:extLst>
              <a:ext uri="{FF2B5EF4-FFF2-40B4-BE49-F238E27FC236}">
                <a16:creationId xmlns:a16="http://schemas.microsoft.com/office/drawing/2014/main" id="{984C29F0-6B86-289A-89C5-2EA411767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902" y="4622800"/>
            <a:ext cx="914400" cy="914400"/>
          </a:xfrm>
          <a:prstGeom prst="rect">
            <a:avLst/>
          </a:prstGeom>
        </p:spPr>
      </p:pic>
      <p:pic>
        <p:nvPicPr>
          <p:cNvPr id="17" name="Graphic 16" descr="Document outline">
            <a:extLst>
              <a:ext uri="{FF2B5EF4-FFF2-40B4-BE49-F238E27FC236}">
                <a16:creationId xmlns:a16="http://schemas.microsoft.com/office/drawing/2014/main" id="{3EF237E9-9901-12DD-BDCF-08757045C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5981700"/>
            <a:ext cx="914400" cy="914400"/>
          </a:xfrm>
          <a:prstGeom prst="rect">
            <a:avLst/>
          </a:prstGeom>
        </p:spPr>
      </p:pic>
      <p:pic>
        <p:nvPicPr>
          <p:cNvPr id="18" name="Graphic 17" descr="Document outline">
            <a:extLst>
              <a:ext uri="{FF2B5EF4-FFF2-40B4-BE49-F238E27FC236}">
                <a16:creationId xmlns:a16="http://schemas.microsoft.com/office/drawing/2014/main" id="{EC821A2D-791C-C05A-ECE3-02CDCCD15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9302" y="5945053"/>
            <a:ext cx="914400" cy="9144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6C427C-9E51-DB19-7899-2FB2CEE9C4A5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3536949" y="3991065"/>
            <a:ext cx="1797051" cy="631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AC7701-D819-2F68-FF93-7368B8F72CB2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181600" y="3991065"/>
            <a:ext cx="152400" cy="657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46F267-9CAF-C2CF-F709-84CC467A2D13}"/>
              </a:ext>
            </a:extLst>
          </p:cNvPr>
          <p:cNvCxnSpPr>
            <a:cxnSpLocks/>
          </p:cNvCxnSpPr>
          <p:nvPr/>
        </p:nvCxnSpPr>
        <p:spPr>
          <a:xfrm>
            <a:off x="5334000" y="3999047"/>
            <a:ext cx="1308102" cy="649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A3C803-5F8F-BD80-7E41-830D830C3273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791200" y="5518150"/>
            <a:ext cx="850902" cy="463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B6D177-0EF7-BD61-AF34-65D9E1E711A2}"/>
              </a:ext>
            </a:extLst>
          </p:cNvPr>
          <p:cNvCxnSpPr>
            <a:cxnSpLocks/>
          </p:cNvCxnSpPr>
          <p:nvPr/>
        </p:nvCxnSpPr>
        <p:spPr>
          <a:xfrm>
            <a:off x="6642102" y="5518150"/>
            <a:ext cx="850902" cy="426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Folder outline">
            <a:extLst>
              <a:ext uri="{FF2B5EF4-FFF2-40B4-BE49-F238E27FC236}">
                <a16:creationId xmlns:a16="http://schemas.microsoft.com/office/drawing/2014/main" id="{EEA5D5B6-8C68-514A-51D6-73312CA71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9102" y="4603750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736F32A-5503-D928-2DC6-86DDA24107BC}"/>
              </a:ext>
            </a:extLst>
          </p:cNvPr>
          <p:cNvSpPr txBox="1"/>
          <p:nvPr/>
        </p:nvSpPr>
        <p:spPr>
          <a:xfrm>
            <a:off x="7829645" y="5381319"/>
            <a:ext cx="1333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.git (hidden)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99D278-1D73-5A90-0244-A3C06611E129}"/>
              </a:ext>
            </a:extLst>
          </p:cNvPr>
          <p:cNvCxnSpPr>
            <a:cxnSpLocks/>
          </p:cNvCxnSpPr>
          <p:nvPr/>
        </p:nvCxnSpPr>
        <p:spPr>
          <a:xfrm>
            <a:off x="5349921" y="3999047"/>
            <a:ext cx="3146381" cy="623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6FE17E-B7EE-A8A0-4B7B-CA0C5443E2CE}"/>
              </a:ext>
            </a:extLst>
          </p:cNvPr>
          <p:cNvSpPr txBox="1"/>
          <p:nvPr/>
        </p:nvSpPr>
        <p:spPr>
          <a:xfrm>
            <a:off x="3275490" y="3305866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repository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CA41E1-AF27-189A-EE48-6C42E30E5E23}"/>
              </a:ext>
            </a:extLst>
          </p:cNvPr>
          <p:cNvSpPr txBox="1"/>
          <p:nvPr/>
        </p:nvSpPr>
        <p:spPr>
          <a:xfrm>
            <a:off x="3006575" y="5518150"/>
            <a:ext cx="110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script1.py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3F21A0-23A3-6448-4EE9-9B93557E3649}"/>
              </a:ext>
            </a:extLst>
          </p:cNvPr>
          <p:cNvSpPr txBox="1"/>
          <p:nvPr/>
        </p:nvSpPr>
        <p:spPr>
          <a:xfrm>
            <a:off x="5334000" y="6835085"/>
            <a:ext cx="110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script3.py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C79DA4-509D-BE1D-E299-0F2A490CD773}"/>
              </a:ext>
            </a:extLst>
          </p:cNvPr>
          <p:cNvSpPr txBox="1"/>
          <p:nvPr/>
        </p:nvSpPr>
        <p:spPr>
          <a:xfrm>
            <a:off x="7067553" y="6825902"/>
            <a:ext cx="110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script4.py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AD2BB9-F9B8-2AAF-8408-AF3DE8120CE8}"/>
              </a:ext>
            </a:extLst>
          </p:cNvPr>
          <p:cNvSpPr txBox="1"/>
          <p:nvPr/>
        </p:nvSpPr>
        <p:spPr>
          <a:xfrm>
            <a:off x="4638648" y="5545603"/>
            <a:ext cx="110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script2.py</a:t>
            </a:r>
          </a:p>
        </p:txBody>
      </p:sp>
    </p:spTree>
    <p:extLst>
      <p:ext uri="{BB962C8B-B14F-4D97-AF65-F5344CB8AC3E}">
        <p14:creationId xmlns:p14="http://schemas.microsoft.com/office/powerpoint/2010/main" val="30760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7E31A-882A-39AF-7F51-08055485AF08}"/>
              </a:ext>
            </a:extLst>
          </p:cNvPr>
          <p:cNvSpPr txBox="1"/>
          <p:nvPr/>
        </p:nvSpPr>
        <p:spPr>
          <a:xfrm>
            <a:off x="533400" y="657494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git add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AFFFB-CA82-B76A-0143-61CD1573ED7D}"/>
              </a:ext>
            </a:extLst>
          </p:cNvPr>
          <p:cNvSpPr txBox="1"/>
          <p:nvPr/>
        </p:nvSpPr>
        <p:spPr>
          <a:xfrm>
            <a:off x="826186" y="1227182"/>
            <a:ext cx="68050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Changes to be added in next commit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E.g., stage the changes of ‘script1.py’: </a:t>
            </a:r>
          </a:p>
          <a:p>
            <a:r>
              <a:rPr lang="en-US" sz="2400" dirty="0"/>
              <a:t>				</a:t>
            </a:r>
            <a:r>
              <a:rPr lang="en-US" sz="2400" dirty="0">
                <a:highlight>
                  <a:srgbClr val="FFFF00"/>
                </a:highlight>
              </a:rPr>
              <a:t>git add script1.py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/>
              <a:t>Stage all files (new/modified/deleted): </a:t>
            </a:r>
            <a:r>
              <a:rPr lang="en-US" sz="2400" dirty="0">
                <a:highlight>
                  <a:srgbClr val="FFFF00"/>
                </a:highlight>
              </a:rPr>
              <a:t>git add --all</a:t>
            </a:r>
          </a:p>
        </p:txBody>
      </p:sp>
      <p:pic>
        <p:nvPicPr>
          <p:cNvPr id="11" name="Graphic 10" descr="Open folder with solid fill">
            <a:extLst>
              <a:ext uri="{FF2B5EF4-FFF2-40B4-BE49-F238E27FC236}">
                <a16:creationId xmlns:a16="http://schemas.microsoft.com/office/drawing/2014/main" id="{5AA362B8-EFFB-65E0-1369-8DD12CB83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2721" y="3051265"/>
            <a:ext cx="914400" cy="914400"/>
          </a:xfrm>
          <a:prstGeom prst="rect">
            <a:avLst/>
          </a:prstGeom>
        </p:spPr>
      </p:pic>
      <p:pic>
        <p:nvPicPr>
          <p:cNvPr id="13" name="Graphic 12" descr="Document outline">
            <a:extLst>
              <a:ext uri="{FF2B5EF4-FFF2-40B4-BE49-F238E27FC236}">
                <a16:creationId xmlns:a16="http://schemas.microsoft.com/office/drawing/2014/main" id="{39D55EF1-7DB5-3484-8926-83EA38BC1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9749" y="4622800"/>
            <a:ext cx="914400" cy="914400"/>
          </a:xfrm>
          <a:prstGeom prst="rect">
            <a:avLst/>
          </a:prstGeom>
        </p:spPr>
      </p:pic>
      <p:pic>
        <p:nvPicPr>
          <p:cNvPr id="14" name="Graphic 13" descr="Document outline">
            <a:extLst>
              <a:ext uri="{FF2B5EF4-FFF2-40B4-BE49-F238E27FC236}">
                <a16:creationId xmlns:a16="http://schemas.microsoft.com/office/drawing/2014/main" id="{C4F3A61F-B28B-7D2D-C7AB-AD99F8314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4648200"/>
            <a:ext cx="914400" cy="914400"/>
          </a:xfrm>
          <a:prstGeom prst="rect">
            <a:avLst/>
          </a:prstGeom>
        </p:spPr>
      </p:pic>
      <p:pic>
        <p:nvPicPr>
          <p:cNvPr id="16" name="Graphic 15" descr="Open folder with solid fill">
            <a:extLst>
              <a:ext uri="{FF2B5EF4-FFF2-40B4-BE49-F238E27FC236}">
                <a16:creationId xmlns:a16="http://schemas.microsoft.com/office/drawing/2014/main" id="{984C29F0-6B86-289A-89C5-2EA411767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902" y="4622800"/>
            <a:ext cx="914400" cy="914400"/>
          </a:xfrm>
          <a:prstGeom prst="rect">
            <a:avLst/>
          </a:prstGeom>
        </p:spPr>
      </p:pic>
      <p:pic>
        <p:nvPicPr>
          <p:cNvPr id="17" name="Graphic 16" descr="Document outline">
            <a:extLst>
              <a:ext uri="{FF2B5EF4-FFF2-40B4-BE49-F238E27FC236}">
                <a16:creationId xmlns:a16="http://schemas.microsoft.com/office/drawing/2014/main" id="{3EF237E9-9901-12DD-BDCF-08757045C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5981700"/>
            <a:ext cx="914400" cy="914400"/>
          </a:xfrm>
          <a:prstGeom prst="rect">
            <a:avLst/>
          </a:prstGeom>
        </p:spPr>
      </p:pic>
      <p:pic>
        <p:nvPicPr>
          <p:cNvPr id="18" name="Graphic 17" descr="Document outline">
            <a:extLst>
              <a:ext uri="{FF2B5EF4-FFF2-40B4-BE49-F238E27FC236}">
                <a16:creationId xmlns:a16="http://schemas.microsoft.com/office/drawing/2014/main" id="{EC821A2D-791C-C05A-ECE3-02CDCCD15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9302" y="5945053"/>
            <a:ext cx="914400" cy="9144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6C427C-9E51-DB19-7899-2FB2CEE9C4A5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3536949" y="3991065"/>
            <a:ext cx="1797051" cy="631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AC7701-D819-2F68-FF93-7368B8F72CB2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181600" y="3991065"/>
            <a:ext cx="152400" cy="657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46F267-9CAF-C2CF-F709-84CC467A2D13}"/>
              </a:ext>
            </a:extLst>
          </p:cNvPr>
          <p:cNvCxnSpPr>
            <a:cxnSpLocks/>
          </p:cNvCxnSpPr>
          <p:nvPr/>
        </p:nvCxnSpPr>
        <p:spPr>
          <a:xfrm>
            <a:off x="5334000" y="3999047"/>
            <a:ext cx="1308102" cy="649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A3C803-5F8F-BD80-7E41-830D830C3273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791200" y="5518150"/>
            <a:ext cx="850902" cy="463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B6D177-0EF7-BD61-AF34-65D9E1E711A2}"/>
              </a:ext>
            </a:extLst>
          </p:cNvPr>
          <p:cNvCxnSpPr>
            <a:cxnSpLocks/>
          </p:cNvCxnSpPr>
          <p:nvPr/>
        </p:nvCxnSpPr>
        <p:spPr>
          <a:xfrm>
            <a:off x="6642102" y="5518150"/>
            <a:ext cx="850902" cy="426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Folder outline">
            <a:extLst>
              <a:ext uri="{FF2B5EF4-FFF2-40B4-BE49-F238E27FC236}">
                <a16:creationId xmlns:a16="http://schemas.microsoft.com/office/drawing/2014/main" id="{EEA5D5B6-8C68-514A-51D6-73312CA71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9102" y="4603750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736F32A-5503-D928-2DC6-86DDA24107BC}"/>
              </a:ext>
            </a:extLst>
          </p:cNvPr>
          <p:cNvSpPr txBox="1"/>
          <p:nvPr/>
        </p:nvSpPr>
        <p:spPr>
          <a:xfrm>
            <a:off x="7829645" y="5381319"/>
            <a:ext cx="1333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.git (hidden)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99D278-1D73-5A90-0244-A3C06611E129}"/>
              </a:ext>
            </a:extLst>
          </p:cNvPr>
          <p:cNvCxnSpPr>
            <a:cxnSpLocks/>
          </p:cNvCxnSpPr>
          <p:nvPr/>
        </p:nvCxnSpPr>
        <p:spPr>
          <a:xfrm>
            <a:off x="5349921" y="3999047"/>
            <a:ext cx="3146381" cy="623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6FE17E-B7EE-A8A0-4B7B-CA0C5443E2CE}"/>
              </a:ext>
            </a:extLst>
          </p:cNvPr>
          <p:cNvSpPr txBox="1"/>
          <p:nvPr/>
        </p:nvSpPr>
        <p:spPr>
          <a:xfrm>
            <a:off x="3275490" y="3305866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repository</a:t>
            </a:r>
          </a:p>
        </p:txBody>
      </p:sp>
    </p:spTree>
    <p:extLst>
      <p:ext uri="{BB962C8B-B14F-4D97-AF65-F5344CB8AC3E}">
        <p14:creationId xmlns:p14="http://schemas.microsoft.com/office/powerpoint/2010/main" val="4170223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5031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225" dirty="0">
                <a:latin typeface="Trebuchet MS"/>
                <a:cs typeface="Trebuchet MS"/>
              </a:rPr>
              <a:t>Git</a:t>
            </a:r>
            <a:r>
              <a:rPr b="1" spc="-400" dirty="0">
                <a:latin typeface="Trebuchet MS"/>
                <a:cs typeface="Trebuchet MS"/>
              </a:rPr>
              <a:t> </a:t>
            </a:r>
            <a:r>
              <a:rPr spc="-150" dirty="0"/>
              <a:t>branching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6307" y="2784919"/>
            <a:ext cx="2285365" cy="1205865"/>
            <a:chOff x="936307" y="2784919"/>
            <a:chExt cx="2285365" cy="1205865"/>
          </a:xfrm>
        </p:grpSpPr>
        <p:sp>
          <p:nvSpPr>
            <p:cNvPr id="4" name="object 4"/>
            <p:cNvSpPr/>
            <p:nvPr/>
          </p:nvSpPr>
          <p:spPr>
            <a:xfrm>
              <a:off x="952499" y="2801112"/>
              <a:ext cx="2252980" cy="1173480"/>
            </a:xfrm>
            <a:custGeom>
              <a:avLst/>
              <a:gdLst/>
              <a:ahLst/>
              <a:cxnLst/>
              <a:rect l="l" t="t" r="r" b="b"/>
              <a:pathLst>
                <a:path w="2252980" h="1173479">
                  <a:moveTo>
                    <a:pt x="2057400" y="1173480"/>
                  </a:moveTo>
                  <a:lnTo>
                    <a:pt x="195072" y="1173480"/>
                  </a:lnTo>
                  <a:lnTo>
                    <a:pt x="150196" y="1168268"/>
                  </a:lnTo>
                  <a:lnTo>
                    <a:pt x="109079" y="1153432"/>
                  </a:lnTo>
                  <a:lnTo>
                    <a:pt x="72867" y="1130172"/>
                  </a:lnTo>
                  <a:lnTo>
                    <a:pt x="42707" y="1099688"/>
                  </a:lnTo>
                  <a:lnTo>
                    <a:pt x="19745" y="1063178"/>
                  </a:lnTo>
                  <a:lnTo>
                    <a:pt x="5127" y="1021844"/>
                  </a:lnTo>
                  <a:lnTo>
                    <a:pt x="0" y="976884"/>
                  </a:lnTo>
                  <a:lnTo>
                    <a:pt x="0" y="196596"/>
                  </a:lnTo>
                  <a:lnTo>
                    <a:pt x="5127" y="151635"/>
                  </a:lnTo>
                  <a:lnTo>
                    <a:pt x="19745" y="110301"/>
                  </a:lnTo>
                  <a:lnTo>
                    <a:pt x="42707" y="73791"/>
                  </a:lnTo>
                  <a:lnTo>
                    <a:pt x="72867" y="43307"/>
                  </a:lnTo>
                  <a:lnTo>
                    <a:pt x="109079" y="20047"/>
                  </a:lnTo>
                  <a:lnTo>
                    <a:pt x="150196" y="5211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1795" y="5211"/>
                  </a:lnTo>
                  <a:lnTo>
                    <a:pt x="2142726" y="20047"/>
                  </a:lnTo>
                  <a:lnTo>
                    <a:pt x="2178964" y="43307"/>
                  </a:lnTo>
                  <a:lnTo>
                    <a:pt x="2209284" y="73791"/>
                  </a:lnTo>
                  <a:lnTo>
                    <a:pt x="2232460" y="110301"/>
                  </a:lnTo>
                  <a:lnTo>
                    <a:pt x="2247264" y="151635"/>
                  </a:lnTo>
                  <a:lnTo>
                    <a:pt x="2252472" y="196596"/>
                  </a:lnTo>
                  <a:lnTo>
                    <a:pt x="2252472" y="976884"/>
                  </a:lnTo>
                  <a:lnTo>
                    <a:pt x="2247264" y="1021844"/>
                  </a:lnTo>
                  <a:lnTo>
                    <a:pt x="2232460" y="1063178"/>
                  </a:lnTo>
                  <a:lnTo>
                    <a:pt x="2209284" y="1099688"/>
                  </a:lnTo>
                  <a:lnTo>
                    <a:pt x="2178964" y="1130172"/>
                  </a:lnTo>
                  <a:lnTo>
                    <a:pt x="2142726" y="1153432"/>
                  </a:lnTo>
                  <a:lnTo>
                    <a:pt x="2101795" y="1168268"/>
                  </a:lnTo>
                  <a:lnTo>
                    <a:pt x="2057400" y="117348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2499" y="2801112"/>
              <a:ext cx="2252980" cy="1173480"/>
            </a:xfrm>
            <a:custGeom>
              <a:avLst/>
              <a:gdLst/>
              <a:ahLst/>
              <a:cxnLst/>
              <a:rect l="l" t="t" r="r" b="b"/>
              <a:pathLst>
                <a:path w="2252980" h="1173479">
                  <a:moveTo>
                    <a:pt x="0" y="196596"/>
                  </a:moveTo>
                  <a:lnTo>
                    <a:pt x="5127" y="151635"/>
                  </a:lnTo>
                  <a:lnTo>
                    <a:pt x="19745" y="110301"/>
                  </a:lnTo>
                  <a:lnTo>
                    <a:pt x="42707" y="73791"/>
                  </a:lnTo>
                  <a:lnTo>
                    <a:pt x="72867" y="43307"/>
                  </a:lnTo>
                  <a:lnTo>
                    <a:pt x="109079" y="20047"/>
                  </a:lnTo>
                  <a:lnTo>
                    <a:pt x="150196" y="5211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1795" y="5211"/>
                  </a:lnTo>
                  <a:lnTo>
                    <a:pt x="2142726" y="20047"/>
                  </a:lnTo>
                  <a:lnTo>
                    <a:pt x="2178964" y="43307"/>
                  </a:lnTo>
                  <a:lnTo>
                    <a:pt x="2209284" y="73791"/>
                  </a:lnTo>
                  <a:lnTo>
                    <a:pt x="2232460" y="110301"/>
                  </a:lnTo>
                  <a:lnTo>
                    <a:pt x="2247264" y="151635"/>
                  </a:lnTo>
                  <a:lnTo>
                    <a:pt x="2252472" y="196596"/>
                  </a:lnTo>
                  <a:lnTo>
                    <a:pt x="2252472" y="976884"/>
                  </a:lnTo>
                  <a:lnTo>
                    <a:pt x="2247264" y="1021844"/>
                  </a:lnTo>
                  <a:lnTo>
                    <a:pt x="2232460" y="1063178"/>
                  </a:lnTo>
                  <a:lnTo>
                    <a:pt x="2209284" y="1099688"/>
                  </a:lnTo>
                  <a:lnTo>
                    <a:pt x="2178964" y="1130172"/>
                  </a:lnTo>
                  <a:lnTo>
                    <a:pt x="2142726" y="1153432"/>
                  </a:lnTo>
                  <a:lnTo>
                    <a:pt x="2101795" y="1168268"/>
                  </a:lnTo>
                  <a:lnTo>
                    <a:pt x="2057400" y="1173480"/>
                  </a:lnTo>
                  <a:lnTo>
                    <a:pt x="195072" y="1173480"/>
                  </a:lnTo>
                  <a:lnTo>
                    <a:pt x="150196" y="1168268"/>
                  </a:lnTo>
                  <a:lnTo>
                    <a:pt x="109079" y="1153432"/>
                  </a:lnTo>
                  <a:lnTo>
                    <a:pt x="72867" y="1130172"/>
                  </a:lnTo>
                  <a:lnTo>
                    <a:pt x="42707" y="1099688"/>
                  </a:lnTo>
                  <a:lnTo>
                    <a:pt x="19745" y="1063178"/>
                  </a:lnTo>
                  <a:lnTo>
                    <a:pt x="5127" y="1021844"/>
                  </a:lnTo>
                  <a:lnTo>
                    <a:pt x="0" y="976884"/>
                  </a:lnTo>
                  <a:lnTo>
                    <a:pt x="0" y="196596"/>
                  </a:lnTo>
                  <a:close/>
                </a:path>
              </a:pathLst>
            </a:custGeom>
            <a:ln w="3200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0869" y="3248711"/>
            <a:ext cx="5689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0" dirty="0">
                <a:solidFill>
                  <a:srgbClr val="FFFFFF"/>
                </a:solidFill>
                <a:latin typeface="Carlito"/>
                <a:cs typeface="Carlito"/>
              </a:rPr>
              <a:t>ma</a:t>
            </a:r>
            <a:r>
              <a:rPr sz="1450" b="1" spc="-15" dirty="0">
                <a:solidFill>
                  <a:srgbClr val="FFFFFF"/>
                </a:solidFill>
                <a:latin typeface="Carlito"/>
                <a:cs typeface="Carlito"/>
              </a:rPr>
              <a:t>st</a:t>
            </a: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1450" b="1" spc="1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3485" y="2998470"/>
            <a:ext cx="1068705" cy="325120"/>
            <a:chOff x="1983485" y="2998470"/>
            <a:chExt cx="1068705" cy="325120"/>
          </a:xfrm>
        </p:grpSpPr>
        <p:sp>
          <p:nvSpPr>
            <p:cNvPr id="8" name="object 8"/>
            <p:cNvSpPr/>
            <p:nvPr/>
          </p:nvSpPr>
          <p:spPr>
            <a:xfrm>
              <a:off x="1997885" y="3013676"/>
              <a:ext cx="1042669" cy="298450"/>
            </a:xfrm>
            <a:custGeom>
              <a:avLst/>
              <a:gdLst/>
              <a:ahLst/>
              <a:cxnLst/>
              <a:rect l="l" t="t" r="r" b="b"/>
              <a:pathLst>
                <a:path w="1042669" h="298450">
                  <a:moveTo>
                    <a:pt x="26815" y="518"/>
                  </a:moveTo>
                  <a:lnTo>
                    <a:pt x="27248" y="224"/>
                  </a:lnTo>
                  <a:lnTo>
                    <a:pt x="28372" y="0"/>
                  </a:lnTo>
                  <a:lnTo>
                    <a:pt x="26815" y="518"/>
                  </a:lnTo>
                  <a:close/>
                </a:path>
                <a:path w="1042669" h="298450">
                  <a:moveTo>
                    <a:pt x="992202" y="297975"/>
                  </a:moveTo>
                  <a:lnTo>
                    <a:pt x="47273" y="297965"/>
                  </a:lnTo>
                  <a:lnTo>
                    <a:pt x="27248" y="293975"/>
                  </a:lnTo>
                  <a:lnTo>
                    <a:pt x="19183" y="288477"/>
                  </a:lnTo>
                  <a:lnTo>
                    <a:pt x="22938" y="290355"/>
                  </a:lnTo>
                  <a:lnTo>
                    <a:pt x="24462" y="291879"/>
                  </a:lnTo>
                  <a:lnTo>
                    <a:pt x="33606" y="294927"/>
                  </a:lnTo>
                  <a:lnTo>
                    <a:pt x="42750" y="296451"/>
                  </a:lnTo>
                  <a:lnTo>
                    <a:pt x="992251" y="297965"/>
                  </a:lnTo>
                  <a:close/>
                </a:path>
                <a:path w="1042669" h="298450">
                  <a:moveTo>
                    <a:pt x="15507" y="285971"/>
                  </a:moveTo>
                  <a:lnTo>
                    <a:pt x="11317" y="283116"/>
                  </a:lnTo>
                  <a:lnTo>
                    <a:pt x="8771" y="279236"/>
                  </a:lnTo>
                  <a:lnTo>
                    <a:pt x="15507" y="285971"/>
                  </a:lnTo>
                  <a:close/>
                </a:path>
                <a:path w="1042669" h="298450">
                  <a:moveTo>
                    <a:pt x="3126" y="270634"/>
                  </a:moveTo>
                  <a:close/>
                </a:path>
                <a:path w="1042669" h="298450">
                  <a:moveTo>
                    <a:pt x="1602" y="268312"/>
                  </a:moveTo>
                  <a:lnTo>
                    <a:pt x="1066" y="267495"/>
                  </a:lnTo>
                  <a:lnTo>
                    <a:pt x="1602" y="267495"/>
                  </a:lnTo>
                  <a:lnTo>
                    <a:pt x="1602" y="268312"/>
                  </a:lnTo>
                  <a:close/>
                </a:path>
                <a:path w="1042669" h="298450">
                  <a:moveTo>
                    <a:pt x="78" y="263326"/>
                  </a:moveTo>
                  <a:lnTo>
                    <a:pt x="0" y="262923"/>
                  </a:lnTo>
                  <a:lnTo>
                    <a:pt x="78" y="263326"/>
                  </a:lnTo>
                  <a:close/>
                </a:path>
                <a:path w="1042669" h="298450">
                  <a:moveTo>
                    <a:pt x="1033457" y="19083"/>
                  </a:moveTo>
                  <a:lnTo>
                    <a:pt x="1033350" y="18920"/>
                  </a:lnTo>
                  <a:lnTo>
                    <a:pt x="1033457" y="19083"/>
                  </a:lnTo>
                  <a:close/>
                </a:path>
                <a:path w="1042669" h="298450">
                  <a:moveTo>
                    <a:pt x="1036457" y="23655"/>
                  </a:moveTo>
                  <a:close/>
                </a:path>
                <a:path w="1042669" h="298450">
                  <a:moveTo>
                    <a:pt x="1038458" y="26703"/>
                  </a:moveTo>
                  <a:lnTo>
                    <a:pt x="1037922" y="26703"/>
                  </a:lnTo>
                  <a:lnTo>
                    <a:pt x="1037922" y="25887"/>
                  </a:lnTo>
                  <a:lnTo>
                    <a:pt x="1038458" y="26703"/>
                  </a:lnTo>
                  <a:close/>
                </a:path>
                <a:path w="1042669" h="298450">
                  <a:moveTo>
                    <a:pt x="1039524" y="31275"/>
                  </a:moveTo>
                  <a:lnTo>
                    <a:pt x="1039446" y="30873"/>
                  </a:lnTo>
                  <a:lnTo>
                    <a:pt x="1039524" y="31275"/>
                  </a:lnTo>
                  <a:close/>
                </a:path>
                <a:path w="1042669" h="298450">
                  <a:moveTo>
                    <a:pt x="1040990" y="255400"/>
                  </a:moveTo>
                  <a:lnTo>
                    <a:pt x="1042424" y="46153"/>
                  </a:lnTo>
                  <a:lnTo>
                    <a:pt x="1042494" y="247683"/>
                  </a:lnTo>
                  <a:lnTo>
                    <a:pt x="1040990" y="255400"/>
                  </a:lnTo>
                  <a:close/>
                </a:path>
                <a:path w="1042669" h="298450">
                  <a:moveTo>
                    <a:pt x="1036208" y="270924"/>
                  </a:moveTo>
                  <a:lnTo>
                    <a:pt x="1039088" y="265163"/>
                  </a:lnTo>
                  <a:lnTo>
                    <a:pt x="1038708" y="267114"/>
                  </a:lnTo>
                  <a:lnTo>
                    <a:pt x="1036208" y="270924"/>
                  </a:lnTo>
                  <a:close/>
                </a:path>
                <a:path w="1042669" h="298450">
                  <a:moveTo>
                    <a:pt x="1024018" y="285971"/>
                  </a:moveTo>
                  <a:lnTo>
                    <a:pt x="1030752" y="279237"/>
                  </a:lnTo>
                  <a:lnTo>
                    <a:pt x="1028207" y="283116"/>
                  </a:lnTo>
                  <a:lnTo>
                    <a:pt x="1024018" y="285971"/>
                  </a:lnTo>
                  <a:close/>
                </a:path>
                <a:path w="1042669" h="298450">
                  <a:moveTo>
                    <a:pt x="1019231" y="289234"/>
                  </a:moveTo>
                  <a:lnTo>
                    <a:pt x="1019634" y="288831"/>
                  </a:lnTo>
                  <a:lnTo>
                    <a:pt x="1020340" y="288478"/>
                  </a:lnTo>
                  <a:lnTo>
                    <a:pt x="1019231" y="289234"/>
                  </a:lnTo>
                  <a:close/>
                </a:path>
                <a:path w="1042669" h="298450">
                  <a:moveTo>
                    <a:pt x="998298" y="296760"/>
                  </a:moveTo>
                  <a:lnTo>
                    <a:pt x="998298" y="296451"/>
                  </a:lnTo>
                  <a:lnTo>
                    <a:pt x="1005918" y="294927"/>
                  </a:lnTo>
                  <a:lnTo>
                    <a:pt x="1012014" y="293403"/>
                  </a:lnTo>
                  <a:lnTo>
                    <a:pt x="1016144" y="291338"/>
                  </a:lnTo>
                  <a:lnTo>
                    <a:pt x="1012276" y="293975"/>
                  </a:lnTo>
                  <a:lnTo>
                    <a:pt x="998298" y="296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94915" y="3013676"/>
              <a:ext cx="995680" cy="298450"/>
            </a:xfrm>
            <a:custGeom>
              <a:avLst/>
              <a:gdLst/>
              <a:ahLst/>
              <a:cxnLst/>
              <a:rect l="l" t="t" r="r" b="b"/>
              <a:pathLst>
                <a:path w="995680" h="298450">
                  <a:moveTo>
                    <a:pt x="0" y="46515"/>
                  </a:moveTo>
                  <a:lnTo>
                    <a:pt x="0" y="46515"/>
                  </a:lnTo>
                </a:path>
                <a:path w="995680" h="298450">
                  <a:moveTo>
                    <a:pt x="29785" y="518"/>
                  </a:moveTo>
                  <a:lnTo>
                    <a:pt x="30218" y="224"/>
                  </a:lnTo>
                  <a:lnTo>
                    <a:pt x="31342" y="0"/>
                  </a:lnTo>
                </a:path>
                <a:path w="995680" h="298450">
                  <a:moveTo>
                    <a:pt x="995221" y="297965"/>
                  </a:moveTo>
                  <a:lnTo>
                    <a:pt x="50292" y="297975"/>
                  </a:lnTo>
                  <a:lnTo>
                    <a:pt x="30218" y="293975"/>
                  </a:lnTo>
                  <a:lnTo>
                    <a:pt x="22153" y="288477"/>
                  </a:lnTo>
                </a:path>
                <a:path w="995680" h="298450">
                  <a:moveTo>
                    <a:pt x="18476" y="285971"/>
                  </a:moveTo>
                  <a:lnTo>
                    <a:pt x="14287" y="283116"/>
                  </a:lnTo>
                  <a:lnTo>
                    <a:pt x="11741" y="279236"/>
                  </a:lnTo>
                </a:path>
                <a:path w="995680" h="298450">
                  <a:moveTo>
                    <a:pt x="6096" y="270634"/>
                  </a:moveTo>
                  <a:lnTo>
                    <a:pt x="6036" y="270543"/>
                  </a:lnTo>
                </a:path>
                <a:path w="995680" h="298450">
                  <a:moveTo>
                    <a:pt x="4572" y="268312"/>
                  </a:moveTo>
                  <a:lnTo>
                    <a:pt x="4036" y="267495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7885" y="327659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-11430" y="201"/>
                  </a:moveTo>
                  <a:lnTo>
                    <a:pt x="11508" y="201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4915" y="3060192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201168"/>
                  </a:moveTo>
                  <a:lnTo>
                    <a:pt x="0" y="201168"/>
                  </a:ln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84754" y="3025811"/>
              <a:ext cx="67055" cy="29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4915" y="3009900"/>
              <a:ext cx="1045844" cy="302260"/>
            </a:xfrm>
            <a:custGeom>
              <a:avLst/>
              <a:gdLst/>
              <a:ahLst/>
              <a:cxnLst/>
              <a:rect l="l" t="t" r="r" b="b"/>
              <a:pathLst>
                <a:path w="1045844" h="302260">
                  <a:moveTo>
                    <a:pt x="995172" y="301751"/>
                  </a:moveTo>
                  <a:lnTo>
                    <a:pt x="50292" y="301751"/>
                  </a:lnTo>
                  <a:lnTo>
                    <a:pt x="30218" y="297751"/>
                  </a:lnTo>
                  <a:lnTo>
                    <a:pt x="14287" y="286892"/>
                  </a:lnTo>
                  <a:lnTo>
                    <a:pt x="3786" y="270890"/>
                  </a:lnTo>
                  <a:lnTo>
                    <a:pt x="0" y="251459"/>
                  </a:lnTo>
                  <a:lnTo>
                    <a:pt x="0" y="50291"/>
                  </a:lnTo>
                  <a:lnTo>
                    <a:pt x="3786" y="30860"/>
                  </a:lnTo>
                  <a:lnTo>
                    <a:pt x="14287" y="14858"/>
                  </a:lnTo>
                  <a:lnTo>
                    <a:pt x="30218" y="4000"/>
                  </a:lnTo>
                  <a:lnTo>
                    <a:pt x="50292" y="0"/>
                  </a:lnTo>
                  <a:lnTo>
                    <a:pt x="995172" y="0"/>
                  </a:lnTo>
                  <a:lnTo>
                    <a:pt x="1015245" y="4000"/>
                  </a:lnTo>
                  <a:lnTo>
                    <a:pt x="1031176" y="14858"/>
                  </a:lnTo>
                  <a:lnTo>
                    <a:pt x="1041677" y="30860"/>
                  </a:lnTo>
                  <a:lnTo>
                    <a:pt x="1045464" y="50291"/>
                  </a:lnTo>
                  <a:lnTo>
                    <a:pt x="1045464" y="251459"/>
                  </a:lnTo>
                  <a:lnTo>
                    <a:pt x="1041677" y="270890"/>
                  </a:lnTo>
                  <a:lnTo>
                    <a:pt x="1031176" y="286892"/>
                  </a:lnTo>
                  <a:lnTo>
                    <a:pt x="1015245" y="297751"/>
                  </a:lnTo>
                  <a:lnTo>
                    <a:pt x="995172" y="301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4915" y="3009900"/>
              <a:ext cx="1045844" cy="302260"/>
            </a:xfrm>
            <a:custGeom>
              <a:avLst/>
              <a:gdLst/>
              <a:ahLst/>
              <a:cxnLst/>
              <a:rect l="l" t="t" r="r" b="b"/>
              <a:pathLst>
                <a:path w="1045844" h="302260">
                  <a:moveTo>
                    <a:pt x="0" y="50291"/>
                  </a:moveTo>
                  <a:lnTo>
                    <a:pt x="3786" y="30860"/>
                  </a:lnTo>
                  <a:lnTo>
                    <a:pt x="14287" y="14858"/>
                  </a:lnTo>
                  <a:lnTo>
                    <a:pt x="30218" y="4000"/>
                  </a:lnTo>
                  <a:lnTo>
                    <a:pt x="50292" y="0"/>
                  </a:lnTo>
                  <a:lnTo>
                    <a:pt x="995172" y="0"/>
                  </a:lnTo>
                  <a:lnTo>
                    <a:pt x="1015245" y="4000"/>
                  </a:lnTo>
                  <a:lnTo>
                    <a:pt x="1031176" y="14858"/>
                  </a:lnTo>
                  <a:lnTo>
                    <a:pt x="1041677" y="30860"/>
                  </a:lnTo>
                  <a:lnTo>
                    <a:pt x="1045464" y="50291"/>
                  </a:lnTo>
                  <a:lnTo>
                    <a:pt x="1045464" y="251459"/>
                  </a:lnTo>
                  <a:lnTo>
                    <a:pt x="1041677" y="270890"/>
                  </a:lnTo>
                  <a:lnTo>
                    <a:pt x="1031176" y="286892"/>
                  </a:lnTo>
                  <a:lnTo>
                    <a:pt x="1015245" y="297751"/>
                  </a:lnTo>
                  <a:lnTo>
                    <a:pt x="995172" y="301751"/>
                  </a:lnTo>
                  <a:lnTo>
                    <a:pt x="50292" y="301751"/>
                  </a:lnTo>
                  <a:lnTo>
                    <a:pt x="30218" y="297751"/>
                  </a:lnTo>
                  <a:lnTo>
                    <a:pt x="14287" y="286892"/>
                  </a:lnTo>
                  <a:lnTo>
                    <a:pt x="3786" y="270890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22860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03212" y="3036828"/>
            <a:ext cx="626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file_a.txt</a:t>
            </a:r>
            <a:endParaRPr sz="13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55323" y="4714303"/>
            <a:ext cx="2285365" cy="1204595"/>
            <a:chOff x="5255323" y="4714303"/>
            <a:chExt cx="2285365" cy="1204595"/>
          </a:xfrm>
        </p:grpSpPr>
        <p:sp>
          <p:nvSpPr>
            <p:cNvPr id="17" name="object 17"/>
            <p:cNvSpPr/>
            <p:nvPr/>
          </p:nvSpPr>
          <p:spPr>
            <a:xfrm>
              <a:off x="5271515" y="4730495"/>
              <a:ext cx="2252980" cy="1172210"/>
            </a:xfrm>
            <a:custGeom>
              <a:avLst/>
              <a:gdLst/>
              <a:ahLst/>
              <a:cxnLst/>
              <a:rect l="l" t="t" r="r" b="b"/>
              <a:pathLst>
                <a:path w="2252979" h="1172210">
                  <a:moveTo>
                    <a:pt x="2057400" y="1171956"/>
                  </a:moveTo>
                  <a:lnTo>
                    <a:pt x="195072" y="1171956"/>
                  </a:lnTo>
                  <a:lnTo>
                    <a:pt x="150196" y="1166828"/>
                  </a:lnTo>
                  <a:lnTo>
                    <a:pt x="109079" y="1152210"/>
                  </a:lnTo>
                  <a:lnTo>
                    <a:pt x="72867" y="1129248"/>
                  </a:lnTo>
                  <a:lnTo>
                    <a:pt x="42707" y="1099088"/>
                  </a:lnTo>
                  <a:lnTo>
                    <a:pt x="19745" y="1062876"/>
                  </a:lnTo>
                  <a:lnTo>
                    <a:pt x="5127" y="1021759"/>
                  </a:lnTo>
                  <a:lnTo>
                    <a:pt x="0" y="976884"/>
                  </a:lnTo>
                  <a:lnTo>
                    <a:pt x="0" y="195072"/>
                  </a:lnTo>
                  <a:lnTo>
                    <a:pt x="5127" y="150196"/>
                  </a:lnTo>
                  <a:lnTo>
                    <a:pt x="19745" y="109079"/>
                  </a:lnTo>
                  <a:lnTo>
                    <a:pt x="42707" y="72867"/>
                  </a:lnTo>
                  <a:lnTo>
                    <a:pt x="72867" y="42707"/>
                  </a:lnTo>
                  <a:lnTo>
                    <a:pt x="109079" y="19745"/>
                  </a:lnTo>
                  <a:lnTo>
                    <a:pt x="15019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275" y="5127"/>
                  </a:lnTo>
                  <a:lnTo>
                    <a:pt x="2143392" y="19745"/>
                  </a:lnTo>
                  <a:lnTo>
                    <a:pt x="2179604" y="42707"/>
                  </a:lnTo>
                  <a:lnTo>
                    <a:pt x="2209764" y="72867"/>
                  </a:lnTo>
                  <a:lnTo>
                    <a:pt x="2232726" y="109079"/>
                  </a:lnTo>
                  <a:lnTo>
                    <a:pt x="2247344" y="150196"/>
                  </a:lnTo>
                  <a:lnTo>
                    <a:pt x="2252472" y="195072"/>
                  </a:lnTo>
                  <a:lnTo>
                    <a:pt x="2252472" y="976884"/>
                  </a:lnTo>
                  <a:lnTo>
                    <a:pt x="2247344" y="1021759"/>
                  </a:lnTo>
                  <a:lnTo>
                    <a:pt x="2232726" y="1062876"/>
                  </a:lnTo>
                  <a:lnTo>
                    <a:pt x="2209764" y="1099088"/>
                  </a:lnTo>
                  <a:lnTo>
                    <a:pt x="2179604" y="1129248"/>
                  </a:lnTo>
                  <a:lnTo>
                    <a:pt x="2143392" y="1152210"/>
                  </a:lnTo>
                  <a:lnTo>
                    <a:pt x="2102275" y="1166828"/>
                  </a:lnTo>
                  <a:lnTo>
                    <a:pt x="2057400" y="1171956"/>
                  </a:lnTo>
                  <a:close/>
                </a:path>
              </a:pathLst>
            </a:custGeom>
            <a:solidFill>
              <a:srgbClr val="70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71515" y="4730495"/>
              <a:ext cx="2252980" cy="1172210"/>
            </a:xfrm>
            <a:custGeom>
              <a:avLst/>
              <a:gdLst/>
              <a:ahLst/>
              <a:cxnLst/>
              <a:rect l="l" t="t" r="r" b="b"/>
              <a:pathLst>
                <a:path w="2252979" h="1172210">
                  <a:moveTo>
                    <a:pt x="0" y="195072"/>
                  </a:moveTo>
                  <a:lnTo>
                    <a:pt x="5127" y="150196"/>
                  </a:lnTo>
                  <a:lnTo>
                    <a:pt x="19745" y="109079"/>
                  </a:lnTo>
                  <a:lnTo>
                    <a:pt x="42707" y="72867"/>
                  </a:lnTo>
                  <a:lnTo>
                    <a:pt x="72867" y="42707"/>
                  </a:lnTo>
                  <a:lnTo>
                    <a:pt x="109079" y="19745"/>
                  </a:lnTo>
                  <a:lnTo>
                    <a:pt x="15019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275" y="5127"/>
                  </a:lnTo>
                  <a:lnTo>
                    <a:pt x="2143392" y="19745"/>
                  </a:lnTo>
                  <a:lnTo>
                    <a:pt x="2179604" y="42707"/>
                  </a:lnTo>
                  <a:lnTo>
                    <a:pt x="2209764" y="72867"/>
                  </a:lnTo>
                  <a:lnTo>
                    <a:pt x="2232726" y="109079"/>
                  </a:lnTo>
                  <a:lnTo>
                    <a:pt x="2247344" y="150196"/>
                  </a:lnTo>
                  <a:lnTo>
                    <a:pt x="2252472" y="195072"/>
                  </a:lnTo>
                  <a:lnTo>
                    <a:pt x="2252472" y="976884"/>
                  </a:lnTo>
                  <a:lnTo>
                    <a:pt x="2247344" y="1021759"/>
                  </a:lnTo>
                  <a:lnTo>
                    <a:pt x="2232726" y="1062876"/>
                  </a:lnTo>
                  <a:lnTo>
                    <a:pt x="2209764" y="1099088"/>
                  </a:lnTo>
                  <a:lnTo>
                    <a:pt x="2179604" y="1129248"/>
                  </a:lnTo>
                  <a:lnTo>
                    <a:pt x="2143392" y="1152210"/>
                  </a:lnTo>
                  <a:lnTo>
                    <a:pt x="2102275" y="1166828"/>
                  </a:lnTo>
                  <a:lnTo>
                    <a:pt x="2057400" y="1171956"/>
                  </a:lnTo>
                  <a:lnTo>
                    <a:pt x="195072" y="1171956"/>
                  </a:lnTo>
                  <a:lnTo>
                    <a:pt x="150196" y="1166828"/>
                  </a:lnTo>
                  <a:lnTo>
                    <a:pt x="109079" y="1152210"/>
                  </a:lnTo>
                  <a:lnTo>
                    <a:pt x="72867" y="1129248"/>
                  </a:lnTo>
                  <a:lnTo>
                    <a:pt x="42707" y="1099088"/>
                  </a:lnTo>
                  <a:lnTo>
                    <a:pt x="19745" y="1062876"/>
                  </a:lnTo>
                  <a:lnTo>
                    <a:pt x="5127" y="1021759"/>
                  </a:lnTo>
                  <a:lnTo>
                    <a:pt x="0" y="976884"/>
                  </a:lnTo>
                  <a:lnTo>
                    <a:pt x="0" y="195072"/>
                  </a:lnTo>
                  <a:close/>
                </a:path>
              </a:pathLst>
            </a:custGeom>
            <a:ln w="32004">
              <a:solidFill>
                <a:srgbClr val="507E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89921" y="5178060"/>
            <a:ext cx="6578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450" b="1" spc="25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r>
              <a:rPr sz="1450" b="1" spc="-3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450" b="1" spc="35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1450" b="1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1450" b="1" spc="20" dirty="0">
                <a:solidFill>
                  <a:srgbClr val="FFFFFF"/>
                </a:solidFill>
                <a:latin typeface="Carlito"/>
                <a:cs typeface="Carlito"/>
              </a:rPr>
              <a:t>h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90309" y="5354573"/>
            <a:ext cx="1069975" cy="324485"/>
            <a:chOff x="6290309" y="5354573"/>
            <a:chExt cx="1069975" cy="324485"/>
          </a:xfrm>
        </p:grpSpPr>
        <p:sp>
          <p:nvSpPr>
            <p:cNvPr id="21" name="object 21"/>
            <p:cNvSpPr/>
            <p:nvPr/>
          </p:nvSpPr>
          <p:spPr>
            <a:xfrm>
              <a:off x="6302994" y="5388675"/>
              <a:ext cx="1045844" cy="278130"/>
            </a:xfrm>
            <a:custGeom>
              <a:avLst/>
              <a:gdLst/>
              <a:ahLst/>
              <a:cxnLst/>
              <a:rect l="l" t="t" r="r" b="b"/>
              <a:pathLst>
                <a:path w="1045845" h="278129">
                  <a:moveTo>
                    <a:pt x="995440" y="277556"/>
                  </a:moveTo>
                  <a:lnTo>
                    <a:pt x="49036" y="277556"/>
                  </a:lnTo>
                  <a:lnTo>
                    <a:pt x="41647" y="276034"/>
                  </a:lnTo>
                  <a:lnTo>
                    <a:pt x="995510" y="277541"/>
                  </a:lnTo>
                  <a:close/>
                </a:path>
                <a:path w="1045845" h="278129">
                  <a:moveTo>
                    <a:pt x="33093" y="274273"/>
                  </a:moveTo>
                  <a:lnTo>
                    <a:pt x="29605" y="273555"/>
                  </a:lnTo>
                  <a:lnTo>
                    <a:pt x="27472" y="272108"/>
                  </a:lnTo>
                  <a:lnTo>
                    <a:pt x="29224" y="272984"/>
                  </a:lnTo>
                  <a:lnTo>
                    <a:pt x="33093" y="274273"/>
                  </a:lnTo>
                  <a:close/>
                </a:path>
                <a:path w="1045845" h="278129">
                  <a:moveTo>
                    <a:pt x="15974" y="264305"/>
                  </a:moveTo>
                  <a:lnTo>
                    <a:pt x="13603" y="262697"/>
                  </a:lnTo>
                  <a:lnTo>
                    <a:pt x="11995" y="260327"/>
                  </a:lnTo>
                  <a:lnTo>
                    <a:pt x="15974" y="264305"/>
                  </a:lnTo>
                  <a:close/>
                </a:path>
                <a:path w="1045845" h="278129">
                  <a:moveTo>
                    <a:pt x="6364" y="252028"/>
                  </a:moveTo>
                  <a:lnTo>
                    <a:pt x="5560" y="250844"/>
                  </a:lnTo>
                  <a:lnTo>
                    <a:pt x="6364" y="251648"/>
                  </a:lnTo>
                  <a:lnTo>
                    <a:pt x="6364" y="252028"/>
                  </a:lnTo>
                  <a:close/>
                </a:path>
                <a:path w="1045845" h="278129">
                  <a:moveTo>
                    <a:pt x="3316" y="247537"/>
                  </a:moveTo>
                  <a:lnTo>
                    <a:pt x="2745" y="246695"/>
                  </a:lnTo>
                  <a:lnTo>
                    <a:pt x="2510" y="245552"/>
                  </a:lnTo>
                  <a:lnTo>
                    <a:pt x="3316" y="245552"/>
                  </a:lnTo>
                  <a:lnTo>
                    <a:pt x="3316" y="247537"/>
                  </a:lnTo>
                  <a:close/>
                </a:path>
                <a:path w="1045845" h="278129">
                  <a:moveTo>
                    <a:pt x="1792" y="242067"/>
                  </a:moveTo>
                  <a:lnTo>
                    <a:pt x="1568" y="240980"/>
                  </a:lnTo>
                  <a:lnTo>
                    <a:pt x="1792" y="240980"/>
                  </a:lnTo>
                  <a:lnTo>
                    <a:pt x="1792" y="242067"/>
                  </a:lnTo>
                  <a:close/>
                </a:path>
                <a:path w="1045845" h="278129">
                  <a:moveTo>
                    <a:pt x="268" y="234665"/>
                  </a:moveTo>
                  <a:lnTo>
                    <a:pt x="0" y="233360"/>
                  </a:lnTo>
                  <a:lnTo>
                    <a:pt x="268" y="233360"/>
                  </a:lnTo>
                  <a:lnTo>
                    <a:pt x="268" y="234665"/>
                  </a:lnTo>
                  <a:close/>
                </a:path>
                <a:path w="1045845" h="278129">
                  <a:moveTo>
                    <a:pt x="1036717" y="188"/>
                  </a:moveTo>
                  <a:lnTo>
                    <a:pt x="1036588" y="188"/>
                  </a:lnTo>
                  <a:lnTo>
                    <a:pt x="1036588" y="0"/>
                  </a:lnTo>
                  <a:lnTo>
                    <a:pt x="1036717" y="188"/>
                  </a:lnTo>
                  <a:close/>
                </a:path>
                <a:path w="1045845" h="278129">
                  <a:moveTo>
                    <a:pt x="1038794" y="3236"/>
                  </a:moveTo>
                  <a:lnTo>
                    <a:pt x="1038112" y="3236"/>
                  </a:lnTo>
                  <a:lnTo>
                    <a:pt x="1038112" y="2235"/>
                  </a:lnTo>
                  <a:lnTo>
                    <a:pt x="1038794" y="3236"/>
                  </a:lnTo>
                  <a:close/>
                </a:path>
                <a:path w="1045845" h="278129">
                  <a:moveTo>
                    <a:pt x="1041784" y="7808"/>
                  </a:moveTo>
                  <a:lnTo>
                    <a:pt x="1041160" y="7808"/>
                  </a:lnTo>
                  <a:lnTo>
                    <a:pt x="1041160" y="6707"/>
                  </a:lnTo>
                  <a:lnTo>
                    <a:pt x="1041732" y="7546"/>
                  </a:lnTo>
                  <a:lnTo>
                    <a:pt x="1041784" y="7808"/>
                  </a:lnTo>
                  <a:close/>
                </a:path>
                <a:path w="1045845" h="278129">
                  <a:moveTo>
                    <a:pt x="1042999" y="13904"/>
                  </a:moveTo>
                  <a:lnTo>
                    <a:pt x="1042684" y="13904"/>
                  </a:lnTo>
                  <a:lnTo>
                    <a:pt x="1042684" y="12324"/>
                  </a:lnTo>
                  <a:lnTo>
                    <a:pt x="1042999" y="13904"/>
                  </a:lnTo>
                  <a:close/>
                </a:path>
                <a:path w="1045845" h="278129">
                  <a:moveTo>
                    <a:pt x="1044518" y="21524"/>
                  </a:moveTo>
                  <a:lnTo>
                    <a:pt x="1044208" y="21524"/>
                  </a:lnTo>
                  <a:lnTo>
                    <a:pt x="1044208" y="19972"/>
                  </a:lnTo>
                  <a:lnTo>
                    <a:pt x="1044518" y="21524"/>
                  </a:lnTo>
                  <a:close/>
                </a:path>
                <a:path w="1045845" h="278129">
                  <a:moveTo>
                    <a:pt x="1039859" y="249454"/>
                  </a:moveTo>
                  <a:lnTo>
                    <a:pt x="1042684" y="240980"/>
                  </a:lnTo>
                  <a:lnTo>
                    <a:pt x="1044208" y="233360"/>
                  </a:lnTo>
                  <a:lnTo>
                    <a:pt x="1045690" y="27406"/>
                  </a:lnTo>
                  <a:lnTo>
                    <a:pt x="1045732" y="227264"/>
                  </a:lnTo>
                  <a:lnTo>
                    <a:pt x="1041732" y="246695"/>
                  </a:lnTo>
                  <a:lnTo>
                    <a:pt x="1039859" y="249454"/>
                  </a:lnTo>
                  <a:close/>
                </a:path>
                <a:path w="1045845" h="278129">
                  <a:moveTo>
                    <a:pt x="1037388" y="253097"/>
                  </a:moveTo>
                  <a:lnTo>
                    <a:pt x="1038112" y="251648"/>
                  </a:lnTo>
                  <a:lnTo>
                    <a:pt x="1038917" y="250843"/>
                  </a:lnTo>
                  <a:lnTo>
                    <a:pt x="1037388" y="253097"/>
                  </a:lnTo>
                  <a:close/>
                </a:path>
                <a:path w="1045845" h="278129">
                  <a:moveTo>
                    <a:pt x="1028502" y="264306"/>
                  </a:moveTo>
                  <a:lnTo>
                    <a:pt x="1032483" y="260325"/>
                  </a:lnTo>
                  <a:lnTo>
                    <a:pt x="1030873" y="262697"/>
                  </a:lnTo>
                  <a:lnTo>
                    <a:pt x="1028502" y="264306"/>
                  </a:lnTo>
                  <a:close/>
                </a:path>
                <a:path w="1045845" h="278129">
                  <a:moveTo>
                    <a:pt x="1011383" y="274274"/>
                  </a:moveTo>
                  <a:lnTo>
                    <a:pt x="1015252" y="272984"/>
                  </a:lnTo>
                  <a:lnTo>
                    <a:pt x="1017006" y="272107"/>
                  </a:lnTo>
                  <a:lnTo>
                    <a:pt x="1014871" y="273555"/>
                  </a:lnTo>
                  <a:lnTo>
                    <a:pt x="1011383" y="274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4642" y="5664710"/>
              <a:ext cx="954405" cy="1905"/>
            </a:xfrm>
            <a:custGeom>
              <a:avLst/>
              <a:gdLst/>
              <a:ahLst/>
              <a:cxnLst/>
              <a:rect l="l" t="t" r="r" b="b"/>
              <a:pathLst>
                <a:path w="954404" h="1904">
                  <a:moveTo>
                    <a:pt x="-11430" y="760"/>
                  </a:moveTo>
                  <a:lnTo>
                    <a:pt x="965293" y="760"/>
                  </a:lnTo>
                </a:path>
              </a:pathLst>
            </a:custGeom>
            <a:ln w="24381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02994" y="5622035"/>
              <a:ext cx="33655" cy="41275"/>
            </a:xfrm>
            <a:custGeom>
              <a:avLst/>
              <a:gdLst/>
              <a:ahLst/>
              <a:cxnLst/>
              <a:rect l="l" t="t" r="r" b="b"/>
              <a:pathLst>
                <a:path w="33654" h="41275">
                  <a:moveTo>
                    <a:pt x="33093" y="40913"/>
                  </a:moveTo>
                  <a:lnTo>
                    <a:pt x="29605" y="40195"/>
                  </a:lnTo>
                  <a:lnTo>
                    <a:pt x="27472" y="38747"/>
                  </a:lnTo>
                </a:path>
                <a:path w="33654" h="41275">
                  <a:moveTo>
                    <a:pt x="15974" y="30945"/>
                  </a:moveTo>
                  <a:lnTo>
                    <a:pt x="13603" y="29337"/>
                  </a:lnTo>
                  <a:lnTo>
                    <a:pt x="11995" y="26966"/>
                  </a:lnTo>
                </a:path>
                <a:path w="33654" h="41275">
                  <a:moveTo>
                    <a:pt x="6364" y="18668"/>
                  </a:moveTo>
                  <a:lnTo>
                    <a:pt x="5560" y="17484"/>
                  </a:lnTo>
                </a:path>
                <a:path w="33654" h="41275">
                  <a:moveTo>
                    <a:pt x="3316" y="14176"/>
                  </a:moveTo>
                  <a:lnTo>
                    <a:pt x="2745" y="13335"/>
                  </a:lnTo>
                  <a:lnTo>
                    <a:pt x="2510" y="12192"/>
                  </a:lnTo>
                </a:path>
                <a:path w="33654" h="41275">
                  <a:moveTo>
                    <a:pt x="1792" y="8707"/>
                  </a:moveTo>
                  <a:lnTo>
                    <a:pt x="1568" y="7620"/>
                  </a:lnTo>
                </a:path>
                <a:path w="33654" h="41275">
                  <a:moveTo>
                    <a:pt x="268" y="1305"/>
                  </a:move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9583" y="5388675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-11429" y="94"/>
                  </a:moveTo>
                  <a:lnTo>
                    <a:pt x="11558" y="94"/>
                  </a:lnTo>
                </a:path>
              </a:pathLst>
            </a:custGeom>
            <a:ln w="23048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4378" y="5390911"/>
              <a:ext cx="34925" cy="272415"/>
            </a:xfrm>
            <a:custGeom>
              <a:avLst/>
              <a:gdLst/>
              <a:ahLst/>
              <a:cxnLst/>
              <a:rect l="l" t="t" r="r" b="b"/>
              <a:pathLst>
                <a:path w="34925" h="272414">
                  <a:moveTo>
                    <a:pt x="26729" y="0"/>
                  </a:moveTo>
                  <a:lnTo>
                    <a:pt x="27411" y="1000"/>
                  </a:lnTo>
                </a:path>
                <a:path w="34925" h="272414">
                  <a:moveTo>
                    <a:pt x="29777" y="4471"/>
                  </a:moveTo>
                  <a:lnTo>
                    <a:pt x="30349" y="5310"/>
                  </a:lnTo>
                  <a:lnTo>
                    <a:pt x="30401" y="5572"/>
                  </a:lnTo>
                </a:path>
                <a:path w="34925" h="272414">
                  <a:moveTo>
                    <a:pt x="31301" y="10089"/>
                  </a:moveTo>
                  <a:lnTo>
                    <a:pt x="31616" y="11668"/>
                  </a:lnTo>
                </a:path>
                <a:path w="34925" h="272414">
                  <a:moveTo>
                    <a:pt x="32825" y="17736"/>
                  </a:moveTo>
                  <a:lnTo>
                    <a:pt x="33134" y="19288"/>
                  </a:lnTo>
                </a:path>
                <a:path w="34925" h="272414">
                  <a:moveTo>
                    <a:pt x="34307" y="25171"/>
                  </a:moveTo>
                  <a:lnTo>
                    <a:pt x="34349" y="25384"/>
                  </a:lnTo>
                  <a:lnTo>
                    <a:pt x="34349" y="225028"/>
                  </a:lnTo>
                  <a:lnTo>
                    <a:pt x="30349" y="244459"/>
                  </a:lnTo>
                  <a:lnTo>
                    <a:pt x="28476" y="247219"/>
                  </a:lnTo>
                </a:path>
                <a:path w="34925" h="272414">
                  <a:moveTo>
                    <a:pt x="27534" y="248607"/>
                  </a:moveTo>
                  <a:lnTo>
                    <a:pt x="26004" y="250861"/>
                  </a:lnTo>
                </a:path>
                <a:path w="34925" h="272414">
                  <a:moveTo>
                    <a:pt x="21099" y="258089"/>
                  </a:moveTo>
                  <a:lnTo>
                    <a:pt x="19490" y="260461"/>
                  </a:lnTo>
                  <a:lnTo>
                    <a:pt x="17119" y="262070"/>
                  </a:lnTo>
                </a:path>
                <a:path w="34925" h="272414">
                  <a:moveTo>
                    <a:pt x="5623" y="269871"/>
                  </a:moveTo>
                  <a:lnTo>
                    <a:pt x="3488" y="271319"/>
                  </a:lnTo>
                  <a:lnTo>
                    <a:pt x="0" y="272038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1739" y="5366003"/>
              <a:ext cx="1047115" cy="300355"/>
            </a:xfrm>
            <a:custGeom>
              <a:avLst/>
              <a:gdLst/>
              <a:ahLst/>
              <a:cxnLst/>
              <a:rect l="l" t="t" r="r" b="b"/>
              <a:pathLst>
                <a:path w="1047115" h="300354">
                  <a:moveTo>
                    <a:pt x="996696" y="300228"/>
                  </a:moveTo>
                  <a:lnTo>
                    <a:pt x="50292" y="300228"/>
                  </a:lnTo>
                  <a:lnTo>
                    <a:pt x="30860" y="296227"/>
                  </a:lnTo>
                  <a:lnTo>
                    <a:pt x="14858" y="285369"/>
                  </a:lnTo>
                  <a:lnTo>
                    <a:pt x="4000" y="269367"/>
                  </a:lnTo>
                  <a:lnTo>
                    <a:pt x="0" y="249936"/>
                  </a:lnTo>
                  <a:lnTo>
                    <a:pt x="0" y="50292"/>
                  </a:lnTo>
                  <a:lnTo>
                    <a:pt x="4000" y="30218"/>
                  </a:lnTo>
                  <a:lnTo>
                    <a:pt x="14859" y="14287"/>
                  </a:lnTo>
                  <a:lnTo>
                    <a:pt x="30860" y="3786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3786"/>
                  </a:lnTo>
                  <a:lnTo>
                    <a:pt x="1032129" y="14287"/>
                  </a:lnTo>
                  <a:lnTo>
                    <a:pt x="1042987" y="30218"/>
                  </a:lnTo>
                  <a:lnTo>
                    <a:pt x="1046988" y="50292"/>
                  </a:lnTo>
                  <a:lnTo>
                    <a:pt x="1046988" y="249936"/>
                  </a:lnTo>
                  <a:lnTo>
                    <a:pt x="1042987" y="269367"/>
                  </a:lnTo>
                  <a:lnTo>
                    <a:pt x="1032129" y="285369"/>
                  </a:lnTo>
                  <a:lnTo>
                    <a:pt x="1016126" y="296227"/>
                  </a:lnTo>
                  <a:lnTo>
                    <a:pt x="996696" y="3002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1739" y="5366003"/>
              <a:ext cx="1047115" cy="300355"/>
            </a:xfrm>
            <a:custGeom>
              <a:avLst/>
              <a:gdLst/>
              <a:ahLst/>
              <a:cxnLst/>
              <a:rect l="l" t="t" r="r" b="b"/>
              <a:pathLst>
                <a:path w="1047115" h="300354">
                  <a:moveTo>
                    <a:pt x="0" y="50292"/>
                  </a:moveTo>
                  <a:lnTo>
                    <a:pt x="4000" y="30218"/>
                  </a:lnTo>
                  <a:lnTo>
                    <a:pt x="14859" y="14287"/>
                  </a:lnTo>
                  <a:lnTo>
                    <a:pt x="30860" y="3786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3786"/>
                  </a:lnTo>
                  <a:lnTo>
                    <a:pt x="1032129" y="14287"/>
                  </a:lnTo>
                  <a:lnTo>
                    <a:pt x="1042987" y="30218"/>
                  </a:lnTo>
                  <a:lnTo>
                    <a:pt x="1046988" y="50292"/>
                  </a:lnTo>
                  <a:lnTo>
                    <a:pt x="1046988" y="249936"/>
                  </a:lnTo>
                  <a:lnTo>
                    <a:pt x="1042987" y="269367"/>
                  </a:lnTo>
                  <a:lnTo>
                    <a:pt x="1032129" y="285369"/>
                  </a:lnTo>
                  <a:lnTo>
                    <a:pt x="1016126" y="296227"/>
                  </a:lnTo>
                  <a:lnTo>
                    <a:pt x="996696" y="300228"/>
                  </a:lnTo>
                  <a:lnTo>
                    <a:pt x="50292" y="300228"/>
                  </a:lnTo>
                  <a:lnTo>
                    <a:pt x="30860" y="296227"/>
                  </a:lnTo>
                  <a:lnTo>
                    <a:pt x="14858" y="285369"/>
                  </a:lnTo>
                  <a:lnTo>
                    <a:pt x="4000" y="269367"/>
                  </a:lnTo>
                  <a:lnTo>
                    <a:pt x="0" y="249936"/>
                  </a:lnTo>
                  <a:lnTo>
                    <a:pt x="0" y="50292"/>
                  </a:lnTo>
                  <a:close/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06993" y="5391414"/>
            <a:ext cx="6350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file_b.txt</a:t>
            </a:r>
            <a:endParaRPr sz="13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90309" y="4888229"/>
            <a:ext cx="1069975" cy="325120"/>
            <a:chOff x="6290309" y="4888229"/>
            <a:chExt cx="1069975" cy="325120"/>
          </a:xfrm>
        </p:grpSpPr>
        <p:sp>
          <p:nvSpPr>
            <p:cNvPr id="30" name="object 30"/>
            <p:cNvSpPr/>
            <p:nvPr/>
          </p:nvSpPr>
          <p:spPr>
            <a:xfrm>
              <a:off x="6302681" y="4918448"/>
              <a:ext cx="1046480" cy="283210"/>
            </a:xfrm>
            <a:custGeom>
              <a:avLst/>
              <a:gdLst/>
              <a:ahLst/>
              <a:cxnLst/>
              <a:rect l="l" t="t" r="r" b="b"/>
              <a:pathLst>
                <a:path w="1046479" h="283210">
                  <a:moveTo>
                    <a:pt x="995754" y="282962"/>
                  </a:moveTo>
                  <a:lnTo>
                    <a:pt x="49339" y="282960"/>
                  </a:lnTo>
                  <a:lnTo>
                    <a:pt x="29919" y="278962"/>
                  </a:lnTo>
                  <a:lnTo>
                    <a:pt x="13917" y="268103"/>
                  </a:lnTo>
                  <a:lnTo>
                    <a:pt x="13659" y="267723"/>
                  </a:lnTo>
                  <a:lnTo>
                    <a:pt x="14298" y="267723"/>
                  </a:lnTo>
                  <a:lnTo>
                    <a:pt x="17346" y="269247"/>
                  </a:lnTo>
                  <a:lnTo>
                    <a:pt x="20394" y="272295"/>
                  </a:lnTo>
                  <a:lnTo>
                    <a:pt x="23442" y="273819"/>
                  </a:lnTo>
                  <a:lnTo>
                    <a:pt x="995766" y="282960"/>
                  </a:lnTo>
                  <a:close/>
                </a:path>
                <a:path w="1046479" h="283210">
                  <a:moveTo>
                    <a:pt x="12774" y="266419"/>
                  </a:moveTo>
                  <a:lnTo>
                    <a:pt x="9092" y="260992"/>
                  </a:lnTo>
                  <a:lnTo>
                    <a:pt x="12774" y="264675"/>
                  </a:lnTo>
                  <a:lnTo>
                    <a:pt x="12774" y="266419"/>
                  </a:lnTo>
                  <a:close/>
                </a:path>
                <a:path w="1046479" h="283210">
                  <a:moveTo>
                    <a:pt x="6678" y="257435"/>
                  </a:moveTo>
                  <a:lnTo>
                    <a:pt x="6420" y="257055"/>
                  </a:lnTo>
                  <a:lnTo>
                    <a:pt x="6678" y="257055"/>
                  </a:lnTo>
                  <a:lnTo>
                    <a:pt x="6678" y="257435"/>
                  </a:lnTo>
                  <a:close/>
                </a:path>
                <a:path w="1046479" h="283210">
                  <a:moveTo>
                    <a:pt x="5154" y="255189"/>
                  </a:moveTo>
                  <a:lnTo>
                    <a:pt x="4351" y="254007"/>
                  </a:lnTo>
                  <a:lnTo>
                    <a:pt x="5154" y="254007"/>
                  </a:lnTo>
                  <a:lnTo>
                    <a:pt x="5154" y="255189"/>
                  </a:lnTo>
                  <a:close/>
                </a:path>
                <a:path w="1046479" h="283210">
                  <a:moveTo>
                    <a:pt x="3630" y="252943"/>
                  </a:moveTo>
                  <a:lnTo>
                    <a:pt x="3059" y="252101"/>
                  </a:lnTo>
                  <a:lnTo>
                    <a:pt x="2823" y="250959"/>
                  </a:lnTo>
                  <a:lnTo>
                    <a:pt x="3630" y="250959"/>
                  </a:lnTo>
                  <a:lnTo>
                    <a:pt x="3630" y="252943"/>
                  </a:lnTo>
                  <a:close/>
                </a:path>
                <a:path w="1046479" h="283210">
                  <a:moveTo>
                    <a:pt x="2106" y="247474"/>
                  </a:moveTo>
                  <a:lnTo>
                    <a:pt x="1882" y="246387"/>
                  </a:lnTo>
                  <a:lnTo>
                    <a:pt x="2106" y="246387"/>
                  </a:lnTo>
                  <a:lnTo>
                    <a:pt x="2106" y="247474"/>
                  </a:lnTo>
                  <a:close/>
                </a:path>
                <a:path w="1046479" h="283210">
                  <a:moveTo>
                    <a:pt x="582" y="240072"/>
                  </a:moveTo>
                  <a:lnTo>
                    <a:pt x="0" y="237243"/>
                  </a:lnTo>
                  <a:lnTo>
                    <a:pt x="582" y="237243"/>
                  </a:lnTo>
                  <a:lnTo>
                    <a:pt x="582" y="240072"/>
                  </a:lnTo>
                  <a:close/>
                </a:path>
                <a:path w="1046479" h="283210">
                  <a:moveTo>
                    <a:pt x="1034548" y="1023"/>
                  </a:moveTo>
                  <a:lnTo>
                    <a:pt x="1033854" y="1023"/>
                  </a:lnTo>
                  <a:lnTo>
                    <a:pt x="1033854" y="0"/>
                  </a:lnTo>
                  <a:lnTo>
                    <a:pt x="1034548" y="1023"/>
                  </a:lnTo>
                  <a:close/>
                </a:path>
                <a:path w="1046479" h="283210">
                  <a:moveTo>
                    <a:pt x="1038685" y="7119"/>
                  </a:moveTo>
                  <a:lnTo>
                    <a:pt x="1038426" y="7119"/>
                  </a:lnTo>
                  <a:lnTo>
                    <a:pt x="1038426" y="6737"/>
                  </a:lnTo>
                  <a:lnTo>
                    <a:pt x="1038685" y="7119"/>
                  </a:lnTo>
                  <a:close/>
                </a:path>
                <a:path w="1046479" h="283210">
                  <a:moveTo>
                    <a:pt x="1040753" y="10167"/>
                  </a:moveTo>
                  <a:lnTo>
                    <a:pt x="1039950" y="10167"/>
                  </a:lnTo>
                  <a:lnTo>
                    <a:pt x="1039950" y="8983"/>
                  </a:lnTo>
                  <a:lnTo>
                    <a:pt x="1040753" y="10167"/>
                  </a:lnTo>
                  <a:close/>
                </a:path>
                <a:path w="1046479" h="283210">
                  <a:moveTo>
                    <a:pt x="1042281" y="13215"/>
                  </a:moveTo>
                  <a:lnTo>
                    <a:pt x="1041474" y="13215"/>
                  </a:lnTo>
                  <a:lnTo>
                    <a:pt x="1041474" y="11229"/>
                  </a:lnTo>
                  <a:lnTo>
                    <a:pt x="1042046" y="12071"/>
                  </a:lnTo>
                  <a:lnTo>
                    <a:pt x="1042281" y="13215"/>
                  </a:lnTo>
                  <a:close/>
                </a:path>
                <a:path w="1046479" h="283210">
                  <a:moveTo>
                    <a:pt x="1043222" y="17787"/>
                  </a:moveTo>
                  <a:lnTo>
                    <a:pt x="1042998" y="17787"/>
                  </a:lnTo>
                  <a:lnTo>
                    <a:pt x="1042998" y="16697"/>
                  </a:lnTo>
                  <a:lnTo>
                    <a:pt x="1043222" y="17787"/>
                  </a:lnTo>
                  <a:close/>
                </a:path>
                <a:path w="1046479" h="283210">
                  <a:moveTo>
                    <a:pt x="1045105" y="26931"/>
                  </a:moveTo>
                  <a:lnTo>
                    <a:pt x="1044522" y="26931"/>
                  </a:lnTo>
                  <a:lnTo>
                    <a:pt x="1044522" y="24099"/>
                  </a:lnTo>
                  <a:lnTo>
                    <a:pt x="1045105" y="26931"/>
                  </a:lnTo>
                  <a:close/>
                </a:path>
                <a:path w="1046479" h="283210">
                  <a:moveTo>
                    <a:pt x="1037702" y="258503"/>
                  </a:moveTo>
                  <a:lnTo>
                    <a:pt x="1041474" y="250959"/>
                  </a:lnTo>
                  <a:lnTo>
                    <a:pt x="1042998" y="246387"/>
                  </a:lnTo>
                  <a:lnTo>
                    <a:pt x="1044522" y="237243"/>
                  </a:lnTo>
                  <a:lnTo>
                    <a:pt x="1046014" y="31346"/>
                  </a:lnTo>
                  <a:lnTo>
                    <a:pt x="1046046" y="232670"/>
                  </a:lnTo>
                  <a:lnTo>
                    <a:pt x="1042046" y="252101"/>
                  </a:lnTo>
                  <a:lnTo>
                    <a:pt x="1037702" y="258503"/>
                  </a:lnTo>
                  <a:close/>
                </a:path>
                <a:path w="1046479" h="283210">
                  <a:moveTo>
                    <a:pt x="997278" y="282649"/>
                  </a:moveTo>
                  <a:lnTo>
                    <a:pt x="997278" y="281439"/>
                  </a:lnTo>
                  <a:lnTo>
                    <a:pt x="1007946" y="279915"/>
                  </a:lnTo>
                  <a:lnTo>
                    <a:pt x="1017090" y="276867"/>
                  </a:lnTo>
                  <a:lnTo>
                    <a:pt x="1020138" y="275343"/>
                  </a:lnTo>
                  <a:lnTo>
                    <a:pt x="1021662" y="273819"/>
                  </a:lnTo>
                  <a:lnTo>
                    <a:pt x="1024710" y="272295"/>
                  </a:lnTo>
                  <a:lnTo>
                    <a:pt x="1027758" y="269247"/>
                  </a:lnTo>
                  <a:lnTo>
                    <a:pt x="1030806" y="267723"/>
                  </a:lnTo>
                  <a:lnTo>
                    <a:pt x="1032330" y="264675"/>
                  </a:lnTo>
                  <a:lnTo>
                    <a:pt x="1036014" y="260991"/>
                  </a:lnTo>
                  <a:lnTo>
                    <a:pt x="1031187" y="268103"/>
                  </a:lnTo>
                  <a:lnTo>
                    <a:pt x="1015185" y="278962"/>
                  </a:lnTo>
                  <a:lnTo>
                    <a:pt x="997278" y="282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02681" y="4899659"/>
              <a:ext cx="996315" cy="302260"/>
            </a:xfrm>
            <a:custGeom>
              <a:avLst/>
              <a:gdLst/>
              <a:ahLst/>
              <a:cxnLst/>
              <a:rect l="l" t="t" r="r" b="b"/>
              <a:pathLst>
                <a:path w="996315" h="302260">
                  <a:moveTo>
                    <a:pt x="49350" y="0"/>
                  </a:moveTo>
                  <a:lnTo>
                    <a:pt x="995754" y="0"/>
                  </a:lnTo>
                </a:path>
                <a:path w="996315" h="302260">
                  <a:moveTo>
                    <a:pt x="995766" y="301749"/>
                  </a:moveTo>
                  <a:lnTo>
                    <a:pt x="49350" y="301752"/>
                  </a:lnTo>
                  <a:lnTo>
                    <a:pt x="29919" y="297751"/>
                  </a:lnTo>
                  <a:lnTo>
                    <a:pt x="13917" y="286893"/>
                  </a:lnTo>
                  <a:lnTo>
                    <a:pt x="13659" y="286512"/>
                  </a:lnTo>
                </a:path>
                <a:path w="996315" h="302260">
                  <a:moveTo>
                    <a:pt x="12774" y="285208"/>
                  </a:moveTo>
                  <a:lnTo>
                    <a:pt x="9092" y="279781"/>
                  </a:lnTo>
                </a:path>
                <a:path w="996315" h="302260">
                  <a:moveTo>
                    <a:pt x="6678" y="276224"/>
                  </a:moveTo>
                  <a:lnTo>
                    <a:pt x="6420" y="275844"/>
                  </a:lnTo>
                </a:path>
                <a:path w="996315" h="302260">
                  <a:moveTo>
                    <a:pt x="5154" y="273978"/>
                  </a:moveTo>
                  <a:lnTo>
                    <a:pt x="4351" y="272796"/>
                  </a:lnTo>
                </a:path>
                <a:path w="996315" h="302260">
                  <a:moveTo>
                    <a:pt x="3630" y="271732"/>
                  </a:moveTo>
                  <a:lnTo>
                    <a:pt x="3059" y="270891"/>
                  </a:lnTo>
                  <a:lnTo>
                    <a:pt x="2823" y="269748"/>
                  </a:lnTo>
                </a:path>
                <a:path w="996315" h="302260">
                  <a:moveTo>
                    <a:pt x="2106" y="266263"/>
                  </a:moveTo>
                  <a:lnTo>
                    <a:pt x="1882" y="265176"/>
                  </a:lnTo>
                </a:path>
                <a:path w="996315" h="302260">
                  <a:moveTo>
                    <a:pt x="582" y="258861"/>
                  </a:moveTo>
                  <a:lnTo>
                    <a:pt x="0" y="256032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88529" y="4907018"/>
              <a:ext cx="71628" cy="3055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01739" y="4899659"/>
              <a:ext cx="1047115" cy="302260"/>
            </a:xfrm>
            <a:custGeom>
              <a:avLst/>
              <a:gdLst/>
              <a:ahLst/>
              <a:cxnLst/>
              <a:rect l="l" t="t" r="r" b="b"/>
              <a:pathLst>
                <a:path w="1047115" h="302260">
                  <a:moveTo>
                    <a:pt x="996696" y="301752"/>
                  </a:moveTo>
                  <a:lnTo>
                    <a:pt x="50292" y="301752"/>
                  </a:lnTo>
                  <a:lnTo>
                    <a:pt x="30860" y="297751"/>
                  </a:lnTo>
                  <a:lnTo>
                    <a:pt x="14858" y="286893"/>
                  </a:lnTo>
                  <a:lnTo>
                    <a:pt x="4000" y="270891"/>
                  </a:lnTo>
                  <a:lnTo>
                    <a:pt x="0" y="251460"/>
                  </a:lnTo>
                  <a:lnTo>
                    <a:pt x="0" y="50292"/>
                  </a:lnTo>
                  <a:lnTo>
                    <a:pt x="4000" y="30861"/>
                  </a:lnTo>
                  <a:lnTo>
                    <a:pt x="14859" y="14859"/>
                  </a:lnTo>
                  <a:lnTo>
                    <a:pt x="30860" y="4000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4000"/>
                  </a:lnTo>
                  <a:lnTo>
                    <a:pt x="1032129" y="14859"/>
                  </a:lnTo>
                  <a:lnTo>
                    <a:pt x="1042987" y="30861"/>
                  </a:lnTo>
                  <a:lnTo>
                    <a:pt x="1046988" y="50292"/>
                  </a:lnTo>
                  <a:lnTo>
                    <a:pt x="1046988" y="251460"/>
                  </a:lnTo>
                  <a:lnTo>
                    <a:pt x="1042987" y="270891"/>
                  </a:lnTo>
                  <a:lnTo>
                    <a:pt x="1032129" y="286893"/>
                  </a:lnTo>
                  <a:lnTo>
                    <a:pt x="1016126" y="297751"/>
                  </a:lnTo>
                  <a:lnTo>
                    <a:pt x="996696" y="301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01739" y="4899659"/>
              <a:ext cx="1047115" cy="302260"/>
            </a:xfrm>
            <a:custGeom>
              <a:avLst/>
              <a:gdLst/>
              <a:ahLst/>
              <a:cxnLst/>
              <a:rect l="l" t="t" r="r" b="b"/>
              <a:pathLst>
                <a:path w="1047115" h="302260">
                  <a:moveTo>
                    <a:pt x="0" y="50292"/>
                  </a:moveTo>
                  <a:lnTo>
                    <a:pt x="4000" y="30861"/>
                  </a:lnTo>
                  <a:lnTo>
                    <a:pt x="14859" y="14859"/>
                  </a:lnTo>
                  <a:lnTo>
                    <a:pt x="30860" y="4000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4000"/>
                  </a:lnTo>
                  <a:lnTo>
                    <a:pt x="1032129" y="14859"/>
                  </a:lnTo>
                  <a:lnTo>
                    <a:pt x="1042987" y="30861"/>
                  </a:lnTo>
                  <a:lnTo>
                    <a:pt x="1046988" y="50292"/>
                  </a:lnTo>
                  <a:lnTo>
                    <a:pt x="1046988" y="251460"/>
                  </a:lnTo>
                  <a:lnTo>
                    <a:pt x="1042987" y="270891"/>
                  </a:lnTo>
                  <a:lnTo>
                    <a:pt x="1032129" y="286893"/>
                  </a:lnTo>
                  <a:lnTo>
                    <a:pt x="1016126" y="297751"/>
                  </a:lnTo>
                  <a:lnTo>
                    <a:pt x="996696" y="301752"/>
                  </a:lnTo>
                  <a:lnTo>
                    <a:pt x="50292" y="301752"/>
                  </a:lnTo>
                  <a:lnTo>
                    <a:pt x="30860" y="297751"/>
                  </a:lnTo>
                  <a:lnTo>
                    <a:pt x="14858" y="286893"/>
                  </a:lnTo>
                  <a:lnTo>
                    <a:pt x="4000" y="270891"/>
                  </a:lnTo>
                  <a:lnTo>
                    <a:pt x="0" y="251460"/>
                  </a:lnTo>
                  <a:lnTo>
                    <a:pt x="0" y="50292"/>
                  </a:lnTo>
                  <a:close/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0063" y="4925073"/>
            <a:ext cx="626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file_a.txt</a:t>
            </a:r>
            <a:endParaRPr sz="13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67295" y="6004071"/>
            <a:ext cx="145923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0" dirty="0">
                <a:latin typeface="Carlito"/>
                <a:cs typeface="Carlito"/>
              </a:rPr>
              <a:t>branch </a:t>
            </a:r>
            <a:r>
              <a:rPr sz="1450" b="1" spc="20" dirty="0">
                <a:latin typeface="Carlito"/>
                <a:cs typeface="Carlito"/>
              </a:rPr>
              <a:t>adds</a:t>
            </a:r>
            <a:r>
              <a:rPr sz="1450" b="1" spc="-125" dirty="0">
                <a:latin typeface="Carlito"/>
                <a:cs typeface="Carlito"/>
              </a:rPr>
              <a:t> </a:t>
            </a:r>
            <a:r>
              <a:rPr sz="1450" b="1" spc="10" dirty="0">
                <a:latin typeface="Carlito"/>
                <a:cs typeface="Carlito"/>
              </a:rPr>
              <a:t>file_b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05087" y="4714303"/>
            <a:ext cx="2667000" cy="1204595"/>
            <a:chOff x="2605087" y="4714303"/>
            <a:chExt cx="2667000" cy="1204595"/>
          </a:xfrm>
        </p:grpSpPr>
        <p:sp>
          <p:nvSpPr>
            <p:cNvPr id="38" name="object 38"/>
            <p:cNvSpPr/>
            <p:nvPr/>
          </p:nvSpPr>
          <p:spPr>
            <a:xfrm>
              <a:off x="4875276" y="5245607"/>
              <a:ext cx="396240" cy="142240"/>
            </a:xfrm>
            <a:custGeom>
              <a:avLst/>
              <a:gdLst/>
              <a:ahLst/>
              <a:cxnLst/>
              <a:rect l="l" t="t" r="r" b="b"/>
              <a:pathLst>
                <a:path w="396239" h="142239">
                  <a:moveTo>
                    <a:pt x="254508" y="141732"/>
                  </a:moveTo>
                  <a:lnTo>
                    <a:pt x="254508" y="0"/>
                  </a:lnTo>
                  <a:lnTo>
                    <a:pt x="350023" y="47244"/>
                  </a:lnTo>
                  <a:lnTo>
                    <a:pt x="277368" y="47244"/>
                  </a:lnTo>
                  <a:lnTo>
                    <a:pt x="277368" y="94488"/>
                  </a:lnTo>
                  <a:lnTo>
                    <a:pt x="347990" y="94488"/>
                  </a:lnTo>
                  <a:lnTo>
                    <a:pt x="254508" y="141732"/>
                  </a:lnTo>
                  <a:close/>
                </a:path>
                <a:path w="396239" h="142239">
                  <a:moveTo>
                    <a:pt x="254508" y="94488"/>
                  </a:moveTo>
                  <a:lnTo>
                    <a:pt x="0" y="94488"/>
                  </a:lnTo>
                  <a:lnTo>
                    <a:pt x="0" y="47244"/>
                  </a:lnTo>
                  <a:lnTo>
                    <a:pt x="254508" y="47244"/>
                  </a:lnTo>
                  <a:lnTo>
                    <a:pt x="254508" y="94488"/>
                  </a:lnTo>
                  <a:close/>
                </a:path>
                <a:path w="396239" h="142239">
                  <a:moveTo>
                    <a:pt x="347990" y="94488"/>
                  </a:moveTo>
                  <a:lnTo>
                    <a:pt x="277368" y="94488"/>
                  </a:lnTo>
                  <a:lnTo>
                    <a:pt x="277368" y="47244"/>
                  </a:lnTo>
                  <a:lnTo>
                    <a:pt x="350023" y="47244"/>
                  </a:lnTo>
                  <a:lnTo>
                    <a:pt x="396240" y="70104"/>
                  </a:lnTo>
                  <a:lnTo>
                    <a:pt x="347990" y="94488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21279" y="4730495"/>
              <a:ext cx="2254250" cy="1172210"/>
            </a:xfrm>
            <a:custGeom>
              <a:avLst/>
              <a:gdLst/>
              <a:ahLst/>
              <a:cxnLst/>
              <a:rect l="l" t="t" r="r" b="b"/>
              <a:pathLst>
                <a:path w="2254250" h="1172210">
                  <a:moveTo>
                    <a:pt x="2057400" y="1171956"/>
                  </a:moveTo>
                  <a:lnTo>
                    <a:pt x="195072" y="1171956"/>
                  </a:lnTo>
                  <a:lnTo>
                    <a:pt x="150676" y="1166828"/>
                  </a:lnTo>
                  <a:lnTo>
                    <a:pt x="109745" y="1152210"/>
                  </a:lnTo>
                  <a:lnTo>
                    <a:pt x="73507" y="1129248"/>
                  </a:lnTo>
                  <a:lnTo>
                    <a:pt x="43187" y="1099088"/>
                  </a:lnTo>
                  <a:lnTo>
                    <a:pt x="20011" y="1062876"/>
                  </a:lnTo>
                  <a:lnTo>
                    <a:pt x="5207" y="1021759"/>
                  </a:lnTo>
                  <a:lnTo>
                    <a:pt x="0" y="976884"/>
                  </a:lnTo>
                  <a:lnTo>
                    <a:pt x="0" y="195072"/>
                  </a:lnTo>
                  <a:lnTo>
                    <a:pt x="5207" y="150196"/>
                  </a:lnTo>
                  <a:lnTo>
                    <a:pt x="20011" y="109079"/>
                  </a:lnTo>
                  <a:lnTo>
                    <a:pt x="43187" y="72867"/>
                  </a:lnTo>
                  <a:lnTo>
                    <a:pt x="73507" y="42707"/>
                  </a:lnTo>
                  <a:lnTo>
                    <a:pt x="109745" y="19745"/>
                  </a:lnTo>
                  <a:lnTo>
                    <a:pt x="15067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360" y="5127"/>
                  </a:lnTo>
                  <a:lnTo>
                    <a:pt x="2143694" y="19745"/>
                  </a:lnTo>
                  <a:lnTo>
                    <a:pt x="2180204" y="42707"/>
                  </a:lnTo>
                  <a:lnTo>
                    <a:pt x="2210688" y="72867"/>
                  </a:lnTo>
                  <a:lnTo>
                    <a:pt x="2233948" y="109079"/>
                  </a:lnTo>
                  <a:lnTo>
                    <a:pt x="2248784" y="150196"/>
                  </a:lnTo>
                  <a:lnTo>
                    <a:pt x="2253996" y="195072"/>
                  </a:lnTo>
                  <a:lnTo>
                    <a:pt x="2253996" y="976884"/>
                  </a:lnTo>
                  <a:lnTo>
                    <a:pt x="2248784" y="1021759"/>
                  </a:lnTo>
                  <a:lnTo>
                    <a:pt x="2233948" y="1062876"/>
                  </a:lnTo>
                  <a:lnTo>
                    <a:pt x="2210688" y="1099088"/>
                  </a:lnTo>
                  <a:lnTo>
                    <a:pt x="2180204" y="1129248"/>
                  </a:lnTo>
                  <a:lnTo>
                    <a:pt x="2143694" y="1152210"/>
                  </a:lnTo>
                  <a:lnTo>
                    <a:pt x="2102360" y="1166828"/>
                  </a:lnTo>
                  <a:lnTo>
                    <a:pt x="2057400" y="1171956"/>
                  </a:lnTo>
                  <a:close/>
                </a:path>
              </a:pathLst>
            </a:custGeom>
            <a:solidFill>
              <a:srgbClr val="70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21279" y="4730495"/>
              <a:ext cx="2254250" cy="1172210"/>
            </a:xfrm>
            <a:custGeom>
              <a:avLst/>
              <a:gdLst/>
              <a:ahLst/>
              <a:cxnLst/>
              <a:rect l="l" t="t" r="r" b="b"/>
              <a:pathLst>
                <a:path w="2254250" h="1172210">
                  <a:moveTo>
                    <a:pt x="0" y="195072"/>
                  </a:moveTo>
                  <a:lnTo>
                    <a:pt x="5207" y="150196"/>
                  </a:lnTo>
                  <a:lnTo>
                    <a:pt x="20011" y="109079"/>
                  </a:lnTo>
                  <a:lnTo>
                    <a:pt x="43187" y="72867"/>
                  </a:lnTo>
                  <a:lnTo>
                    <a:pt x="73507" y="42707"/>
                  </a:lnTo>
                  <a:lnTo>
                    <a:pt x="109745" y="19745"/>
                  </a:lnTo>
                  <a:lnTo>
                    <a:pt x="15067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360" y="5127"/>
                  </a:lnTo>
                  <a:lnTo>
                    <a:pt x="2143694" y="19745"/>
                  </a:lnTo>
                  <a:lnTo>
                    <a:pt x="2180204" y="42707"/>
                  </a:lnTo>
                  <a:lnTo>
                    <a:pt x="2210688" y="72867"/>
                  </a:lnTo>
                  <a:lnTo>
                    <a:pt x="2233948" y="109079"/>
                  </a:lnTo>
                  <a:lnTo>
                    <a:pt x="2248784" y="150196"/>
                  </a:lnTo>
                  <a:lnTo>
                    <a:pt x="2253996" y="195072"/>
                  </a:lnTo>
                  <a:lnTo>
                    <a:pt x="2253996" y="976884"/>
                  </a:lnTo>
                  <a:lnTo>
                    <a:pt x="2248784" y="1021759"/>
                  </a:lnTo>
                  <a:lnTo>
                    <a:pt x="2233948" y="1062876"/>
                  </a:lnTo>
                  <a:lnTo>
                    <a:pt x="2210688" y="1099088"/>
                  </a:lnTo>
                  <a:lnTo>
                    <a:pt x="2180204" y="1129248"/>
                  </a:lnTo>
                  <a:lnTo>
                    <a:pt x="2143694" y="1152210"/>
                  </a:lnTo>
                  <a:lnTo>
                    <a:pt x="2102360" y="1166828"/>
                  </a:lnTo>
                  <a:lnTo>
                    <a:pt x="2057400" y="1171956"/>
                  </a:lnTo>
                  <a:lnTo>
                    <a:pt x="195072" y="1171956"/>
                  </a:lnTo>
                  <a:lnTo>
                    <a:pt x="150676" y="1166828"/>
                  </a:lnTo>
                  <a:lnTo>
                    <a:pt x="109745" y="1152210"/>
                  </a:lnTo>
                  <a:lnTo>
                    <a:pt x="73507" y="1129248"/>
                  </a:lnTo>
                  <a:lnTo>
                    <a:pt x="43187" y="1099088"/>
                  </a:lnTo>
                  <a:lnTo>
                    <a:pt x="20011" y="1062876"/>
                  </a:lnTo>
                  <a:lnTo>
                    <a:pt x="5207" y="1021759"/>
                  </a:lnTo>
                  <a:lnTo>
                    <a:pt x="0" y="976884"/>
                  </a:lnTo>
                  <a:lnTo>
                    <a:pt x="0" y="195072"/>
                  </a:lnTo>
                  <a:close/>
                </a:path>
              </a:pathLst>
            </a:custGeom>
            <a:ln w="32004">
              <a:solidFill>
                <a:srgbClr val="507E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741206" y="5178060"/>
            <a:ext cx="6578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450" b="1" spc="25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r>
              <a:rPr sz="1450" b="1" spc="-3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450" b="1" spc="35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1450" b="1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1450" b="1" spc="20" dirty="0">
                <a:solidFill>
                  <a:srgbClr val="FFFFFF"/>
                </a:solidFill>
                <a:latin typeface="Carlito"/>
                <a:cs typeface="Carlito"/>
              </a:rPr>
              <a:t>h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624834" y="4888229"/>
            <a:ext cx="1068705" cy="325120"/>
            <a:chOff x="3624834" y="4888229"/>
            <a:chExt cx="1068705" cy="325120"/>
          </a:xfrm>
        </p:grpSpPr>
        <p:sp>
          <p:nvSpPr>
            <p:cNvPr id="43" name="object 43"/>
            <p:cNvSpPr/>
            <p:nvPr/>
          </p:nvSpPr>
          <p:spPr>
            <a:xfrm>
              <a:off x="3639215" y="4927001"/>
              <a:ext cx="1042669" cy="274955"/>
            </a:xfrm>
            <a:custGeom>
              <a:avLst/>
              <a:gdLst/>
              <a:ahLst/>
              <a:cxnLst/>
              <a:rect l="l" t="t" r="r" b="b"/>
              <a:pathLst>
                <a:path w="1042670" h="274954">
                  <a:moveTo>
                    <a:pt x="992221" y="274410"/>
                  </a:moveTo>
                  <a:lnTo>
                    <a:pt x="45805" y="274408"/>
                  </a:lnTo>
                  <a:lnTo>
                    <a:pt x="26624" y="270410"/>
                  </a:lnTo>
                  <a:lnTo>
                    <a:pt x="11146" y="259551"/>
                  </a:lnTo>
                  <a:lnTo>
                    <a:pt x="8367" y="255248"/>
                  </a:lnTo>
                  <a:lnTo>
                    <a:pt x="15337" y="262218"/>
                  </a:lnTo>
                  <a:lnTo>
                    <a:pt x="18385" y="263742"/>
                  </a:lnTo>
                  <a:lnTo>
                    <a:pt x="992233" y="274408"/>
                  </a:lnTo>
                  <a:close/>
                </a:path>
                <a:path w="1042670" h="274954">
                  <a:moveTo>
                    <a:pt x="6193" y="251882"/>
                  </a:moveTo>
                  <a:lnTo>
                    <a:pt x="5588" y="250945"/>
                  </a:lnTo>
                  <a:lnTo>
                    <a:pt x="6193" y="251550"/>
                  </a:lnTo>
                  <a:lnTo>
                    <a:pt x="6193" y="251882"/>
                  </a:lnTo>
                  <a:close/>
                </a:path>
                <a:path w="1042670" h="274954">
                  <a:moveTo>
                    <a:pt x="3145" y="247163"/>
                  </a:moveTo>
                  <a:lnTo>
                    <a:pt x="3026" y="246978"/>
                  </a:lnTo>
                  <a:lnTo>
                    <a:pt x="3145" y="247163"/>
                  </a:lnTo>
                  <a:close/>
                </a:path>
                <a:path w="1042670" h="274954">
                  <a:moveTo>
                    <a:pt x="1621" y="244803"/>
                  </a:moveTo>
                  <a:lnTo>
                    <a:pt x="1057" y="243930"/>
                  </a:lnTo>
                  <a:lnTo>
                    <a:pt x="1621" y="243930"/>
                  </a:lnTo>
                  <a:lnTo>
                    <a:pt x="1621" y="244803"/>
                  </a:lnTo>
                  <a:close/>
                </a:path>
                <a:path w="1042670" h="274954">
                  <a:moveTo>
                    <a:pt x="97" y="239860"/>
                  </a:moveTo>
                  <a:lnTo>
                    <a:pt x="0" y="239358"/>
                  </a:lnTo>
                  <a:lnTo>
                    <a:pt x="97" y="239860"/>
                  </a:lnTo>
                  <a:close/>
                </a:path>
                <a:path w="1042670" h="274954">
                  <a:moveTo>
                    <a:pt x="1036476" y="90"/>
                  </a:moveTo>
                  <a:close/>
                </a:path>
                <a:path w="1042670" h="274954">
                  <a:moveTo>
                    <a:pt x="1038476" y="3138"/>
                  </a:moveTo>
                  <a:lnTo>
                    <a:pt x="1037941" y="3138"/>
                  </a:lnTo>
                  <a:lnTo>
                    <a:pt x="1037941" y="2322"/>
                  </a:lnTo>
                  <a:lnTo>
                    <a:pt x="1038476" y="3138"/>
                  </a:lnTo>
                  <a:close/>
                </a:path>
                <a:path w="1042670" h="274954">
                  <a:moveTo>
                    <a:pt x="1039543" y="7710"/>
                  </a:moveTo>
                  <a:lnTo>
                    <a:pt x="1039465" y="7308"/>
                  </a:lnTo>
                  <a:lnTo>
                    <a:pt x="1039543" y="7710"/>
                  </a:lnTo>
                  <a:close/>
                </a:path>
                <a:path w="1042670" h="274954">
                  <a:moveTo>
                    <a:pt x="1041009" y="231835"/>
                  </a:moveTo>
                  <a:lnTo>
                    <a:pt x="1042442" y="22588"/>
                  </a:lnTo>
                  <a:lnTo>
                    <a:pt x="1042513" y="224118"/>
                  </a:lnTo>
                  <a:lnTo>
                    <a:pt x="1041009" y="231835"/>
                  </a:lnTo>
                  <a:close/>
                </a:path>
                <a:path w="1042670" h="274954">
                  <a:moveTo>
                    <a:pt x="1036226" y="247359"/>
                  </a:moveTo>
                  <a:lnTo>
                    <a:pt x="1037941" y="243930"/>
                  </a:lnTo>
                  <a:lnTo>
                    <a:pt x="1039653" y="238792"/>
                  </a:lnTo>
                  <a:lnTo>
                    <a:pt x="1038726" y="243549"/>
                  </a:lnTo>
                  <a:lnTo>
                    <a:pt x="1036226" y="247359"/>
                  </a:lnTo>
                  <a:close/>
                </a:path>
                <a:path w="1042670" h="274954">
                  <a:moveTo>
                    <a:pt x="1033026" y="252235"/>
                  </a:moveTo>
                  <a:lnTo>
                    <a:pt x="1033369" y="251550"/>
                  </a:lnTo>
                  <a:lnTo>
                    <a:pt x="1033680" y="251239"/>
                  </a:lnTo>
                  <a:lnTo>
                    <a:pt x="1033026" y="252235"/>
                  </a:lnTo>
                  <a:close/>
                </a:path>
                <a:path w="1042670" h="274954">
                  <a:moveTo>
                    <a:pt x="993745" y="274106"/>
                  </a:moveTo>
                  <a:lnTo>
                    <a:pt x="993745" y="272886"/>
                  </a:lnTo>
                  <a:lnTo>
                    <a:pt x="1004413" y="271362"/>
                  </a:lnTo>
                  <a:lnTo>
                    <a:pt x="1010509" y="269838"/>
                  </a:lnTo>
                  <a:lnTo>
                    <a:pt x="1019653" y="265266"/>
                  </a:lnTo>
                  <a:lnTo>
                    <a:pt x="1021177" y="263742"/>
                  </a:lnTo>
                  <a:lnTo>
                    <a:pt x="1024225" y="262218"/>
                  </a:lnTo>
                  <a:lnTo>
                    <a:pt x="1030771" y="255672"/>
                  </a:lnTo>
                  <a:lnTo>
                    <a:pt x="1028225" y="259551"/>
                  </a:lnTo>
                  <a:lnTo>
                    <a:pt x="1012295" y="270410"/>
                  </a:lnTo>
                  <a:lnTo>
                    <a:pt x="993745" y="2741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36264" y="4899659"/>
              <a:ext cx="995680" cy="302260"/>
            </a:xfrm>
            <a:custGeom>
              <a:avLst/>
              <a:gdLst/>
              <a:ahLst/>
              <a:cxnLst/>
              <a:rect l="l" t="t" r="r" b="b"/>
              <a:pathLst>
                <a:path w="995679" h="302260">
                  <a:moveTo>
                    <a:pt x="0" y="50292"/>
                  </a:moveTo>
                  <a:lnTo>
                    <a:pt x="0" y="50291"/>
                  </a:lnTo>
                </a:path>
                <a:path w="995679" h="302260">
                  <a:moveTo>
                    <a:pt x="14096" y="14859"/>
                  </a:moveTo>
                  <a:lnTo>
                    <a:pt x="14097" y="14859"/>
                  </a:lnTo>
                  <a:lnTo>
                    <a:pt x="14097" y="14858"/>
                  </a:lnTo>
                </a:path>
                <a:path w="995679" h="302260">
                  <a:moveTo>
                    <a:pt x="48767" y="0"/>
                  </a:moveTo>
                  <a:lnTo>
                    <a:pt x="995172" y="0"/>
                  </a:lnTo>
                </a:path>
                <a:path w="995679" h="302260">
                  <a:moveTo>
                    <a:pt x="995183" y="301749"/>
                  </a:moveTo>
                  <a:lnTo>
                    <a:pt x="48768" y="301752"/>
                  </a:lnTo>
                  <a:lnTo>
                    <a:pt x="29575" y="297751"/>
                  </a:lnTo>
                  <a:lnTo>
                    <a:pt x="14097" y="286893"/>
                  </a:lnTo>
                  <a:lnTo>
                    <a:pt x="11318" y="282590"/>
                  </a:lnTo>
                </a:path>
                <a:path w="995679" h="302260">
                  <a:moveTo>
                    <a:pt x="9144" y="279223"/>
                  </a:moveTo>
                  <a:lnTo>
                    <a:pt x="8538" y="278286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42241" y="517397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-11430" y="92"/>
                  </a:moveTo>
                  <a:lnTo>
                    <a:pt x="11549" y="92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40272" y="5170931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563" y="872"/>
                  </a:move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39215" y="516635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-11429" y="250"/>
                  </a:moveTo>
                  <a:lnTo>
                    <a:pt x="11527" y="25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6264" y="4949951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201168"/>
                  </a:moveTo>
                  <a:lnTo>
                    <a:pt x="0" y="201168"/>
                  </a:ln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21530" y="4915571"/>
              <a:ext cx="71627" cy="2969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6264" y="4899659"/>
              <a:ext cx="1045844" cy="302260"/>
            </a:xfrm>
            <a:custGeom>
              <a:avLst/>
              <a:gdLst/>
              <a:ahLst/>
              <a:cxnLst/>
              <a:rect l="l" t="t" r="r" b="b"/>
              <a:pathLst>
                <a:path w="1045845" h="302260">
                  <a:moveTo>
                    <a:pt x="995172" y="301752"/>
                  </a:moveTo>
                  <a:lnTo>
                    <a:pt x="48768" y="301752"/>
                  </a:lnTo>
                  <a:lnTo>
                    <a:pt x="29575" y="297751"/>
                  </a:lnTo>
                  <a:lnTo>
                    <a:pt x="14097" y="286893"/>
                  </a:lnTo>
                  <a:lnTo>
                    <a:pt x="3762" y="270891"/>
                  </a:lnTo>
                  <a:lnTo>
                    <a:pt x="0" y="251460"/>
                  </a:lnTo>
                  <a:lnTo>
                    <a:pt x="0" y="50292"/>
                  </a:lnTo>
                  <a:lnTo>
                    <a:pt x="3762" y="30861"/>
                  </a:lnTo>
                  <a:lnTo>
                    <a:pt x="14097" y="14859"/>
                  </a:lnTo>
                  <a:lnTo>
                    <a:pt x="29575" y="4000"/>
                  </a:lnTo>
                  <a:lnTo>
                    <a:pt x="48768" y="0"/>
                  </a:lnTo>
                  <a:lnTo>
                    <a:pt x="995172" y="0"/>
                  </a:lnTo>
                  <a:lnTo>
                    <a:pt x="1015245" y="4000"/>
                  </a:lnTo>
                  <a:lnTo>
                    <a:pt x="1031176" y="14859"/>
                  </a:lnTo>
                  <a:lnTo>
                    <a:pt x="1041677" y="30861"/>
                  </a:lnTo>
                  <a:lnTo>
                    <a:pt x="1045464" y="50292"/>
                  </a:lnTo>
                  <a:lnTo>
                    <a:pt x="1045464" y="251460"/>
                  </a:lnTo>
                  <a:lnTo>
                    <a:pt x="1041677" y="270891"/>
                  </a:lnTo>
                  <a:lnTo>
                    <a:pt x="1031176" y="286893"/>
                  </a:lnTo>
                  <a:lnTo>
                    <a:pt x="1015245" y="297751"/>
                  </a:lnTo>
                  <a:lnTo>
                    <a:pt x="995172" y="301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6264" y="4899659"/>
              <a:ext cx="1045844" cy="302260"/>
            </a:xfrm>
            <a:custGeom>
              <a:avLst/>
              <a:gdLst/>
              <a:ahLst/>
              <a:cxnLst/>
              <a:rect l="l" t="t" r="r" b="b"/>
              <a:pathLst>
                <a:path w="1045845" h="302260">
                  <a:moveTo>
                    <a:pt x="0" y="50292"/>
                  </a:moveTo>
                  <a:lnTo>
                    <a:pt x="3762" y="30861"/>
                  </a:lnTo>
                  <a:lnTo>
                    <a:pt x="14097" y="14859"/>
                  </a:lnTo>
                  <a:lnTo>
                    <a:pt x="29575" y="4000"/>
                  </a:lnTo>
                  <a:lnTo>
                    <a:pt x="48768" y="0"/>
                  </a:lnTo>
                  <a:lnTo>
                    <a:pt x="995172" y="0"/>
                  </a:lnTo>
                  <a:lnTo>
                    <a:pt x="1015245" y="4000"/>
                  </a:lnTo>
                  <a:lnTo>
                    <a:pt x="1031176" y="14859"/>
                  </a:lnTo>
                  <a:lnTo>
                    <a:pt x="1041677" y="30861"/>
                  </a:lnTo>
                  <a:lnTo>
                    <a:pt x="1045464" y="50292"/>
                  </a:lnTo>
                  <a:lnTo>
                    <a:pt x="1045464" y="251460"/>
                  </a:lnTo>
                  <a:lnTo>
                    <a:pt x="1041677" y="270891"/>
                  </a:lnTo>
                  <a:lnTo>
                    <a:pt x="1031176" y="286893"/>
                  </a:lnTo>
                  <a:lnTo>
                    <a:pt x="1015245" y="297751"/>
                  </a:lnTo>
                  <a:lnTo>
                    <a:pt x="995172" y="301752"/>
                  </a:lnTo>
                  <a:lnTo>
                    <a:pt x="48768" y="301752"/>
                  </a:lnTo>
                  <a:lnTo>
                    <a:pt x="29575" y="297751"/>
                  </a:lnTo>
                  <a:lnTo>
                    <a:pt x="14097" y="286893"/>
                  </a:lnTo>
                  <a:lnTo>
                    <a:pt x="3762" y="270891"/>
                  </a:lnTo>
                  <a:lnTo>
                    <a:pt x="0" y="251460"/>
                  </a:lnTo>
                  <a:lnTo>
                    <a:pt x="0" y="50292"/>
                  </a:lnTo>
                  <a:close/>
                </a:path>
              </a:pathLst>
            </a:custGeom>
            <a:ln w="22860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844579" y="4925073"/>
            <a:ext cx="626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file_a.txt</a:t>
            </a:r>
            <a:endParaRPr sz="13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015535" y="6004071"/>
            <a:ext cx="14624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0" dirty="0">
                <a:latin typeface="Carlito"/>
                <a:cs typeface="Carlito"/>
              </a:rPr>
              <a:t>branch edits</a:t>
            </a:r>
            <a:r>
              <a:rPr sz="1450" b="1" spc="-105" dirty="0">
                <a:latin typeface="Carlito"/>
                <a:cs typeface="Carlito"/>
              </a:rPr>
              <a:t> </a:t>
            </a:r>
            <a:r>
              <a:rPr sz="1450" b="1" spc="10" dirty="0">
                <a:latin typeface="Carlito"/>
                <a:cs typeface="Carlito"/>
              </a:rPr>
              <a:t>file_a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55876" y="3965447"/>
            <a:ext cx="577850" cy="1350645"/>
          </a:xfrm>
          <a:custGeom>
            <a:avLst/>
            <a:gdLst/>
            <a:ahLst/>
            <a:cxnLst/>
            <a:rect l="l" t="t" r="r" b="b"/>
            <a:pathLst>
              <a:path w="577850" h="1350645">
                <a:moveTo>
                  <a:pt x="490735" y="1228642"/>
                </a:moveTo>
                <a:lnTo>
                  <a:pt x="0" y="16764"/>
                </a:lnTo>
                <a:lnTo>
                  <a:pt x="44196" y="0"/>
                </a:lnTo>
                <a:lnTo>
                  <a:pt x="535026" y="1210616"/>
                </a:lnTo>
                <a:lnTo>
                  <a:pt x="490735" y="1228642"/>
                </a:lnTo>
                <a:close/>
              </a:path>
              <a:path w="577850" h="1350645">
                <a:moveTo>
                  <a:pt x="573097" y="1251204"/>
                </a:moveTo>
                <a:lnTo>
                  <a:pt x="499872" y="1251204"/>
                </a:lnTo>
                <a:lnTo>
                  <a:pt x="544068" y="1232916"/>
                </a:lnTo>
                <a:lnTo>
                  <a:pt x="535026" y="1210616"/>
                </a:lnTo>
                <a:lnTo>
                  <a:pt x="577596" y="1193292"/>
                </a:lnTo>
                <a:lnTo>
                  <a:pt x="573097" y="1251204"/>
                </a:lnTo>
                <a:close/>
              </a:path>
              <a:path w="577850" h="1350645">
                <a:moveTo>
                  <a:pt x="499872" y="1251204"/>
                </a:moveTo>
                <a:lnTo>
                  <a:pt x="490735" y="1228642"/>
                </a:lnTo>
                <a:lnTo>
                  <a:pt x="535026" y="1210616"/>
                </a:lnTo>
                <a:lnTo>
                  <a:pt x="544068" y="1232916"/>
                </a:lnTo>
                <a:lnTo>
                  <a:pt x="499872" y="1251204"/>
                </a:lnTo>
                <a:close/>
              </a:path>
              <a:path w="577850" h="1350645">
                <a:moveTo>
                  <a:pt x="565404" y="1350264"/>
                </a:moveTo>
                <a:lnTo>
                  <a:pt x="446532" y="1246632"/>
                </a:lnTo>
                <a:lnTo>
                  <a:pt x="490735" y="1228642"/>
                </a:lnTo>
                <a:lnTo>
                  <a:pt x="499872" y="1251204"/>
                </a:lnTo>
                <a:lnTo>
                  <a:pt x="573097" y="1251204"/>
                </a:lnTo>
                <a:lnTo>
                  <a:pt x="565404" y="1350264"/>
                </a:lnTo>
                <a:close/>
              </a:path>
            </a:pathLst>
          </a:custGeom>
          <a:solidFill>
            <a:srgbClr val="4454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683473" y="4437380"/>
            <a:ext cx="56578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5" dirty="0">
                <a:latin typeface="Carlito"/>
                <a:cs typeface="Carlito"/>
              </a:rPr>
              <a:t>b</a:t>
            </a:r>
            <a:r>
              <a:rPr sz="1450" b="1" spc="-30" dirty="0">
                <a:latin typeface="Carlito"/>
                <a:cs typeface="Carlito"/>
              </a:rPr>
              <a:t>r</a:t>
            </a:r>
            <a:r>
              <a:rPr sz="1450" b="1" spc="5" dirty="0">
                <a:latin typeface="Carlito"/>
                <a:cs typeface="Carlito"/>
              </a:rPr>
              <a:t>a</a:t>
            </a:r>
            <a:r>
              <a:rPr sz="1450" b="1" spc="25" dirty="0">
                <a:latin typeface="Carlito"/>
                <a:cs typeface="Carlito"/>
              </a:rPr>
              <a:t>n</a:t>
            </a:r>
            <a:r>
              <a:rPr sz="1450" b="1" spc="15" dirty="0">
                <a:latin typeface="Carlito"/>
                <a:cs typeface="Carlito"/>
              </a:rPr>
              <a:t>ch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757987" y="2784919"/>
            <a:ext cx="2285365" cy="2538730"/>
            <a:chOff x="6757987" y="2784919"/>
            <a:chExt cx="2285365" cy="2538730"/>
          </a:xfrm>
        </p:grpSpPr>
        <p:sp>
          <p:nvSpPr>
            <p:cNvPr id="57" name="object 57"/>
            <p:cNvSpPr/>
            <p:nvPr/>
          </p:nvSpPr>
          <p:spPr>
            <a:xfrm>
              <a:off x="7501127" y="3974591"/>
              <a:ext cx="428625" cy="1348740"/>
            </a:xfrm>
            <a:custGeom>
              <a:avLst/>
              <a:gdLst/>
              <a:ahLst/>
              <a:cxnLst/>
              <a:rect l="l" t="t" r="r" b="b"/>
              <a:pathLst>
                <a:path w="428625" h="1348739">
                  <a:moveTo>
                    <a:pt x="338264" y="128648"/>
                  </a:moveTo>
                  <a:lnTo>
                    <a:pt x="292608" y="115824"/>
                  </a:lnTo>
                  <a:lnTo>
                    <a:pt x="399288" y="0"/>
                  </a:lnTo>
                  <a:lnTo>
                    <a:pt x="419356" y="106680"/>
                  </a:lnTo>
                  <a:lnTo>
                    <a:pt x="344424" y="106680"/>
                  </a:lnTo>
                  <a:lnTo>
                    <a:pt x="338264" y="128648"/>
                  </a:lnTo>
                  <a:close/>
                </a:path>
                <a:path w="428625" h="1348739">
                  <a:moveTo>
                    <a:pt x="383822" y="141445"/>
                  </a:moveTo>
                  <a:lnTo>
                    <a:pt x="338264" y="128648"/>
                  </a:lnTo>
                  <a:lnTo>
                    <a:pt x="344424" y="106680"/>
                  </a:lnTo>
                  <a:lnTo>
                    <a:pt x="390144" y="118872"/>
                  </a:lnTo>
                  <a:lnTo>
                    <a:pt x="383822" y="141445"/>
                  </a:lnTo>
                  <a:close/>
                </a:path>
                <a:path w="428625" h="1348739">
                  <a:moveTo>
                    <a:pt x="428244" y="153924"/>
                  </a:moveTo>
                  <a:lnTo>
                    <a:pt x="383822" y="141445"/>
                  </a:lnTo>
                  <a:lnTo>
                    <a:pt x="390144" y="118872"/>
                  </a:lnTo>
                  <a:lnTo>
                    <a:pt x="344424" y="106680"/>
                  </a:lnTo>
                  <a:lnTo>
                    <a:pt x="419356" y="106680"/>
                  </a:lnTo>
                  <a:lnTo>
                    <a:pt x="428244" y="153924"/>
                  </a:lnTo>
                  <a:close/>
                </a:path>
                <a:path w="428625" h="1348739">
                  <a:moveTo>
                    <a:pt x="45720" y="1348740"/>
                  </a:moveTo>
                  <a:lnTo>
                    <a:pt x="0" y="1335024"/>
                  </a:lnTo>
                  <a:lnTo>
                    <a:pt x="338264" y="128648"/>
                  </a:lnTo>
                  <a:lnTo>
                    <a:pt x="383822" y="141445"/>
                  </a:lnTo>
                  <a:lnTo>
                    <a:pt x="45720" y="1348740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74179" y="2801112"/>
              <a:ext cx="2252980" cy="1173480"/>
            </a:xfrm>
            <a:custGeom>
              <a:avLst/>
              <a:gdLst/>
              <a:ahLst/>
              <a:cxnLst/>
              <a:rect l="l" t="t" r="r" b="b"/>
              <a:pathLst>
                <a:path w="2252979" h="1173479">
                  <a:moveTo>
                    <a:pt x="2057400" y="1173480"/>
                  </a:moveTo>
                  <a:lnTo>
                    <a:pt x="195072" y="1173480"/>
                  </a:lnTo>
                  <a:lnTo>
                    <a:pt x="150196" y="1168268"/>
                  </a:lnTo>
                  <a:lnTo>
                    <a:pt x="109079" y="1153432"/>
                  </a:lnTo>
                  <a:lnTo>
                    <a:pt x="72867" y="1130172"/>
                  </a:lnTo>
                  <a:lnTo>
                    <a:pt x="42707" y="1099688"/>
                  </a:lnTo>
                  <a:lnTo>
                    <a:pt x="19745" y="1063178"/>
                  </a:lnTo>
                  <a:lnTo>
                    <a:pt x="5127" y="1021844"/>
                  </a:lnTo>
                  <a:lnTo>
                    <a:pt x="0" y="976884"/>
                  </a:lnTo>
                  <a:lnTo>
                    <a:pt x="0" y="196596"/>
                  </a:lnTo>
                  <a:lnTo>
                    <a:pt x="5127" y="151635"/>
                  </a:lnTo>
                  <a:lnTo>
                    <a:pt x="19745" y="110301"/>
                  </a:lnTo>
                  <a:lnTo>
                    <a:pt x="42707" y="73791"/>
                  </a:lnTo>
                  <a:lnTo>
                    <a:pt x="72867" y="43307"/>
                  </a:lnTo>
                  <a:lnTo>
                    <a:pt x="109079" y="20047"/>
                  </a:lnTo>
                  <a:lnTo>
                    <a:pt x="150196" y="5211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275" y="5211"/>
                  </a:lnTo>
                  <a:lnTo>
                    <a:pt x="2143392" y="20047"/>
                  </a:lnTo>
                  <a:lnTo>
                    <a:pt x="2179604" y="43307"/>
                  </a:lnTo>
                  <a:lnTo>
                    <a:pt x="2209764" y="73791"/>
                  </a:lnTo>
                  <a:lnTo>
                    <a:pt x="2232726" y="110301"/>
                  </a:lnTo>
                  <a:lnTo>
                    <a:pt x="2247344" y="151635"/>
                  </a:lnTo>
                  <a:lnTo>
                    <a:pt x="2252472" y="196596"/>
                  </a:lnTo>
                  <a:lnTo>
                    <a:pt x="2252472" y="976884"/>
                  </a:lnTo>
                  <a:lnTo>
                    <a:pt x="2247344" y="1021844"/>
                  </a:lnTo>
                  <a:lnTo>
                    <a:pt x="2232726" y="1063178"/>
                  </a:lnTo>
                  <a:lnTo>
                    <a:pt x="2209764" y="1099688"/>
                  </a:lnTo>
                  <a:lnTo>
                    <a:pt x="2179604" y="1130172"/>
                  </a:lnTo>
                  <a:lnTo>
                    <a:pt x="2143392" y="1153432"/>
                  </a:lnTo>
                  <a:lnTo>
                    <a:pt x="2102275" y="1168268"/>
                  </a:lnTo>
                  <a:lnTo>
                    <a:pt x="2057400" y="117348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774179" y="2801112"/>
              <a:ext cx="2252980" cy="1173480"/>
            </a:xfrm>
            <a:custGeom>
              <a:avLst/>
              <a:gdLst/>
              <a:ahLst/>
              <a:cxnLst/>
              <a:rect l="l" t="t" r="r" b="b"/>
              <a:pathLst>
                <a:path w="2252979" h="1173479">
                  <a:moveTo>
                    <a:pt x="0" y="196596"/>
                  </a:moveTo>
                  <a:lnTo>
                    <a:pt x="5127" y="151635"/>
                  </a:lnTo>
                  <a:lnTo>
                    <a:pt x="19745" y="110301"/>
                  </a:lnTo>
                  <a:lnTo>
                    <a:pt x="42707" y="73791"/>
                  </a:lnTo>
                  <a:lnTo>
                    <a:pt x="72867" y="43307"/>
                  </a:lnTo>
                  <a:lnTo>
                    <a:pt x="109079" y="20047"/>
                  </a:lnTo>
                  <a:lnTo>
                    <a:pt x="150196" y="5211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2275" y="5211"/>
                  </a:lnTo>
                  <a:lnTo>
                    <a:pt x="2143392" y="20047"/>
                  </a:lnTo>
                  <a:lnTo>
                    <a:pt x="2179604" y="43307"/>
                  </a:lnTo>
                  <a:lnTo>
                    <a:pt x="2209764" y="73791"/>
                  </a:lnTo>
                  <a:lnTo>
                    <a:pt x="2232726" y="110301"/>
                  </a:lnTo>
                  <a:lnTo>
                    <a:pt x="2247344" y="151635"/>
                  </a:lnTo>
                  <a:lnTo>
                    <a:pt x="2252472" y="196596"/>
                  </a:lnTo>
                  <a:lnTo>
                    <a:pt x="2252472" y="976884"/>
                  </a:lnTo>
                  <a:lnTo>
                    <a:pt x="2247344" y="1021844"/>
                  </a:lnTo>
                  <a:lnTo>
                    <a:pt x="2232726" y="1063178"/>
                  </a:lnTo>
                  <a:lnTo>
                    <a:pt x="2209764" y="1099688"/>
                  </a:lnTo>
                  <a:lnTo>
                    <a:pt x="2179604" y="1130172"/>
                  </a:lnTo>
                  <a:lnTo>
                    <a:pt x="2143392" y="1153432"/>
                  </a:lnTo>
                  <a:lnTo>
                    <a:pt x="2102275" y="1168268"/>
                  </a:lnTo>
                  <a:lnTo>
                    <a:pt x="2057400" y="1173480"/>
                  </a:lnTo>
                  <a:lnTo>
                    <a:pt x="195072" y="1173480"/>
                  </a:lnTo>
                  <a:lnTo>
                    <a:pt x="150196" y="1168268"/>
                  </a:lnTo>
                  <a:lnTo>
                    <a:pt x="109079" y="1153432"/>
                  </a:lnTo>
                  <a:lnTo>
                    <a:pt x="72867" y="1130172"/>
                  </a:lnTo>
                  <a:lnTo>
                    <a:pt x="42707" y="1099688"/>
                  </a:lnTo>
                  <a:lnTo>
                    <a:pt x="19745" y="1063178"/>
                  </a:lnTo>
                  <a:lnTo>
                    <a:pt x="5127" y="1021844"/>
                  </a:lnTo>
                  <a:lnTo>
                    <a:pt x="0" y="976884"/>
                  </a:lnTo>
                  <a:lnTo>
                    <a:pt x="0" y="196596"/>
                  </a:lnTo>
                  <a:close/>
                </a:path>
              </a:pathLst>
            </a:custGeom>
            <a:ln w="3200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892597" y="3248711"/>
            <a:ext cx="5689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0" dirty="0">
                <a:solidFill>
                  <a:srgbClr val="FFFFFF"/>
                </a:solidFill>
                <a:latin typeface="Carlito"/>
                <a:cs typeface="Carlito"/>
              </a:rPr>
              <a:t>ma</a:t>
            </a:r>
            <a:r>
              <a:rPr sz="1450" b="1" spc="-15" dirty="0">
                <a:solidFill>
                  <a:srgbClr val="FFFFFF"/>
                </a:solidFill>
                <a:latin typeface="Carlito"/>
                <a:cs typeface="Carlito"/>
              </a:rPr>
              <a:t>st</a:t>
            </a: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1450" b="1" spc="1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788402" y="2998470"/>
            <a:ext cx="1071245" cy="302895"/>
            <a:chOff x="7788402" y="2998470"/>
            <a:chExt cx="1071245" cy="302895"/>
          </a:xfrm>
        </p:grpSpPr>
        <p:sp>
          <p:nvSpPr>
            <p:cNvPr id="62" name="object 62"/>
            <p:cNvSpPr/>
            <p:nvPr/>
          </p:nvSpPr>
          <p:spPr>
            <a:xfrm>
              <a:off x="7800462" y="3013567"/>
              <a:ext cx="1046480" cy="275590"/>
            </a:xfrm>
            <a:custGeom>
              <a:avLst/>
              <a:gdLst/>
              <a:ahLst/>
              <a:cxnLst/>
              <a:rect l="l" t="t" r="r" b="b"/>
              <a:pathLst>
                <a:path w="1046479" h="275589">
                  <a:moveTo>
                    <a:pt x="3050" y="25546"/>
                  </a:moveTo>
                  <a:lnTo>
                    <a:pt x="3108" y="25264"/>
                  </a:lnTo>
                  <a:lnTo>
                    <a:pt x="3427" y="24791"/>
                  </a:lnTo>
                  <a:lnTo>
                    <a:pt x="3050" y="25546"/>
                  </a:lnTo>
                  <a:close/>
                </a:path>
                <a:path w="1046479" h="275589">
                  <a:moveTo>
                    <a:pt x="27830" y="389"/>
                  </a:moveTo>
                  <a:lnTo>
                    <a:pt x="28301" y="70"/>
                  </a:lnTo>
                  <a:lnTo>
                    <a:pt x="28583" y="13"/>
                  </a:lnTo>
                  <a:lnTo>
                    <a:pt x="27830" y="389"/>
                  </a:lnTo>
                  <a:close/>
                </a:path>
                <a:path w="1046479" h="275589">
                  <a:moveTo>
                    <a:pt x="1000637" y="275224"/>
                  </a:moveTo>
                  <a:lnTo>
                    <a:pt x="46613" y="275224"/>
                  </a:lnTo>
                  <a:lnTo>
                    <a:pt x="38661" y="273704"/>
                  </a:lnTo>
                  <a:lnTo>
                    <a:pt x="1000721" y="275207"/>
                  </a:lnTo>
                  <a:close/>
                </a:path>
                <a:path w="1046479" h="275589">
                  <a:moveTo>
                    <a:pt x="32324" y="272492"/>
                  </a:moveTo>
                  <a:lnTo>
                    <a:pt x="28301" y="271723"/>
                  </a:lnTo>
                  <a:lnTo>
                    <a:pt x="26032" y="270267"/>
                  </a:lnTo>
                  <a:lnTo>
                    <a:pt x="26801" y="270652"/>
                  </a:lnTo>
                  <a:lnTo>
                    <a:pt x="32324" y="272492"/>
                  </a:lnTo>
                  <a:close/>
                </a:path>
                <a:path w="1046479" h="275589">
                  <a:moveTo>
                    <a:pt x="18596" y="265494"/>
                  </a:moveTo>
                  <a:lnTo>
                    <a:pt x="13276" y="262079"/>
                  </a:lnTo>
                  <a:lnTo>
                    <a:pt x="12875" y="261508"/>
                  </a:lnTo>
                  <a:lnTo>
                    <a:pt x="13085" y="261508"/>
                  </a:lnTo>
                  <a:lnTo>
                    <a:pt x="16133" y="263032"/>
                  </a:lnTo>
                  <a:lnTo>
                    <a:pt x="18596" y="265494"/>
                  </a:lnTo>
                  <a:close/>
                </a:path>
                <a:path w="1046479" h="275589">
                  <a:moveTo>
                    <a:pt x="11561" y="259635"/>
                  </a:moveTo>
                  <a:lnTo>
                    <a:pt x="8805" y="255703"/>
                  </a:lnTo>
                  <a:lnTo>
                    <a:pt x="11561" y="258460"/>
                  </a:lnTo>
                  <a:lnTo>
                    <a:pt x="11561" y="259635"/>
                  </a:lnTo>
                  <a:close/>
                </a:path>
                <a:path w="1046479" h="275589">
                  <a:moveTo>
                    <a:pt x="6989" y="253114"/>
                  </a:moveTo>
                  <a:lnTo>
                    <a:pt x="6463" y="252364"/>
                  </a:lnTo>
                  <a:lnTo>
                    <a:pt x="6989" y="252364"/>
                  </a:lnTo>
                  <a:lnTo>
                    <a:pt x="6989" y="253114"/>
                  </a:lnTo>
                  <a:close/>
                </a:path>
                <a:path w="1046479" h="275589">
                  <a:moveTo>
                    <a:pt x="5465" y="250940"/>
                  </a:moveTo>
                  <a:lnTo>
                    <a:pt x="4326" y="249316"/>
                  </a:lnTo>
                  <a:lnTo>
                    <a:pt x="5465" y="249316"/>
                  </a:lnTo>
                  <a:lnTo>
                    <a:pt x="5465" y="250940"/>
                  </a:lnTo>
                  <a:close/>
                </a:path>
                <a:path w="1046479" h="275589">
                  <a:moveTo>
                    <a:pt x="3941" y="248767"/>
                  </a:moveTo>
                  <a:lnTo>
                    <a:pt x="3108" y="247578"/>
                  </a:lnTo>
                  <a:lnTo>
                    <a:pt x="2837" y="246268"/>
                  </a:lnTo>
                  <a:lnTo>
                    <a:pt x="3941" y="246268"/>
                  </a:lnTo>
                  <a:lnTo>
                    <a:pt x="3941" y="248767"/>
                  </a:lnTo>
                  <a:close/>
                </a:path>
                <a:path w="1046479" h="275589">
                  <a:moveTo>
                    <a:pt x="2417" y="244241"/>
                  </a:moveTo>
                  <a:lnTo>
                    <a:pt x="1891" y="241696"/>
                  </a:lnTo>
                  <a:lnTo>
                    <a:pt x="2417" y="241696"/>
                  </a:lnTo>
                  <a:lnTo>
                    <a:pt x="2417" y="244241"/>
                  </a:lnTo>
                  <a:close/>
                </a:path>
                <a:path w="1046479" h="275589">
                  <a:moveTo>
                    <a:pt x="893" y="236873"/>
                  </a:moveTo>
                  <a:lnTo>
                    <a:pt x="0" y="232552"/>
                  </a:lnTo>
                  <a:lnTo>
                    <a:pt x="893" y="232552"/>
                  </a:lnTo>
                  <a:lnTo>
                    <a:pt x="893" y="236873"/>
                  </a:lnTo>
                  <a:close/>
                </a:path>
                <a:path w="1046479" h="275589">
                  <a:moveTo>
                    <a:pt x="1018176" y="146"/>
                  </a:moveTo>
                  <a:lnTo>
                    <a:pt x="1017737" y="0"/>
                  </a:lnTo>
                  <a:lnTo>
                    <a:pt x="1018068" y="70"/>
                  </a:lnTo>
                  <a:close/>
                </a:path>
                <a:path w="1046479" h="275589">
                  <a:moveTo>
                    <a:pt x="1040629" y="22240"/>
                  </a:moveTo>
                  <a:lnTo>
                    <a:pt x="1040261" y="22240"/>
                  </a:lnTo>
                  <a:lnTo>
                    <a:pt x="1040261" y="21687"/>
                  </a:lnTo>
                  <a:lnTo>
                    <a:pt x="1040629" y="22240"/>
                  </a:lnTo>
                  <a:close/>
                </a:path>
                <a:path w="1046479" h="275589">
                  <a:moveTo>
                    <a:pt x="1042647" y="25288"/>
                  </a:moveTo>
                  <a:lnTo>
                    <a:pt x="1041785" y="25288"/>
                  </a:lnTo>
                  <a:lnTo>
                    <a:pt x="1041785" y="23977"/>
                  </a:lnTo>
                  <a:lnTo>
                    <a:pt x="1042647" y="25288"/>
                  </a:lnTo>
                  <a:close/>
                </a:path>
                <a:path w="1046479" h="275589">
                  <a:moveTo>
                    <a:pt x="1043575" y="29860"/>
                  </a:moveTo>
                  <a:lnTo>
                    <a:pt x="1043309" y="29860"/>
                  </a:lnTo>
                  <a:lnTo>
                    <a:pt x="1043309" y="28552"/>
                  </a:lnTo>
                  <a:lnTo>
                    <a:pt x="1043575" y="29860"/>
                  </a:lnTo>
                  <a:close/>
                </a:path>
                <a:path w="1046479" h="275589">
                  <a:moveTo>
                    <a:pt x="1044835" y="236909"/>
                  </a:moveTo>
                  <a:lnTo>
                    <a:pt x="1046291" y="43251"/>
                  </a:lnTo>
                  <a:lnTo>
                    <a:pt x="1046357" y="229504"/>
                  </a:lnTo>
                  <a:lnTo>
                    <a:pt x="1044835" y="236909"/>
                  </a:lnTo>
                  <a:close/>
                </a:path>
                <a:path w="1046479" h="275589">
                  <a:moveTo>
                    <a:pt x="1039915" y="251531"/>
                  </a:moveTo>
                  <a:lnTo>
                    <a:pt x="1041785" y="247792"/>
                  </a:lnTo>
                  <a:lnTo>
                    <a:pt x="1043309" y="243220"/>
                  </a:lnTo>
                  <a:lnTo>
                    <a:pt x="1044595" y="238078"/>
                  </a:lnTo>
                  <a:lnTo>
                    <a:pt x="1042642" y="247578"/>
                  </a:lnTo>
                  <a:lnTo>
                    <a:pt x="1039915" y="251531"/>
                  </a:lnTo>
                  <a:close/>
                </a:path>
                <a:path w="1046479" h="275589">
                  <a:moveTo>
                    <a:pt x="1037145" y="255549"/>
                  </a:moveTo>
                  <a:lnTo>
                    <a:pt x="1037213" y="255412"/>
                  </a:lnTo>
                  <a:lnTo>
                    <a:pt x="1037145" y="255549"/>
                  </a:lnTo>
                  <a:close/>
                </a:path>
                <a:path w="1046479" h="275589">
                  <a:moveTo>
                    <a:pt x="1030952" y="263197"/>
                  </a:moveTo>
                  <a:lnTo>
                    <a:pt x="1033911" y="260238"/>
                  </a:lnTo>
                  <a:lnTo>
                    <a:pt x="1032641" y="262079"/>
                  </a:lnTo>
                  <a:lnTo>
                    <a:pt x="1030952" y="263197"/>
                  </a:lnTo>
                  <a:close/>
                </a:path>
                <a:path w="1046479" h="275589">
                  <a:moveTo>
                    <a:pt x="1026446" y="266179"/>
                  </a:moveTo>
                  <a:lnTo>
                    <a:pt x="1026754" y="265975"/>
                  </a:lnTo>
                  <a:lnTo>
                    <a:pt x="1026446" y="266179"/>
                  </a:lnTo>
                  <a:close/>
                </a:path>
                <a:path w="1046479" h="275589">
                  <a:moveTo>
                    <a:pt x="1015919" y="272155"/>
                  </a:moveTo>
                  <a:lnTo>
                    <a:pt x="1022043" y="269093"/>
                  </a:lnTo>
                  <a:lnTo>
                    <a:pt x="1018068" y="271723"/>
                  </a:lnTo>
                  <a:lnTo>
                    <a:pt x="1015919" y="2721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99832" y="3013581"/>
              <a:ext cx="29209" cy="43815"/>
            </a:xfrm>
            <a:custGeom>
              <a:avLst/>
              <a:gdLst/>
              <a:ahLst/>
              <a:cxnLst/>
              <a:rect l="l" t="t" r="r" b="b"/>
              <a:pathLst>
                <a:path w="29209" h="43814">
                  <a:moveTo>
                    <a:pt x="0" y="43562"/>
                  </a:moveTo>
                  <a:lnTo>
                    <a:pt x="0" y="43561"/>
                  </a:lnTo>
                </a:path>
                <a:path w="29209" h="43814">
                  <a:moveTo>
                    <a:pt x="3680" y="25533"/>
                  </a:moveTo>
                  <a:lnTo>
                    <a:pt x="3738" y="25251"/>
                  </a:lnTo>
                  <a:lnTo>
                    <a:pt x="4058" y="24778"/>
                  </a:lnTo>
                </a:path>
                <a:path w="29209" h="43814">
                  <a:moveTo>
                    <a:pt x="28461" y="376"/>
                  </a:moveTo>
                  <a:lnTo>
                    <a:pt x="28932" y="57"/>
                  </a:lnTo>
                  <a:lnTo>
                    <a:pt x="29213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39124" y="3287272"/>
              <a:ext cx="962660" cy="1905"/>
            </a:xfrm>
            <a:custGeom>
              <a:avLst/>
              <a:gdLst/>
              <a:ahLst/>
              <a:cxnLst/>
              <a:rect l="l" t="t" r="r" b="b"/>
              <a:pathLst>
                <a:path w="962659" h="1904">
                  <a:moveTo>
                    <a:pt x="-11429" y="760"/>
                  </a:moveTo>
                  <a:lnTo>
                    <a:pt x="973489" y="760"/>
                  </a:lnTo>
                </a:path>
              </a:pathLst>
            </a:custGeom>
            <a:ln w="24380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99832" y="3057144"/>
              <a:ext cx="33020" cy="229235"/>
            </a:xfrm>
            <a:custGeom>
              <a:avLst/>
              <a:gdLst/>
              <a:ahLst/>
              <a:cxnLst/>
              <a:rect l="l" t="t" r="r" b="b"/>
              <a:pathLst>
                <a:path w="33020" h="229235">
                  <a:moveTo>
                    <a:pt x="32954" y="228916"/>
                  </a:moveTo>
                  <a:lnTo>
                    <a:pt x="28932" y="228147"/>
                  </a:lnTo>
                  <a:lnTo>
                    <a:pt x="26662" y="226690"/>
                  </a:lnTo>
                </a:path>
                <a:path w="33020" h="229235">
                  <a:moveTo>
                    <a:pt x="19226" y="221918"/>
                  </a:moveTo>
                  <a:lnTo>
                    <a:pt x="13906" y="218503"/>
                  </a:lnTo>
                  <a:lnTo>
                    <a:pt x="13505" y="217931"/>
                  </a:lnTo>
                </a:path>
                <a:path w="33020" h="229235">
                  <a:moveTo>
                    <a:pt x="12192" y="216058"/>
                  </a:moveTo>
                  <a:lnTo>
                    <a:pt x="9435" y="212127"/>
                  </a:lnTo>
                </a:path>
                <a:path w="33020" h="229235">
                  <a:moveTo>
                    <a:pt x="7620" y="209537"/>
                  </a:moveTo>
                  <a:lnTo>
                    <a:pt x="7094" y="208787"/>
                  </a:lnTo>
                </a:path>
                <a:path w="33020" h="229235">
                  <a:moveTo>
                    <a:pt x="6096" y="207364"/>
                  </a:moveTo>
                  <a:lnTo>
                    <a:pt x="4957" y="205739"/>
                  </a:lnTo>
                </a:path>
                <a:path w="33020" h="229235">
                  <a:moveTo>
                    <a:pt x="4572" y="205190"/>
                  </a:moveTo>
                  <a:lnTo>
                    <a:pt x="3738" y="204001"/>
                  </a:lnTo>
                  <a:lnTo>
                    <a:pt x="3467" y="202691"/>
                  </a:lnTo>
                </a:path>
                <a:path w="33020" h="229235">
                  <a:moveTo>
                    <a:pt x="3048" y="200664"/>
                  </a:moveTo>
                  <a:lnTo>
                    <a:pt x="2521" y="198119"/>
                  </a:lnTo>
                </a:path>
                <a:path w="33020" h="229235">
                  <a:moveTo>
                    <a:pt x="1524" y="193297"/>
                  </a:moveTo>
                  <a:lnTo>
                    <a:pt x="630" y="188975"/>
                  </a:lnTo>
                </a:path>
                <a:path w="33020" h="229235">
                  <a:moveTo>
                    <a:pt x="0" y="185929"/>
                  </a:moveTo>
                  <a:lnTo>
                    <a:pt x="0" y="185928"/>
                  </a:ln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818200" y="301356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-11429" y="73"/>
                  </a:moveTo>
                  <a:lnTo>
                    <a:pt x="11868" y="73"/>
                  </a:lnTo>
                </a:path>
              </a:pathLst>
            </a:custGeom>
            <a:ln w="23006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840724" y="3035255"/>
              <a:ext cx="3810" cy="8255"/>
            </a:xfrm>
            <a:custGeom>
              <a:avLst/>
              <a:gdLst/>
              <a:ahLst/>
              <a:cxnLst/>
              <a:rect l="l" t="t" r="r" b="b"/>
              <a:pathLst>
                <a:path w="3809" h="8255">
                  <a:moveTo>
                    <a:pt x="0" y="0"/>
                  </a:moveTo>
                  <a:lnTo>
                    <a:pt x="367" y="552"/>
                  </a:lnTo>
                </a:path>
                <a:path w="3809" h="8255">
                  <a:moveTo>
                    <a:pt x="1524" y="2289"/>
                  </a:moveTo>
                  <a:lnTo>
                    <a:pt x="2380" y="3577"/>
                  </a:lnTo>
                  <a:lnTo>
                    <a:pt x="2385" y="3600"/>
                  </a:lnTo>
                </a:path>
                <a:path w="3809" h="8255">
                  <a:moveTo>
                    <a:pt x="3048" y="6865"/>
                  </a:moveTo>
                  <a:lnTo>
                    <a:pt x="3313" y="8172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845298" y="3056818"/>
              <a:ext cx="1905" cy="193675"/>
            </a:xfrm>
            <a:custGeom>
              <a:avLst/>
              <a:gdLst/>
              <a:ahLst/>
              <a:cxnLst/>
              <a:rect l="l" t="t" r="r" b="b"/>
              <a:pathLst>
                <a:path w="1904" h="193675">
                  <a:moveTo>
                    <a:pt x="761" y="-11429"/>
                  </a:moveTo>
                  <a:lnTo>
                    <a:pt x="761" y="205088"/>
                  </a:lnTo>
                </a:path>
              </a:pathLst>
            </a:custGeom>
            <a:ln w="24382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840378" y="3251646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70">
                  <a:moveTo>
                    <a:pt x="4679" y="0"/>
                  </a:moveTo>
                  <a:lnTo>
                    <a:pt x="2726" y="9499"/>
                  </a:lnTo>
                  <a:lnTo>
                    <a:pt x="0" y="13453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837607" y="3268895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-11429" y="110"/>
                  </a:moveTo>
                  <a:lnTo>
                    <a:pt x="11583" y="110"/>
                  </a:lnTo>
                </a:path>
              </a:pathLst>
            </a:custGeom>
            <a:ln w="23081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816381" y="3273806"/>
              <a:ext cx="18415" cy="12065"/>
            </a:xfrm>
            <a:custGeom>
              <a:avLst/>
              <a:gdLst/>
              <a:ahLst/>
              <a:cxnLst/>
              <a:rect l="l" t="t" r="r" b="b"/>
              <a:pathLst>
                <a:path w="18415" h="12064">
                  <a:moveTo>
                    <a:pt x="17992" y="0"/>
                  </a:moveTo>
                  <a:lnTo>
                    <a:pt x="16722" y="1841"/>
                  </a:lnTo>
                  <a:lnTo>
                    <a:pt x="15033" y="2959"/>
                  </a:lnTo>
                </a:path>
                <a:path w="18415" h="12064">
                  <a:moveTo>
                    <a:pt x="10835" y="5737"/>
                  </a:moveTo>
                  <a:lnTo>
                    <a:pt x="10527" y="5941"/>
                  </a:lnTo>
                </a:path>
                <a:path w="18415" h="12064">
                  <a:moveTo>
                    <a:pt x="6124" y="8854"/>
                  </a:moveTo>
                  <a:lnTo>
                    <a:pt x="2149" y="11485"/>
                  </a:lnTo>
                  <a:lnTo>
                    <a:pt x="0" y="11916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799832" y="3009900"/>
              <a:ext cx="1047115" cy="279400"/>
            </a:xfrm>
            <a:custGeom>
              <a:avLst/>
              <a:gdLst/>
              <a:ahLst/>
              <a:cxnLst/>
              <a:rect l="l" t="t" r="r" b="b"/>
              <a:pathLst>
                <a:path w="1047115" h="279400">
                  <a:moveTo>
                    <a:pt x="1001268" y="278892"/>
                  </a:moveTo>
                  <a:lnTo>
                    <a:pt x="47244" y="278892"/>
                  </a:lnTo>
                  <a:lnTo>
                    <a:pt x="28932" y="275391"/>
                  </a:lnTo>
                  <a:lnTo>
                    <a:pt x="13906" y="265747"/>
                  </a:lnTo>
                  <a:lnTo>
                    <a:pt x="3738" y="251245"/>
                  </a:lnTo>
                  <a:lnTo>
                    <a:pt x="0" y="233172"/>
                  </a:lnTo>
                  <a:lnTo>
                    <a:pt x="0" y="47244"/>
                  </a:lnTo>
                  <a:lnTo>
                    <a:pt x="3738" y="28932"/>
                  </a:lnTo>
                  <a:lnTo>
                    <a:pt x="13906" y="13906"/>
                  </a:lnTo>
                  <a:lnTo>
                    <a:pt x="28932" y="3738"/>
                  </a:lnTo>
                  <a:lnTo>
                    <a:pt x="47244" y="0"/>
                  </a:lnTo>
                  <a:lnTo>
                    <a:pt x="1001268" y="0"/>
                  </a:lnTo>
                  <a:lnTo>
                    <a:pt x="1018698" y="3738"/>
                  </a:lnTo>
                  <a:lnTo>
                    <a:pt x="1033272" y="13906"/>
                  </a:lnTo>
                  <a:lnTo>
                    <a:pt x="1043273" y="28932"/>
                  </a:lnTo>
                  <a:lnTo>
                    <a:pt x="1046988" y="47244"/>
                  </a:lnTo>
                  <a:lnTo>
                    <a:pt x="1046988" y="233172"/>
                  </a:lnTo>
                  <a:lnTo>
                    <a:pt x="1043273" y="251245"/>
                  </a:lnTo>
                  <a:lnTo>
                    <a:pt x="1033272" y="265747"/>
                  </a:lnTo>
                  <a:lnTo>
                    <a:pt x="1018698" y="275391"/>
                  </a:lnTo>
                  <a:lnTo>
                    <a:pt x="1001268" y="278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99832" y="3009900"/>
              <a:ext cx="1047115" cy="279400"/>
            </a:xfrm>
            <a:custGeom>
              <a:avLst/>
              <a:gdLst/>
              <a:ahLst/>
              <a:cxnLst/>
              <a:rect l="l" t="t" r="r" b="b"/>
              <a:pathLst>
                <a:path w="1047115" h="279400">
                  <a:moveTo>
                    <a:pt x="0" y="47244"/>
                  </a:moveTo>
                  <a:lnTo>
                    <a:pt x="3738" y="28932"/>
                  </a:lnTo>
                  <a:lnTo>
                    <a:pt x="13906" y="13906"/>
                  </a:lnTo>
                  <a:lnTo>
                    <a:pt x="28932" y="3738"/>
                  </a:lnTo>
                  <a:lnTo>
                    <a:pt x="47244" y="0"/>
                  </a:lnTo>
                  <a:lnTo>
                    <a:pt x="1001268" y="0"/>
                  </a:lnTo>
                  <a:lnTo>
                    <a:pt x="1018698" y="3738"/>
                  </a:lnTo>
                  <a:lnTo>
                    <a:pt x="1033272" y="13906"/>
                  </a:lnTo>
                  <a:lnTo>
                    <a:pt x="1043273" y="28932"/>
                  </a:lnTo>
                  <a:lnTo>
                    <a:pt x="1046988" y="47244"/>
                  </a:lnTo>
                  <a:lnTo>
                    <a:pt x="1046988" y="233172"/>
                  </a:lnTo>
                  <a:lnTo>
                    <a:pt x="1043273" y="251245"/>
                  </a:lnTo>
                  <a:lnTo>
                    <a:pt x="1033272" y="265747"/>
                  </a:lnTo>
                  <a:lnTo>
                    <a:pt x="1018698" y="275391"/>
                  </a:lnTo>
                  <a:lnTo>
                    <a:pt x="1001268" y="278892"/>
                  </a:lnTo>
                  <a:lnTo>
                    <a:pt x="47244" y="278892"/>
                  </a:lnTo>
                  <a:lnTo>
                    <a:pt x="28932" y="275391"/>
                  </a:lnTo>
                  <a:lnTo>
                    <a:pt x="13906" y="265747"/>
                  </a:lnTo>
                  <a:lnTo>
                    <a:pt x="3738" y="251245"/>
                  </a:lnTo>
                  <a:lnTo>
                    <a:pt x="0" y="233172"/>
                  </a:lnTo>
                  <a:lnTo>
                    <a:pt x="0" y="47244"/>
                  </a:lnTo>
                  <a:close/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812023" y="3024632"/>
            <a:ext cx="10223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file_a.txt</a:t>
            </a:r>
            <a:endParaRPr sz="1300">
              <a:latin typeface="Carlito"/>
              <a:cs typeface="Carlito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788402" y="3400805"/>
            <a:ext cx="1071245" cy="324485"/>
            <a:chOff x="7788402" y="3400805"/>
            <a:chExt cx="1071245" cy="324485"/>
          </a:xfrm>
        </p:grpSpPr>
        <p:sp>
          <p:nvSpPr>
            <p:cNvPr id="76" name="object 76"/>
            <p:cNvSpPr/>
            <p:nvPr/>
          </p:nvSpPr>
          <p:spPr>
            <a:xfrm>
              <a:off x="7800459" y="3439380"/>
              <a:ext cx="1046480" cy="273685"/>
            </a:xfrm>
            <a:custGeom>
              <a:avLst/>
              <a:gdLst/>
              <a:ahLst/>
              <a:cxnLst/>
              <a:rect l="l" t="t" r="r" b="b"/>
              <a:pathLst>
                <a:path w="1046479" h="273685">
                  <a:moveTo>
                    <a:pt x="996068" y="273083"/>
                  </a:moveTo>
                  <a:lnTo>
                    <a:pt x="49664" y="273083"/>
                  </a:lnTo>
                  <a:lnTo>
                    <a:pt x="42274" y="271562"/>
                  </a:lnTo>
                  <a:lnTo>
                    <a:pt x="996139" y="273069"/>
                  </a:lnTo>
                  <a:close/>
                </a:path>
                <a:path w="1046479" h="273685">
                  <a:moveTo>
                    <a:pt x="33724" y="269801"/>
                  </a:moveTo>
                  <a:lnTo>
                    <a:pt x="30233" y="269083"/>
                  </a:lnTo>
                  <a:lnTo>
                    <a:pt x="28097" y="267633"/>
                  </a:lnTo>
                  <a:lnTo>
                    <a:pt x="29852" y="268511"/>
                  </a:lnTo>
                  <a:lnTo>
                    <a:pt x="33724" y="269801"/>
                  </a:lnTo>
                  <a:close/>
                </a:path>
                <a:path w="1046479" h="273685">
                  <a:moveTo>
                    <a:pt x="26086" y="266269"/>
                  </a:moveTo>
                  <a:lnTo>
                    <a:pt x="23830" y="264738"/>
                  </a:lnTo>
                  <a:lnTo>
                    <a:pt x="25280" y="265463"/>
                  </a:lnTo>
                  <a:lnTo>
                    <a:pt x="26086" y="266269"/>
                  </a:lnTo>
                  <a:close/>
                </a:path>
                <a:path w="1046479" h="273685">
                  <a:moveTo>
                    <a:pt x="21345" y="263052"/>
                  </a:moveTo>
                  <a:lnTo>
                    <a:pt x="19562" y="261842"/>
                  </a:lnTo>
                  <a:lnTo>
                    <a:pt x="20708" y="262415"/>
                  </a:lnTo>
                  <a:lnTo>
                    <a:pt x="21345" y="263052"/>
                  </a:lnTo>
                  <a:close/>
                </a:path>
                <a:path w="1046479" h="273685">
                  <a:moveTo>
                    <a:pt x="16604" y="259834"/>
                  </a:moveTo>
                  <a:lnTo>
                    <a:pt x="14231" y="258224"/>
                  </a:lnTo>
                  <a:lnTo>
                    <a:pt x="12621" y="255852"/>
                  </a:lnTo>
                  <a:lnTo>
                    <a:pt x="16604" y="259834"/>
                  </a:lnTo>
                  <a:close/>
                </a:path>
                <a:path w="1046479" h="273685">
                  <a:moveTo>
                    <a:pt x="10040" y="252049"/>
                  </a:moveTo>
                  <a:lnTo>
                    <a:pt x="9404" y="251110"/>
                  </a:lnTo>
                  <a:lnTo>
                    <a:pt x="10040" y="251747"/>
                  </a:lnTo>
                  <a:lnTo>
                    <a:pt x="10040" y="252049"/>
                  </a:lnTo>
                  <a:close/>
                </a:path>
                <a:path w="1046479" h="273685">
                  <a:moveTo>
                    <a:pt x="6992" y="247557"/>
                  </a:moveTo>
                  <a:lnTo>
                    <a:pt x="6733" y="247175"/>
                  </a:lnTo>
                  <a:lnTo>
                    <a:pt x="6992" y="247175"/>
                  </a:lnTo>
                  <a:lnTo>
                    <a:pt x="6992" y="247557"/>
                  </a:lnTo>
                  <a:close/>
                </a:path>
                <a:path w="1046479" h="273685">
                  <a:moveTo>
                    <a:pt x="5468" y="245311"/>
                  </a:moveTo>
                  <a:lnTo>
                    <a:pt x="4665" y="244127"/>
                  </a:lnTo>
                  <a:lnTo>
                    <a:pt x="5468" y="244127"/>
                  </a:lnTo>
                  <a:lnTo>
                    <a:pt x="5468" y="245311"/>
                  </a:lnTo>
                  <a:close/>
                </a:path>
                <a:path w="1046479" h="273685">
                  <a:moveTo>
                    <a:pt x="3944" y="243065"/>
                  </a:moveTo>
                  <a:lnTo>
                    <a:pt x="3373" y="242222"/>
                  </a:lnTo>
                  <a:lnTo>
                    <a:pt x="3137" y="241079"/>
                  </a:lnTo>
                  <a:lnTo>
                    <a:pt x="3944" y="241079"/>
                  </a:lnTo>
                  <a:lnTo>
                    <a:pt x="3944" y="243065"/>
                  </a:lnTo>
                  <a:close/>
                </a:path>
                <a:path w="1046479" h="273685">
                  <a:moveTo>
                    <a:pt x="2420" y="237597"/>
                  </a:moveTo>
                  <a:lnTo>
                    <a:pt x="2196" y="236507"/>
                  </a:lnTo>
                  <a:lnTo>
                    <a:pt x="2420" y="236507"/>
                  </a:lnTo>
                  <a:lnTo>
                    <a:pt x="2420" y="237597"/>
                  </a:lnTo>
                  <a:close/>
                </a:path>
                <a:path w="1046479" h="273685">
                  <a:moveTo>
                    <a:pt x="896" y="230195"/>
                  </a:moveTo>
                  <a:lnTo>
                    <a:pt x="0" y="225839"/>
                  </a:lnTo>
                  <a:lnTo>
                    <a:pt x="896" y="225839"/>
                  </a:lnTo>
                  <a:lnTo>
                    <a:pt x="896" y="230195"/>
                  </a:lnTo>
                  <a:close/>
                </a:path>
                <a:path w="1046479" h="273685">
                  <a:moveTo>
                    <a:pt x="1040460" y="287"/>
                  </a:moveTo>
                  <a:lnTo>
                    <a:pt x="1040264" y="287"/>
                  </a:lnTo>
                  <a:lnTo>
                    <a:pt x="1040264" y="0"/>
                  </a:lnTo>
                  <a:lnTo>
                    <a:pt x="1040460" y="287"/>
                  </a:lnTo>
                  <a:close/>
                </a:path>
                <a:path w="1046479" h="273685">
                  <a:moveTo>
                    <a:pt x="1042412" y="3335"/>
                  </a:moveTo>
                  <a:lnTo>
                    <a:pt x="1041788" y="3335"/>
                  </a:lnTo>
                  <a:lnTo>
                    <a:pt x="1041788" y="2235"/>
                  </a:lnTo>
                  <a:lnTo>
                    <a:pt x="1042360" y="3073"/>
                  </a:lnTo>
                  <a:lnTo>
                    <a:pt x="1042412" y="3335"/>
                  </a:lnTo>
                  <a:close/>
                </a:path>
                <a:path w="1046479" h="273685">
                  <a:moveTo>
                    <a:pt x="1043323" y="7907"/>
                  </a:moveTo>
                  <a:close/>
                </a:path>
                <a:path w="1046479" h="273685">
                  <a:moveTo>
                    <a:pt x="1044849" y="230131"/>
                  </a:moveTo>
                  <a:lnTo>
                    <a:pt x="1046299" y="22839"/>
                  </a:lnTo>
                  <a:lnTo>
                    <a:pt x="1046360" y="222791"/>
                  </a:lnTo>
                  <a:lnTo>
                    <a:pt x="1044849" y="230131"/>
                  </a:lnTo>
                  <a:close/>
                </a:path>
                <a:path w="1046479" h="273685">
                  <a:moveTo>
                    <a:pt x="1040912" y="244355"/>
                  </a:moveTo>
                  <a:lnTo>
                    <a:pt x="1041788" y="242603"/>
                  </a:lnTo>
                  <a:lnTo>
                    <a:pt x="1043077" y="238737"/>
                  </a:lnTo>
                  <a:lnTo>
                    <a:pt x="1042360" y="242222"/>
                  </a:lnTo>
                  <a:lnTo>
                    <a:pt x="1040912" y="244355"/>
                  </a:lnTo>
                  <a:close/>
                </a:path>
                <a:path w="1046479" h="273685">
                  <a:moveTo>
                    <a:pt x="1029131" y="259833"/>
                  </a:moveTo>
                  <a:lnTo>
                    <a:pt x="1033110" y="255854"/>
                  </a:lnTo>
                  <a:lnTo>
                    <a:pt x="1031501" y="258224"/>
                  </a:lnTo>
                  <a:lnTo>
                    <a:pt x="1029131" y="259833"/>
                  </a:lnTo>
                  <a:close/>
                </a:path>
                <a:path w="1046479" h="273685">
                  <a:moveTo>
                    <a:pt x="1012010" y="269801"/>
                  </a:moveTo>
                  <a:lnTo>
                    <a:pt x="1015880" y="268511"/>
                  </a:lnTo>
                  <a:lnTo>
                    <a:pt x="1017633" y="267634"/>
                  </a:lnTo>
                  <a:lnTo>
                    <a:pt x="1015499" y="269083"/>
                  </a:lnTo>
                  <a:lnTo>
                    <a:pt x="1012010" y="269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99832" y="346252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1"/>
                  </a:move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42733" y="3710942"/>
              <a:ext cx="954405" cy="1905"/>
            </a:xfrm>
            <a:custGeom>
              <a:avLst/>
              <a:gdLst/>
              <a:ahLst/>
              <a:cxnLst/>
              <a:rect l="l" t="t" r="r" b="b"/>
              <a:pathLst>
                <a:path w="954404" h="1904">
                  <a:moveTo>
                    <a:pt x="-11429" y="760"/>
                  </a:moveTo>
                  <a:lnTo>
                    <a:pt x="965295" y="760"/>
                  </a:lnTo>
                </a:path>
              </a:pathLst>
            </a:custGeom>
            <a:ln w="24381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99832" y="3439380"/>
              <a:ext cx="1044575" cy="269875"/>
            </a:xfrm>
            <a:custGeom>
              <a:avLst/>
              <a:gdLst/>
              <a:ahLst/>
              <a:cxnLst/>
              <a:rect l="l" t="t" r="r" b="b"/>
              <a:pathLst>
                <a:path w="1044575" h="269875">
                  <a:moveTo>
                    <a:pt x="34351" y="269801"/>
                  </a:moveTo>
                  <a:lnTo>
                    <a:pt x="30860" y="269083"/>
                  </a:lnTo>
                  <a:lnTo>
                    <a:pt x="28724" y="267633"/>
                  </a:lnTo>
                </a:path>
                <a:path w="1044575" h="269875">
                  <a:moveTo>
                    <a:pt x="26714" y="266269"/>
                  </a:moveTo>
                  <a:lnTo>
                    <a:pt x="24457" y="264738"/>
                  </a:lnTo>
                </a:path>
                <a:path w="1044575" h="269875">
                  <a:moveTo>
                    <a:pt x="21972" y="263052"/>
                  </a:moveTo>
                  <a:lnTo>
                    <a:pt x="20190" y="261842"/>
                  </a:lnTo>
                </a:path>
                <a:path w="1044575" h="269875">
                  <a:moveTo>
                    <a:pt x="17231" y="259834"/>
                  </a:moveTo>
                  <a:lnTo>
                    <a:pt x="14858" y="258224"/>
                  </a:lnTo>
                  <a:lnTo>
                    <a:pt x="13249" y="255852"/>
                  </a:lnTo>
                </a:path>
                <a:path w="1044575" h="269875">
                  <a:moveTo>
                    <a:pt x="10668" y="252049"/>
                  </a:moveTo>
                  <a:lnTo>
                    <a:pt x="10031" y="251110"/>
                  </a:lnTo>
                </a:path>
                <a:path w="1044575" h="269875">
                  <a:moveTo>
                    <a:pt x="7620" y="247557"/>
                  </a:moveTo>
                  <a:lnTo>
                    <a:pt x="7361" y="247175"/>
                  </a:lnTo>
                </a:path>
                <a:path w="1044575" h="269875">
                  <a:moveTo>
                    <a:pt x="6096" y="245311"/>
                  </a:moveTo>
                  <a:lnTo>
                    <a:pt x="5292" y="244127"/>
                  </a:lnTo>
                </a:path>
                <a:path w="1044575" h="269875">
                  <a:moveTo>
                    <a:pt x="4572" y="243065"/>
                  </a:moveTo>
                  <a:lnTo>
                    <a:pt x="4000" y="242222"/>
                  </a:lnTo>
                  <a:lnTo>
                    <a:pt x="3765" y="241079"/>
                  </a:lnTo>
                </a:path>
                <a:path w="1044575" h="269875">
                  <a:moveTo>
                    <a:pt x="3048" y="237597"/>
                  </a:moveTo>
                  <a:lnTo>
                    <a:pt x="2823" y="236507"/>
                  </a:lnTo>
                </a:path>
                <a:path w="1044575" h="269875">
                  <a:moveTo>
                    <a:pt x="1524" y="230195"/>
                  </a:moveTo>
                  <a:lnTo>
                    <a:pt x="627" y="225839"/>
                  </a:lnTo>
                </a:path>
                <a:path w="1044575" h="269875">
                  <a:moveTo>
                    <a:pt x="0" y="222793"/>
                  </a:moveTo>
                  <a:lnTo>
                    <a:pt x="0" y="222791"/>
                  </a:lnTo>
                  <a:lnTo>
                    <a:pt x="0" y="23147"/>
                  </a:lnTo>
                </a:path>
                <a:path w="1044575" h="269875">
                  <a:moveTo>
                    <a:pt x="1040892" y="0"/>
                  </a:moveTo>
                  <a:lnTo>
                    <a:pt x="1041088" y="287"/>
                  </a:lnTo>
                </a:path>
                <a:path w="1044575" h="269875">
                  <a:moveTo>
                    <a:pt x="1042416" y="2235"/>
                  </a:moveTo>
                  <a:lnTo>
                    <a:pt x="1042987" y="3073"/>
                  </a:lnTo>
                  <a:lnTo>
                    <a:pt x="1043039" y="3335"/>
                  </a:lnTo>
                </a:path>
                <a:path w="1044575" h="269875">
                  <a:moveTo>
                    <a:pt x="1043940" y="7855"/>
                  </a:moveTo>
                  <a:lnTo>
                    <a:pt x="1043950" y="7907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845309" y="3462219"/>
              <a:ext cx="1905" cy="207645"/>
            </a:xfrm>
            <a:custGeom>
              <a:avLst/>
              <a:gdLst/>
              <a:ahLst/>
              <a:cxnLst/>
              <a:rect l="l" t="t" r="r" b="b"/>
              <a:pathLst>
                <a:path w="1904" h="207645">
                  <a:moveTo>
                    <a:pt x="755" y="-11430"/>
                  </a:moveTo>
                  <a:lnTo>
                    <a:pt x="755" y="218721"/>
                  </a:lnTo>
                </a:path>
              </a:pathLst>
            </a:custGeom>
            <a:ln w="24371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812470" y="367811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31067" y="0"/>
                  </a:moveTo>
                  <a:lnTo>
                    <a:pt x="30349" y="3485"/>
                  </a:lnTo>
                  <a:lnTo>
                    <a:pt x="28902" y="5618"/>
                  </a:lnTo>
                </a:path>
                <a:path w="31115" h="31114">
                  <a:moveTo>
                    <a:pt x="21099" y="17117"/>
                  </a:moveTo>
                  <a:lnTo>
                    <a:pt x="19491" y="19487"/>
                  </a:lnTo>
                  <a:lnTo>
                    <a:pt x="17120" y="21096"/>
                  </a:lnTo>
                </a:path>
                <a:path w="31115" h="31114">
                  <a:moveTo>
                    <a:pt x="5623" y="28897"/>
                  </a:moveTo>
                  <a:lnTo>
                    <a:pt x="3489" y="30346"/>
                  </a:lnTo>
                  <a:lnTo>
                    <a:pt x="0" y="31064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799832" y="3412235"/>
              <a:ext cx="1047115" cy="300355"/>
            </a:xfrm>
            <a:custGeom>
              <a:avLst/>
              <a:gdLst/>
              <a:ahLst/>
              <a:cxnLst/>
              <a:rect l="l" t="t" r="r" b="b"/>
              <a:pathLst>
                <a:path w="1047115" h="300354">
                  <a:moveTo>
                    <a:pt x="996696" y="300227"/>
                  </a:moveTo>
                  <a:lnTo>
                    <a:pt x="50292" y="300227"/>
                  </a:lnTo>
                  <a:lnTo>
                    <a:pt x="30860" y="296227"/>
                  </a:lnTo>
                  <a:lnTo>
                    <a:pt x="14858" y="285368"/>
                  </a:lnTo>
                  <a:lnTo>
                    <a:pt x="4000" y="269366"/>
                  </a:lnTo>
                  <a:lnTo>
                    <a:pt x="0" y="249935"/>
                  </a:lnTo>
                  <a:lnTo>
                    <a:pt x="0" y="50291"/>
                  </a:lnTo>
                  <a:lnTo>
                    <a:pt x="4000" y="30218"/>
                  </a:lnTo>
                  <a:lnTo>
                    <a:pt x="14859" y="14287"/>
                  </a:lnTo>
                  <a:lnTo>
                    <a:pt x="30860" y="3786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3786"/>
                  </a:lnTo>
                  <a:lnTo>
                    <a:pt x="1032129" y="14287"/>
                  </a:lnTo>
                  <a:lnTo>
                    <a:pt x="1042987" y="30218"/>
                  </a:lnTo>
                  <a:lnTo>
                    <a:pt x="1046988" y="50291"/>
                  </a:lnTo>
                  <a:lnTo>
                    <a:pt x="1046988" y="249935"/>
                  </a:lnTo>
                  <a:lnTo>
                    <a:pt x="1042987" y="269366"/>
                  </a:lnTo>
                  <a:lnTo>
                    <a:pt x="1032129" y="285368"/>
                  </a:lnTo>
                  <a:lnTo>
                    <a:pt x="1016126" y="296227"/>
                  </a:lnTo>
                  <a:lnTo>
                    <a:pt x="996696" y="300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799832" y="3412235"/>
              <a:ext cx="1047115" cy="300355"/>
            </a:xfrm>
            <a:custGeom>
              <a:avLst/>
              <a:gdLst/>
              <a:ahLst/>
              <a:cxnLst/>
              <a:rect l="l" t="t" r="r" b="b"/>
              <a:pathLst>
                <a:path w="1047115" h="300354">
                  <a:moveTo>
                    <a:pt x="0" y="50291"/>
                  </a:moveTo>
                  <a:lnTo>
                    <a:pt x="4000" y="30218"/>
                  </a:lnTo>
                  <a:lnTo>
                    <a:pt x="14859" y="14287"/>
                  </a:lnTo>
                  <a:lnTo>
                    <a:pt x="30860" y="3786"/>
                  </a:lnTo>
                  <a:lnTo>
                    <a:pt x="50292" y="0"/>
                  </a:lnTo>
                  <a:lnTo>
                    <a:pt x="996696" y="0"/>
                  </a:lnTo>
                  <a:lnTo>
                    <a:pt x="1016127" y="3786"/>
                  </a:lnTo>
                  <a:lnTo>
                    <a:pt x="1032129" y="14287"/>
                  </a:lnTo>
                  <a:lnTo>
                    <a:pt x="1042987" y="30218"/>
                  </a:lnTo>
                  <a:lnTo>
                    <a:pt x="1046988" y="50291"/>
                  </a:lnTo>
                  <a:lnTo>
                    <a:pt x="1046988" y="249935"/>
                  </a:lnTo>
                  <a:lnTo>
                    <a:pt x="1042987" y="269366"/>
                  </a:lnTo>
                  <a:lnTo>
                    <a:pt x="1032129" y="285368"/>
                  </a:lnTo>
                  <a:lnTo>
                    <a:pt x="1016126" y="296227"/>
                  </a:lnTo>
                  <a:lnTo>
                    <a:pt x="996696" y="300227"/>
                  </a:lnTo>
                  <a:lnTo>
                    <a:pt x="50292" y="300227"/>
                  </a:lnTo>
                  <a:lnTo>
                    <a:pt x="30860" y="296227"/>
                  </a:lnTo>
                  <a:lnTo>
                    <a:pt x="14858" y="285368"/>
                  </a:lnTo>
                  <a:lnTo>
                    <a:pt x="4000" y="269366"/>
                  </a:lnTo>
                  <a:lnTo>
                    <a:pt x="0" y="249935"/>
                  </a:lnTo>
                  <a:lnTo>
                    <a:pt x="0" y="50291"/>
                  </a:lnTo>
                  <a:close/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8005052" y="3437675"/>
            <a:ext cx="6350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file_b.txt</a:t>
            </a:r>
            <a:endParaRPr sz="1300">
              <a:latin typeface="Carlito"/>
              <a:cs typeface="Carlito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847147" y="2778823"/>
            <a:ext cx="2927350" cy="1204595"/>
            <a:chOff x="3847147" y="2778823"/>
            <a:chExt cx="2927350" cy="1204595"/>
          </a:xfrm>
        </p:grpSpPr>
        <p:sp>
          <p:nvSpPr>
            <p:cNvPr id="86" name="object 86"/>
            <p:cNvSpPr/>
            <p:nvPr/>
          </p:nvSpPr>
          <p:spPr>
            <a:xfrm>
              <a:off x="6115811" y="3241547"/>
              <a:ext cx="658495" cy="142240"/>
            </a:xfrm>
            <a:custGeom>
              <a:avLst/>
              <a:gdLst/>
              <a:ahLst/>
              <a:cxnLst/>
              <a:rect l="l" t="t" r="r" b="b"/>
              <a:pathLst>
                <a:path w="658495" h="142239">
                  <a:moveTo>
                    <a:pt x="516636" y="141732"/>
                  </a:moveTo>
                  <a:lnTo>
                    <a:pt x="516130" y="94686"/>
                  </a:lnTo>
                  <a:lnTo>
                    <a:pt x="539496" y="94488"/>
                  </a:lnTo>
                  <a:lnTo>
                    <a:pt x="539496" y="47244"/>
                  </a:lnTo>
                  <a:lnTo>
                    <a:pt x="515620" y="47244"/>
                  </a:lnTo>
                  <a:lnTo>
                    <a:pt x="515112" y="0"/>
                  </a:lnTo>
                  <a:lnTo>
                    <a:pt x="611654" y="47244"/>
                  </a:lnTo>
                  <a:lnTo>
                    <a:pt x="539496" y="47244"/>
                  </a:lnTo>
                  <a:lnTo>
                    <a:pt x="515622" y="47513"/>
                  </a:lnTo>
                  <a:lnTo>
                    <a:pt x="612205" y="47513"/>
                  </a:lnTo>
                  <a:lnTo>
                    <a:pt x="658368" y="70104"/>
                  </a:lnTo>
                  <a:lnTo>
                    <a:pt x="516636" y="141732"/>
                  </a:lnTo>
                  <a:close/>
                </a:path>
                <a:path w="658495" h="142239">
                  <a:moveTo>
                    <a:pt x="516130" y="94686"/>
                  </a:moveTo>
                  <a:lnTo>
                    <a:pt x="515622" y="47513"/>
                  </a:lnTo>
                  <a:lnTo>
                    <a:pt x="539496" y="47244"/>
                  </a:lnTo>
                  <a:lnTo>
                    <a:pt x="539496" y="94488"/>
                  </a:lnTo>
                  <a:lnTo>
                    <a:pt x="516130" y="94686"/>
                  </a:lnTo>
                  <a:close/>
                </a:path>
                <a:path w="658495" h="142239">
                  <a:moveTo>
                    <a:pt x="0" y="99060"/>
                  </a:moveTo>
                  <a:lnTo>
                    <a:pt x="0" y="53340"/>
                  </a:lnTo>
                  <a:lnTo>
                    <a:pt x="515622" y="47513"/>
                  </a:lnTo>
                  <a:lnTo>
                    <a:pt x="516130" y="94686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445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63339" y="2795015"/>
              <a:ext cx="2252980" cy="1172210"/>
            </a:xfrm>
            <a:custGeom>
              <a:avLst/>
              <a:gdLst/>
              <a:ahLst/>
              <a:cxnLst/>
              <a:rect l="l" t="t" r="r" b="b"/>
              <a:pathLst>
                <a:path w="2252979" h="1172210">
                  <a:moveTo>
                    <a:pt x="2057400" y="1171956"/>
                  </a:moveTo>
                  <a:lnTo>
                    <a:pt x="195072" y="1171956"/>
                  </a:lnTo>
                  <a:lnTo>
                    <a:pt x="150196" y="1166828"/>
                  </a:lnTo>
                  <a:lnTo>
                    <a:pt x="109079" y="1152210"/>
                  </a:lnTo>
                  <a:lnTo>
                    <a:pt x="72867" y="1129248"/>
                  </a:lnTo>
                  <a:lnTo>
                    <a:pt x="42707" y="1099088"/>
                  </a:lnTo>
                  <a:lnTo>
                    <a:pt x="19745" y="1062876"/>
                  </a:lnTo>
                  <a:lnTo>
                    <a:pt x="5127" y="1021759"/>
                  </a:lnTo>
                  <a:lnTo>
                    <a:pt x="0" y="976884"/>
                  </a:lnTo>
                  <a:lnTo>
                    <a:pt x="0" y="195072"/>
                  </a:lnTo>
                  <a:lnTo>
                    <a:pt x="5127" y="150196"/>
                  </a:lnTo>
                  <a:lnTo>
                    <a:pt x="19745" y="109079"/>
                  </a:lnTo>
                  <a:lnTo>
                    <a:pt x="42707" y="72867"/>
                  </a:lnTo>
                  <a:lnTo>
                    <a:pt x="72867" y="42707"/>
                  </a:lnTo>
                  <a:lnTo>
                    <a:pt x="109079" y="19745"/>
                  </a:lnTo>
                  <a:lnTo>
                    <a:pt x="15019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1795" y="5127"/>
                  </a:lnTo>
                  <a:lnTo>
                    <a:pt x="2142726" y="19745"/>
                  </a:lnTo>
                  <a:lnTo>
                    <a:pt x="2178964" y="42707"/>
                  </a:lnTo>
                  <a:lnTo>
                    <a:pt x="2209284" y="72867"/>
                  </a:lnTo>
                  <a:lnTo>
                    <a:pt x="2232460" y="109079"/>
                  </a:lnTo>
                  <a:lnTo>
                    <a:pt x="2247264" y="150196"/>
                  </a:lnTo>
                  <a:lnTo>
                    <a:pt x="2252472" y="195072"/>
                  </a:lnTo>
                  <a:lnTo>
                    <a:pt x="2252472" y="976884"/>
                  </a:lnTo>
                  <a:lnTo>
                    <a:pt x="2247264" y="1021759"/>
                  </a:lnTo>
                  <a:lnTo>
                    <a:pt x="2232460" y="1062876"/>
                  </a:lnTo>
                  <a:lnTo>
                    <a:pt x="2209284" y="1099088"/>
                  </a:lnTo>
                  <a:lnTo>
                    <a:pt x="2178964" y="1129248"/>
                  </a:lnTo>
                  <a:lnTo>
                    <a:pt x="2142726" y="1152210"/>
                  </a:lnTo>
                  <a:lnTo>
                    <a:pt x="2101795" y="1166828"/>
                  </a:lnTo>
                  <a:lnTo>
                    <a:pt x="2057400" y="117195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63339" y="2795015"/>
              <a:ext cx="2252980" cy="1172210"/>
            </a:xfrm>
            <a:custGeom>
              <a:avLst/>
              <a:gdLst/>
              <a:ahLst/>
              <a:cxnLst/>
              <a:rect l="l" t="t" r="r" b="b"/>
              <a:pathLst>
                <a:path w="2252979" h="1172210">
                  <a:moveTo>
                    <a:pt x="0" y="195072"/>
                  </a:moveTo>
                  <a:lnTo>
                    <a:pt x="5127" y="150196"/>
                  </a:lnTo>
                  <a:lnTo>
                    <a:pt x="19745" y="109079"/>
                  </a:lnTo>
                  <a:lnTo>
                    <a:pt x="42707" y="72867"/>
                  </a:lnTo>
                  <a:lnTo>
                    <a:pt x="72867" y="42707"/>
                  </a:lnTo>
                  <a:lnTo>
                    <a:pt x="109079" y="19745"/>
                  </a:lnTo>
                  <a:lnTo>
                    <a:pt x="150196" y="5127"/>
                  </a:lnTo>
                  <a:lnTo>
                    <a:pt x="195072" y="0"/>
                  </a:lnTo>
                  <a:lnTo>
                    <a:pt x="2057400" y="0"/>
                  </a:lnTo>
                  <a:lnTo>
                    <a:pt x="2101795" y="5127"/>
                  </a:lnTo>
                  <a:lnTo>
                    <a:pt x="2142726" y="19745"/>
                  </a:lnTo>
                  <a:lnTo>
                    <a:pt x="2178964" y="42707"/>
                  </a:lnTo>
                  <a:lnTo>
                    <a:pt x="2209284" y="72867"/>
                  </a:lnTo>
                  <a:lnTo>
                    <a:pt x="2232460" y="109079"/>
                  </a:lnTo>
                  <a:lnTo>
                    <a:pt x="2247264" y="150196"/>
                  </a:lnTo>
                  <a:lnTo>
                    <a:pt x="2252472" y="195072"/>
                  </a:lnTo>
                  <a:lnTo>
                    <a:pt x="2252472" y="976884"/>
                  </a:lnTo>
                  <a:lnTo>
                    <a:pt x="2247264" y="1021759"/>
                  </a:lnTo>
                  <a:lnTo>
                    <a:pt x="2232460" y="1062876"/>
                  </a:lnTo>
                  <a:lnTo>
                    <a:pt x="2209284" y="1099088"/>
                  </a:lnTo>
                  <a:lnTo>
                    <a:pt x="2178964" y="1129248"/>
                  </a:lnTo>
                  <a:lnTo>
                    <a:pt x="2142726" y="1152210"/>
                  </a:lnTo>
                  <a:lnTo>
                    <a:pt x="2101795" y="1166828"/>
                  </a:lnTo>
                  <a:lnTo>
                    <a:pt x="2057400" y="1171956"/>
                  </a:lnTo>
                  <a:lnTo>
                    <a:pt x="195072" y="1171956"/>
                  </a:lnTo>
                  <a:lnTo>
                    <a:pt x="150196" y="1166828"/>
                  </a:lnTo>
                  <a:lnTo>
                    <a:pt x="109079" y="1152210"/>
                  </a:lnTo>
                  <a:lnTo>
                    <a:pt x="72867" y="1129248"/>
                  </a:lnTo>
                  <a:lnTo>
                    <a:pt x="42707" y="1099088"/>
                  </a:lnTo>
                  <a:lnTo>
                    <a:pt x="19745" y="1062876"/>
                  </a:lnTo>
                  <a:lnTo>
                    <a:pt x="5127" y="1021759"/>
                  </a:lnTo>
                  <a:lnTo>
                    <a:pt x="0" y="976884"/>
                  </a:lnTo>
                  <a:lnTo>
                    <a:pt x="0" y="195072"/>
                  </a:lnTo>
                  <a:close/>
                </a:path>
              </a:pathLst>
            </a:custGeom>
            <a:ln w="3200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813026" y="4437380"/>
            <a:ext cx="5232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0" dirty="0">
                <a:latin typeface="Carlito"/>
                <a:cs typeface="Carlito"/>
              </a:rPr>
              <a:t>merg</a:t>
            </a:r>
            <a:r>
              <a:rPr sz="1450" b="1" spc="15" dirty="0">
                <a:latin typeface="Carlito"/>
                <a:cs typeface="Carlito"/>
              </a:rPr>
              <a:t>e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981732" y="3242528"/>
            <a:ext cx="5689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0" dirty="0">
                <a:solidFill>
                  <a:srgbClr val="FFFFFF"/>
                </a:solidFill>
                <a:latin typeface="Carlito"/>
                <a:cs typeface="Carlito"/>
              </a:rPr>
              <a:t>ma</a:t>
            </a:r>
            <a:r>
              <a:rPr sz="1450" b="1" spc="-15" dirty="0">
                <a:solidFill>
                  <a:srgbClr val="FFFFFF"/>
                </a:solidFill>
                <a:latin typeface="Carlito"/>
                <a:cs typeface="Carlito"/>
              </a:rPr>
              <a:t>st</a:t>
            </a:r>
            <a:r>
              <a:rPr sz="1450" b="1" spc="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1450" b="1" spc="1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1450">
              <a:latin typeface="Carlito"/>
              <a:cs typeface="Carlito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863846" y="2998470"/>
            <a:ext cx="1069340" cy="302895"/>
            <a:chOff x="4863846" y="2998470"/>
            <a:chExt cx="1069340" cy="302895"/>
          </a:xfrm>
        </p:grpSpPr>
        <p:sp>
          <p:nvSpPr>
            <p:cNvPr id="92" name="object 92"/>
            <p:cNvSpPr/>
            <p:nvPr/>
          </p:nvSpPr>
          <p:spPr>
            <a:xfrm>
              <a:off x="4878227" y="3022913"/>
              <a:ext cx="1042669" cy="266065"/>
            </a:xfrm>
            <a:custGeom>
              <a:avLst/>
              <a:gdLst/>
              <a:ahLst/>
              <a:cxnLst/>
              <a:rect l="l" t="t" r="r" b="b"/>
              <a:pathLst>
                <a:path w="1042670" h="266064">
                  <a:moveTo>
                    <a:pt x="9510" y="1956"/>
                  </a:moveTo>
                  <a:lnTo>
                    <a:pt x="10192" y="893"/>
                  </a:lnTo>
                  <a:lnTo>
                    <a:pt x="11467" y="0"/>
                  </a:lnTo>
                  <a:lnTo>
                    <a:pt x="9510" y="1956"/>
                  </a:lnTo>
                  <a:close/>
                </a:path>
                <a:path w="1042670" h="266064">
                  <a:moveTo>
                    <a:pt x="996792" y="265878"/>
                  </a:moveTo>
                  <a:lnTo>
                    <a:pt x="42768" y="265878"/>
                  </a:lnTo>
                  <a:lnTo>
                    <a:pt x="34920" y="264359"/>
                  </a:lnTo>
                  <a:lnTo>
                    <a:pt x="996879" y="265862"/>
                  </a:lnTo>
                  <a:close/>
                </a:path>
                <a:path w="1042670" h="266064">
                  <a:moveTo>
                    <a:pt x="28220" y="263061"/>
                  </a:moveTo>
                  <a:lnTo>
                    <a:pt x="24694" y="262378"/>
                  </a:lnTo>
                  <a:lnTo>
                    <a:pt x="23210" y="261391"/>
                  </a:lnTo>
                  <a:lnTo>
                    <a:pt x="28220" y="263061"/>
                  </a:lnTo>
                  <a:close/>
                </a:path>
                <a:path w="1042670" h="266064">
                  <a:moveTo>
                    <a:pt x="22705" y="261055"/>
                  </a:moveTo>
                  <a:lnTo>
                    <a:pt x="18848" y="258490"/>
                  </a:lnTo>
                  <a:lnTo>
                    <a:pt x="21432" y="259782"/>
                  </a:lnTo>
                  <a:lnTo>
                    <a:pt x="22705" y="261055"/>
                  </a:lnTo>
                  <a:close/>
                </a:path>
                <a:path w="1042670" h="266064">
                  <a:moveTo>
                    <a:pt x="13606" y="255004"/>
                  </a:moveTo>
                  <a:lnTo>
                    <a:pt x="10192" y="252734"/>
                  </a:lnTo>
                  <a:lnTo>
                    <a:pt x="7923" y="249321"/>
                  </a:lnTo>
                  <a:lnTo>
                    <a:pt x="13606" y="255004"/>
                  </a:lnTo>
                  <a:close/>
                </a:path>
                <a:path w="1042670" h="266064">
                  <a:moveTo>
                    <a:pt x="3144" y="242135"/>
                  </a:moveTo>
                  <a:lnTo>
                    <a:pt x="1871" y="240221"/>
                  </a:lnTo>
                  <a:lnTo>
                    <a:pt x="3144" y="241494"/>
                  </a:lnTo>
                  <a:lnTo>
                    <a:pt x="3144" y="242135"/>
                  </a:lnTo>
                  <a:close/>
                </a:path>
                <a:path w="1042670" h="266064">
                  <a:moveTo>
                    <a:pt x="96" y="235896"/>
                  </a:moveTo>
                  <a:lnTo>
                    <a:pt x="0" y="235398"/>
                  </a:lnTo>
                  <a:lnTo>
                    <a:pt x="96" y="235896"/>
                  </a:lnTo>
                  <a:close/>
                </a:path>
                <a:path w="1042670" h="266064">
                  <a:moveTo>
                    <a:pt x="1031201" y="3750"/>
                  </a:moveTo>
                  <a:lnTo>
                    <a:pt x="1030320" y="3750"/>
                  </a:lnTo>
                  <a:lnTo>
                    <a:pt x="1030320" y="2377"/>
                  </a:lnTo>
                  <a:lnTo>
                    <a:pt x="1031201" y="3750"/>
                  </a:lnTo>
                  <a:close/>
                </a:path>
                <a:path w="1042670" h="266064">
                  <a:moveTo>
                    <a:pt x="1038048" y="14418"/>
                  </a:moveTo>
                  <a:lnTo>
                    <a:pt x="1037940" y="14249"/>
                  </a:lnTo>
                  <a:lnTo>
                    <a:pt x="1038048" y="14418"/>
                  </a:lnTo>
                  <a:close/>
                </a:path>
                <a:path w="1042670" h="266064">
                  <a:moveTo>
                    <a:pt x="1039599" y="18990"/>
                  </a:moveTo>
                  <a:lnTo>
                    <a:pt x="1039464" y="18990"/>
                  </a:lnTo>
                  <a:lnTo>
                    <a:pt x="1039464" y="18286"/>
                  </a:lnTo>
                  <a:lnTo>
                    <a:pt x="1039599" y="18990"/>
                  </a:lnTo>
                  <a:close/>
                </a:path>
                <a:path w="1042670" h="266064">
                  <a:moveTo>
                    <a:pt x="1041009" y="227916"/>
                  </a:moveTo>
                  <a:lnTo>
                    <a:pt x="1042437" y="33836"/>
                  </a:lnTo>
                  <a:lnTo>
                    <a:pt x="1042512" y="220158"/>
                  </a:lnTo>
                  <a:lnTo>
                    <a:pt x="1041009" y="227916"/>
                  </a:lnTo>
                  <a:close/>
                </a:path>
                <a:path w="1042670" h="266064">
                  <a:moveTo>
                    <a:pt x="1038025" y="239716"/>
                  </a:moveTo>
                  <a:lnTo>
                    <a:pt x="1039694" y="234708"/>
                  </a:lnTo>
                  <a:lnTo>
                    <a:pt x="1039012" y="238232"/>
                  </a:lnTo>
                  <a:lnTo>
                    <a:pt x="1038025" y="239716"/>
                  </a:lnTo>
                  <a:close/>
                </a:path>
                <a:path w="1042670" h="266064">
                  <a:moveTo>
                    <a:pt x="1025955" y="255003"/>
                  </a:moveTo>
                  <a:lnTo>
                    <a:pt x="1031637" y="249321"/>
                  </a:lnTo>
                  <a:lnTo>
                    <a:pt x="1029367" y="252734"/>
                  </a:lnTo>
                  <a:lnTo>
                    <a:pt x="1025955" y="255003"/>
                  </a:lnTo>
                  <a:close/>
                </a:path>
                <a:path w="1042670" h="266064">
                  <a:moveTo>
                    <a:pt x="1011340" y="263061"/>
                  </a:moveTo>
                  <a:lnTo>
                    <a:pt x="1016350" y="261391"/>
                  </a:lnTo>
                  <a:lnTo>
                    <a:pt x="1014866" y="262378"/>
                  </a:lnTo>
                  <a:lnTo>
                    <a:pt x="1011340" y="263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75276" y="3022913"/>
              <a:ext cx="14604" cy="34290"/>
            </a:xfrm>
            <a:custGeom>
              <a:avLst/>
              <a:gdLst/>
              <a:ahLst/>
              <a:cxnLst/>
              <a:rect l="l" t="t" r="r" b="b"/>
              <a:pathLst>
                <a:path w="14604" h="34289">
                  <a:moveTo>
                    <a:pt x="0" y="34230"/>
                  </a:moveTo>
                  <a:lnTo>
                    <a:pt x="0" y="34230"/>
                  </a:lnTo>
                </a:path>
                <a:path w="14604" h="34289">
                  <a:moveTo>
                    <a:pt x="12462" y="1956"/>
                  </a:moveTo>
                  <a:lnTo>
                    <a:pt x="13144" y="893"/>
                  </a:lnTo>
                  <a:lnTo>
                    <a:pt x="14418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913148" y="3287272"/>
              <a:ext cx="962025" cy="1905"/>
            </a:xfrm>
            <a:custGeom>
              <a:avLst/>
              <a:gdLst/>
              <a:ahLst/>
              <a:cxnLst/>
              <a:rect l="l" t="t" r="r" b="b"/>
              <a:pathLst>
                <a:path w="962025" h="1904">
                  <a:moveTo>
                    <a:pt x="-11429" y="759"/>
                  </a:moveTo>
                  <a:lnTo>
                    <a:pt x="973388" y="759"/>
                  </a:lnTo>
                </a:path>
              </a:pathLst>
            </a:custGeom>
            <a:ln w="2437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880099" y="3263135"/>
              <a:ext cx="26670" cy="22860"/>
            </a:xfrm>
            <a:custGeom>
              <a:avLst/>
              <a:gdLst/>
              <a:ahLst/>
              <a:cxnLst/>
              <a:rect l="l" t="t" r="r" b="b"/>
              <a:pathLst>
                <a:path w="26670" h="22860">
                  <a:moveTo>
                    <a:pt x="26348" y="22839"/>
                  </a:moveTo>
                  <a:lnTo>
                    <a:pt x="22822" y="22156"/>
                  </a:lnTo>
                  <a:lnTo>
                    <a:pt x="21338" y="21169"/>
                  </a:lnTo>
                </a:path>
                <a:path w="26670" h="22860">
                  <a:moveTo>
                    <a:pt x="20833" y="20833"/>
                  </a:moveTo>
                  <a:lnTo>
                    <a:pt x="16976" y="18268"/>
                  </a:lnTo>
                </a:path>
                <a:path w="26670" h="22860">
                  <a:moveTo>
                    <a:pt x="11734" y="14782"/>
                  </a:moveTo>
                  <a:lnTo>
                    <a:pt x="8321" y="12512"/>
                  </a:lnTo>
                  <a:lnTo>
                    <a:pt x="6051" y="9099"/>
                  </a:lnTo>
                </a:path>
                <a:path w="26670" h="22860">
                  <a:moveTo>
                    <a:pt x="1272" y="1913"/>
                  </a:moveTo>
                  <a:lnTo>
                    <a:pt x="0" y="0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878227" y="3258311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-11429" y="249"/>
                  </a:moveTo>
                  <a:lnTo>
                    <a:pt x="11526" y="249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875276" y="3025290"/>
              <a:ext cx="1041400" cy="217804"/>
            </a:xfrm>
            <a:custGeom>
              <a:avLst/>
              <a:gdLst/>
              <a:ahLst/>
              <a:cxnLst/>
              <a:rect l="l" t="t" r="r" b="b"/>
              <a:pathLst>
                <a:path w="1041400" h="217805">
                  <a:moveTo>
                    <a:pt x="0" y="217781"/>
                  </a:moveTo>
                  <a:lnTo>
                    <a:pt x="0" y="217781"/>
                  </a:lnTo>
                  <a:lnTo>
                    <a:pt x="0" y="31853"/>
                  </a:lnTo>
                </a:path>
                <a:path w="1041400" h="217805">
                  <a:moveTo>
                    <a:pt x="1033272" y="0"/>
                  </a:moveTo>
                  <a:lnTo>
                    <a:pt x="1034153" y="1373"/>
                  </a:lnTo>
                </a:path>
                <a:path w="1041400" h="217805">
                  <a:moveTo>
                    <a:pt x="1040892" y="11872"/>
                  </a:moveTo>
                  <a:lnTo>
                    <a:pt x="1041000" y="12041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917692" y="3041199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69">
                  <a:moveTo>
                    <a:pt x="-11429" y="352"/>
                  </a:moveTo>
                  <a:lnTo>
                    <a:pt x="11564" y="352"/>
                  </a:lnTo>
                </a:path>
              </a:pathLst>
            </a:custGeom>
            <a:ln w="23564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919237" y="3056749"/>
              <a:ext cx="1905" cy="194310"/>
            </a:xfrm>
            <a:custGeom>
              <a:avLst/>
              <a:gdLst/>
              <a:ahLst/>
              <a:cxnLst/>
              <a:rect l="l" t="t" r="r" b="b"/>
              <a:pathLst>
                <a:path w="1904" h="194310">
                  <a:moveTo>
                    <a:pt x="751" y="-11429"/>
                  </a:moveTo>
                  <a:lnTo>
                    <a:pt x="751" y="205510"/>
                  </a:lnTo>
                </a:path>
              </a:pathLst>
            </a:custGeom>
            <a:ln w="24362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889568" y="3257622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353" y="0"/>
                  </a:moveTo>
                  <a:lnTo>
                    <a:pt x="27671" y="3523"/>
                  </a:lnTo>
                  <a:lnTo>
                    <a:pt x="26684" y="5007"/>
                  </a:lnTo>
                </a:path>
                <a:path w="28575" h="28575">
                  <a:moveTo>
                    <a:pt x="20296" y="14612"/>
                  </a:moveTo>
                  <a:lnTo>
                    <a:pt x="18027" y="18025"/>
                  </a:lnTo>
                  <a:lnTo>
                    <a:pt x="14614" y="20294"/>
                  </a:lnTo>
                </a:path>
                <a:path w="28575" h="28575">
                  <a:moveTo>
                    <a:pt x="5009" y="26682"/>
                  </a:moveTo>
                  <a:lnTo>
                    <a:pt x="3525" y="27669"/>
                  </a:lnTo>
                  <a:lnTo>
                    <a:pt x="0" y="28352"/>
                  </a:lnTo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75276" y="3009900"/>
              <a:ext cx="1045844" cy="279400"/>
            </a:xfrm>
            <a:custGeom>
              <a:avLst/>
              <a:gdLst/>
              <a:ahLst/>
              <a:cxnLst/>
              <a:rect l="l" t="t" r="r" b="b"/>
              <a:pathLst>
                <a:path w="1045845" h="279400">
                  <a:moveTo>
                    <a:pt x="999744" y="278892"/>
                  </a:moveTo>
                  <a:lnTo>
                    <a:pt x="45719" y="278892"/>
                  </a:lnTo>
                  <a:lnTo>
                    <a:pt x="27646" y="275391"/>
                  </a:lnTo>
                  <a:lnTo>
                    <a:pt x="13144" y="265747"/>
                  </a:lnTo>
                  <a:lnTo>
                    <a:pt x="3500" y="251245"/>
                  </a:lnTo>
                  <a:lnTo>
                    <a:pt x="0" y="233172"/>
                  </a:lnTo>
                  <a:lnTo>
                    <a:pt x="0" y="47244"/>
                  </a:lnTo>
                  <a:lnTo>
                    <a:pt x="3500" y="28932"/>
                  </a:lnTo>
                  <a:lnTo>
                    <a:pt x="13144" y="13906"/>
                  </a:lnTo>
                  <a:lnTo>
                    <a:pt x="27646" y="3738"/>
                  </a:lnTo>
                  <a:lnTo>
                    <a:pt x="45719" y="0"/>
                  </a:lnTo>
                  <a:lnTo>
                    <a:pt x="999744" y="0"/>
                  </a:lnTo>
                  <a:lnTo>
                    <a:pt x="1017817" y="3738"/>
                  </a:lnTo>
                  <a:lnTo>
                    <a:pt x="1032319" y="13906"/>
                  </a:lnTo>
                  <a:lnTo>
                    <a:pt x="1041963" y="28932"/>
                  </a:lnTo>
                  <a:lnTo>
                    <a:pt x="1045464" y="47244"/>
                  </a:lnTo>
                  <a:lnTo>
                    <a:pt x="1045464" y="233172"/>
                  </a:lnTo>
                  <a:lnTo>
                    <a:pt x="1041963" y="251245"/>
                  </a:lnTo>
                  <a:lnTo>
                    <a:pt x="1032319" y="265747"/>
                  </a:lnTo>
                  <a:lnTo>
                    <a:pt x="1017817" y="275391"/>
                  </a:lnTo>
                  <a:lnTo>
                    <a:pt x="999744" y="278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875276" y="3009900"/>
              <a:ext cx="1045844" cy="279400"/>
            </a:xfrm>
            <a:custGeom>
              <a:avLst/>
              <a:gdLst/>
              <a:ahLst/>
              <a:cxnLst/>
              <a:rect l="l" t="t" r="r" b="b"/>
              <a:pathLst>
                <a:path w="1045845" h="279400">
                  <a:moveTo>
                    <a:pt x="0" y="47244"/>
                  </a:moveTo>
                  <a:lnTo>
                    <a:pt x="3500" y="28932"/>
                  </a:lnTo>
                  <a:lnTo>
                    <a:pt x="13144" y="13906"/>
                  </a:lnTo>
                  <a:lnTo>
                    <a:pt x="27646" y="3738"/>
                  </a:lnTo>
                  <a:lnTo>
                    <a:pt x="45719" y="0"/>
                  </a:lnTo>
                  <a:lnTo>
                    <a:pt x="999744" y="0"/>
                  </a:lnTo>
                  <a:lnTo>
                    <a:pt x="1017817" y="3738"/>
                  </a:lnTo>
                  <a:lnTo>
                    <a:pt x="1032319" y="13906"/>
                  </a:lnTo>
                  <a:lnTo>
                    <a:pt x="1041963" y="28932"/>
                  </a:lnTo>
                  <a:lnTo>
                    <a:pt x="1045464" y="47244"/>
                  </a:lnTo>
                  <a:lnTo>
                    <a:pt x="1045464" y="233172"/>
                  </a:lnTo>
                  <a:lnTo>
                    <a:pt x="1041963" y="251245"/>
                  </a:lnTo>
                  <a:lnTo>
                    <a:pt x="1032319" y="265747"/>
                  </a:lnTo>
                  <a:lnTo>
                    <a:pt x="1017817" y="275391"/>
                  </a:lnTo>
                  <a:lnTo>
                    <a:pt x="999744" y="278892"/>
                  </a:lnTo>
                  <a:lnTo>
                    <a:pt x="45719" y="278892"/>
                  </a:lnTo>
                  <a:lnTo>
                    <a:pt x="27646" y="275391"/>
                  </a:lnTo>
                  <a:lnTo>
                    <a:pt x="13144" y="265747"/>
                  </a:lnTo>
                  <a:lnTo>
                    <a:pt x="3500" y="251245"/>
                  </a:lnTo>
                  <a:lnTo>
                    <a:pt x="0" y="233172"/>
                  </a:lnTo>
                  <a:lnTo>
                    <a:pt x="0" y="47244"/>
                  </a:lnTo>
                  <a:close/>
                </a:path>
              </a:pathLst>
            </a:custGeom>
            <a:ln w="22859">
              <a:solidFill>
                <a:srgbClr val="0070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5083545" y="3024632"/>
            <a:ext cx="626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3B3838"/>
                </a:solidFill>
                <a:latin typeface="Carlito"/>
                <a:cs typeface="Carlito"/>
              </a:rPr>
              <a:t>file_a.txt</a:t>
            </a:r>
            <a:endParaRPr sz="1300">
              <a:latin typeface="Carlito"/>
              <a:cs typeface="Carlit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3204972" y="3311652"/>
            <a:ext cx="658495" cy="142240"/>
          </a:xfrm>
          <a:custGeom>
            <a:avLst/>
            <a:gdLst/>
            <a:ahLst/>
            <a:cxnLst/>
            <a:rect l="l" t="t" r="r" b="b"/>
            <a:pathLst>
              <a:path w="658495" h="142239">
                <a:moveTo>
                  <a:pt x="516636" y="141732"/>
                </a:moveTo>
                <a:lnTo>
                  <a:pt x="516130" y="94686"/>
                </a:lnTo>
                <a:lnTo>
                  <a:pt x="539496" y="94488"/>
                </a:lnTo>
                <a:lnTo>
                  <a:pt x="539496" y="47244"/>
                </a:lnTo>
                <a:lnTo>
                  <a:pt x="515620" y="47244"/>
                </a:lnTo>
                <a:lnTo>
                  <a:pt x="515112" y="0"/>
                </a:lnTo>
                <a:lnTo>
                  <a:pt x="611654" y="47244"/>
                </a:lnTo>
                <a:lnTo>
                  <a:pt x="539496" y="47244"/>
                </a:lnTo>
                <a:lnTo>
                  <a:pt x="612067" y="47446"/>
                </a:lnTo>
                <a:lnTo>
                  <a:pt x="658368" y="70104"/>
                </a:lnTo>
                <a:lnTo>
                  <a:pt x="516636" y="141732"/>
                </a:lnTo>
                <a:close/>
              </a:path>
              <a:path w="658495" h="142239">
                <a:moveTo>
                  <a:pt x="516130" y="94686"/>
                </a:moveTo>
                <a:lnTo>
                  <a:pt x="515622" y="47446"/>
                </a:lnTo>
                <a:lnTo>
                  <a:pt x="539496" y="47244"/>
                </a:lnTo>
                <a:lnTo>
                  <a:pt x="539496" y="94488"/>
                </a:lnTo>
                <a:lnTo>
                  <a:pt x="516130" y="94686"/>
                </a:lnTo>
                <a:close/>
              </a:path>
              <a:path w="658495" h="142239">
                <a:moveTo>
                  <a:pt x="0" y="99060"/>
                </a:moveTo>
                <a:lnTo>
                  <a:pt x="0" y="51816"/>
                </a:lnTo>
                <a:lnTo>
                  <a:pt x="515622" y="47446"/>
                </a:lnTo>
                <a:lnTo>
                  <a:pt x="516130" y="94686"/>
                </a:lnTo>
                <a:lnTo>
                  <a:pt x="0" y="99060"/>
                </a:lnTo>
                <a:close/>
              </a:path>
            </a:pathLst>
          </a:custGeom>
          <a:solidFill>
            <a:srgbClr val="4454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254493" y="4070131"/>
            <a:ext cx="14700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5" dirty="0">
                <a:latin typeface="Carlito"/>
                <a:cs typeface="Carlito"/>
              </a:rPr>
              <a:t>master </a:t>
            </a:r>
            <a:r>
              <a:rPr sz="1450" b="1" spc="10" dirty="0">
                <a:latin typeface="Carlito"/>
                <a:cs typeface="Carlito"/>
              </a:rPr>
              <a:t>edits</a:t>
            </a:r>
            <a:r>
              <a:rPr sz="1450" b="1" spc="-65" dirty="0">
                <a:latin typeface="Carlito"/>
                <a:cs typeface="Carlito"/>
              </a:rPr>
              <a:t> </a:t>
            </a:r>
            <a:r>
              <a:rPr sz="1450" b="1" spc="10" dirty="0">
                <a:latin typeface="Carlito"/>
                <a:cs typeface="Carlito"/>
              </a:rPr>
              <a:t>file_a</a:t>
            </a:r>
            <a:endParaRPr sz="14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527113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290" dirty="0">
                <a:latin typeface="Trebuchet MS"/>
                <a:cs typeface="Trebuchet MS"/>
              </a:rPr>
              <a:t>Branching</a:t>
            </a:r>
            <a:r>
              <a:rPr spc="-290" dirty="0"/>
              <a:t>, </a:t>
            </a:r>
            <a:r>
              <a:rPr spc="-180" dirty="0"/>
              <a:t>merging,</a:t>
            </a:r>
            <a:r>
              <a:rPr spc="-280" dirty="0"/>
              <a:t> </a:t>
            </a:r>
            <a:r>
              <a:rPr spc="-190" dirty="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2514600"/>
            <a:ext cx="9411281" cy="42588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10" dirty="0">
                <a:latin typeface="Carlito"/>
                <a:cs typeface="Carlito"/>
              </a:rPr>
              <a:t>View the change log </a:t>
            </a:r>
            <a:r>
              <a:rPr sz="3200" spc="240" dirty="0">
                <a:latin typeface="Carlito"/>
                <a:cs typeface="Carlito"/>
              </a:rPr>
              <a:t>[</a:t>
            </a:r>
            <a:r>
              <a:rPr sz="3200" spc="240" dirty="0">
                <a:solidFill>
                  <a:srgbClr val="70AC46"/>
                </a:solidFill>
                <a:latin typeface="Arial"/>
                <a:cs typeface="Arial"/>
              </a:rPr>
              <a:t>git</a:t>
            </a:r>
            <a:r>
              <a:rPr sz="3200" spc="345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3200" spc="130" dirty="0">
                <a:solidFill>
                  <a:srgbClr val="70AC46"/>
                </a:solidFill>
                <a:latin typeface="Arial"/>
                <a:cs typeface="Arial"/>
              </a:rPr>
              <a:t>log</a:t>
            </a:r>
            <a:r>
              <a:rPr sz="3200" spc="130" dirty="0">
                <a:latin typeface="Carlito"/>
                <a:cs typeface="Carlito"/>
              </a:rPr>
              <a:t>]</a:t>
            </a:r>
            <a:endParaRPr sz="3200" dirty="0">
              <a:latin typeface="Carlito"/>
              <a:cs typeface="Carlito"/>
            </a:endParaRPr>
          </a:p>
          <a:p>
            <a:pPr marL="767080">
              <a:lnSpc>
                <a:spcPct val="100000"/>
              </a:lnSpc>
              <a:spcBef>
                <a:spcPts val="1595"/>
              </a:spcBef>
            </a:pPr>
            <a:r>
              <a:rPr sz="3200" dirty="0">
                <a:latin typeface="Carlito"/>
                <a:cs typeface="Carlito"/>
              </a:rPr>
              <a:t>* each </a:t>
            </a:r>
            <a:r>
              <a:rPr sz="3200" spc="-5" dirty="0">
                <a:latin typeface="Carlito"/>
                <a:cs typeface="Carlito"/>
              </a:rPr>
              <a:t>commit has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5" dirty="0">
                <a:latin typeface="Carlito"/>
                <a:cs typeface="Carlito"/>
              </a:rPr>
              <a:t>unique number</a:t>
            </a:r>
            <a:r>
              <a:rPr sz="3200" spc="-1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(</a:t>
            </a:r>
            <a:r>
              <a:rPr sz="3200" b="1" dirty="0">
                <a:latin typeface="Carlito"/>
                <a:cs typeface="Carlito"/>
              </a:rPr>
              <a:t>sha</a:t>
            </a:r>
            <a:r>
              <a:rPr sz="3200" dirty="0">
                <a:latin typeface="Carlito"/>
                <a:cs typeface="Carlito"/>
              </a:rPr>
              <a:t>)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5" dirty="0">
                <a:latin typeface="Carlito"/>
                <a:cs typeface="Carlito"/>
              </a:rPr>
              <a:t>Branch </a:t>
            </a:r>
            <a:r>
              <a:rPr sz="3200" spc="10" dirty="0">
                <a:latin typeface="Carlito"/>
                <a:cs typeface="Carlito"/>
              </a:rPr>
              <a:t>a repo </a:t>
            </a:r>
            <a:r>
              <a:rPr sz="3200" spc="240" dirty="0">
                <a:latin typeface="Carlito"/>
                <a:cs typeface="Carlito"/>
              </a:rPr>
              <a:t>[</a:t>
            </a:r>
            <a:r>
              <a:rPr sz="3200" u="heavy" spc="24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</a:t>
            </a:r>
            <a:r>
              <a:rPr sz="3200" u="heavy" spc="3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 </a:t>
            </a:r>
            <a:r>
              <a:rPr sz="3200" u="heavy" spc="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branch</a:t>
            </a:r>
            <a:r>
              <a:rPr sz="3200" spc="60" dirty="0">
                <a:latin typeface="Carlito"/>
                <a:cs typeface="Carlito"/>
              </a:rPr>
              <a:t>]</a:t>
            </a: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1545"/>
              </a:spcBef>
              <a:buFont typeface="Arial"/>
              <a:buChar char="•"/>
              <a:tabLst>
                <a:tab pos="201930" algn="l"/>
              </a:tabLst>
            </a:pPr>
            <a:r>
              <a:rPr sz="3200" dirty="0">
                <a:latin typeface="Carlito"/>
                <a:cs typeface="Carlito"/>
              </a:rPr>
              <a:t>Checkout </a:t>
            </a:r>
            <a:r>
              <a:rPr sz="3200" spc="10" dirty="0">
                <a:latin typeface="Carlito"/>
                <a:cs typeface="Carlito"/>
              </a:rPr>
              <a:t>the branch </a:t>
            </a:r>
            <a:r>
              <a:rPr sz="3200" spc="240" dirty="0">
                <a:latin typeface="Carlito"/>
                <a:cs typeface="Carlito"/>
              </a:rPr>
              <a:t>[</a:t>
            </a:r>
            <a:r>
              <a:rPr sz="3200" u="heavy" spc="24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</a:t>
            </a:r>
            <a:r>
              <a:rPr sz="3200" u="heavy" spc="3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 </a:t>
            </a:r>
            <a:r>
              <a:rPr sz="3200" u="heavy" spc="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checkout</a:t>
            </a:r>
            <a:r>
              <a:rPr sz="3200" spc="75" dirty="0">
                <a:latin typeface="Carlito"/>
                <a:cs typeface="Carlito"/>
              </a:rPr>
              <a:t>]</a:t>
            </a:r>
            <a:endParaRPr sz="3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01930" algn="l"/>
              </a:tabLst>
            </a:pPr>
            <a:r>
              <a:rPr sz="3200" dirty="0">
                <a:latin typeface="Carlito"/>
                <a:cs typeface="Carlito"/>
              </a:rPr>
              <a:t>Make </a:t>
            </a:r>
            <a:r>
              <a:rPr sz="3200" spc="5" dirty="0">
                <a:latin typeface="Carlito"/>
                <a:cs typeface="Carlito"/>
              </a:rPr>
              <a:t>changes, </a:t>
            </a:r>
            <a:r>
              <a:rPr sz="3200" spc="10" dirty="0">
                <a:latin typeface="Carlito"/>
                <a:cs typeface="Carlito"/>
              </a:rPr>
              <a:t>then </a:t>
            </a:r>
            <a:r>
              <a:rPr sz="3200" spc="-5" dirty="0">
                <a:solidFill>
                  <a:srgbClr val="5B9AD4"/>
                </a:solidFill>
                <a:latin typeface="Arial"/>
                <a:cs typeface="Arial"/>
              </a:rPr>
              <a:t>add </a:t>
            </a:r>
            <a:r>
              <a:rPr sz="3200" spc="15" dirty="0">
                <a:latin typeface="Carlito"/>
                <a:cs typeface="Carlito"/>
              </a:rPr>
              <a:t>and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spc="25" dirty="0">
                <a:solidFill>
                  <a:srgbClr val="5B9AD4"/>
                </a:solidFill>
                <a:latin typeface="Arial"/>
                <a:cs typeface="Arial"/>
              </a:rPr>
              <a:t>commit</a:t>
            </a:r>
            <a:endParaRPr sz="3200" dirty="0"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01930" algn="l"/>
              </a:tabLst>
            </a:pPr>
            <a:r>
              <a:rPr sz="3200" spc="5" dirty="0">
                <a:latin typeface="Carlito"/>
                <a:cs typeface="Carlito"/>
              </a:rPr>
              <a:t>Merge </a:t>
            </a:r>
            <a:r>
              <a:rPr sz="3200" spc="10" dirty="0">
                <a:latin typeface="Carlito"/>
                <a:cs typeface="Carlito"/>
              </a:rPr>
              <a:t>the changes </a:t>
            </a:r>
            <a:r>
              <a:rPr sz="3200" spc="240" dirty="0">
                <a:latin typeface="Carlito"/>
                <a:cs typeface="Carlito"/>
              </a:rPr>
              <a:t>[</a:t>
            </a:r>
            <a:r>
              <a:rPr sz="3200" u="heavy" spc="24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</a:t>
            </a:r>
            <a:r>
              <a:rPr sz="3200" u="heavy" spc="3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 </a:t>
            </a:r>
            <a:r>
              <a:rPr sz="3200" u="heavy" spc="-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merge</a:t>
            </a:r>
            <a:r>
              <a:rPr sz="3200" spc="-15" dirty="0">
                <a:latin typeface="Carlito"/>
                <a:cs typeface="Carlito"/>
              </a:rPr>
              <a:t>]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707834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335" dirty="0">
                <a:latin typeface="Trebuchet MS"/>
                <a:cs typeface="Trebuchet MS"/>
              </a:rPr>
              <a:t>Exercise</a:t>
            </a:r>
            <a:r>
              <a:rPr spc="-335" dirty="0"/>
              <a:t>: </a:t>
            </a:r>
            <a:r>
              <a:rPr spc="-190" dirty="0"/>
              <a:t>Add, </a:t>
            </a:r>
            <a:r>
              <a:rPr spc="-195" dirty="0"/>
              <a:t>Commit, Branch,</a:t>
            </a:r>
            <a:r>
              <a:rPr spc="-420" dirty="0"/>
              <a:t> </a:t>
            </a:r>
            <a:r>
              <a:rPr spc="-35" dirty="0"/>
              <a:t>Merge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371600"/>
            <a:ext cx="8458200" cy="5341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01930" algn="l"/>
              </a:tabLst>
            </a:pPr>
            <a:r>
              <a:rPr sz="2800" spc="-45" dirty="0">
                <a:latin typeface="Carlito"/>
                <a:cs typeface="Carlito"/>
              </a:rPr>
              <a:t>Try </a:t>
            </a:r>
            <a:r>
              <a:rPr sz="2800" spc="-5" dirty="0">
                <a:latin typeface="Carlito"/>
                <a:cs typeface="Carlito"/>
              </a:rPr>
              <a:t>this typical </a:t>
            </a:r>
            <a:r>
              <a:rPr sz="2800" spc="-15" dirty="0">
                <a:latin typeface="Carlito"/>
                <a:cs typeface="Carlito"/>
              </a:rPr>
              <a:t>workflow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example:</a:t>
            </a:r>
            <a:endParaRPr sz="2800" dirty="0">
              <a:latin typeface="Carlito"/>
              <a:cs typeface="Carlito"/>
            </a:endParaRPr>
          </a:p>
          <a:p>
            <a:pPr marL="767715" lvl="1" indent="-37782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lang="en-US" sz="2800" spc="-15" dirty="0">
                <a:latin typeface="Carlito"/>
                <a:cs typeface="Carlito"/>
              </a:rPr>
              <a:t>Initialize a git repository</a:t>
            </a:r>
          </a:p>
          <a:p>
            <a:pPr marL="767715" lvl="1" indent="-37782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lang="en-US" sz="2800" spc="-15" dirty="0">
                <a:latin typeface="Carlito"/>
                <a:cs typeface="Carlito"/>
              </a:rPr>
              <a:t>Make an initial commit</a:t>
            </a:r>
          </a:p>
          <a:p>
            <a:pPr marL="767715" lvl="1" indent="-37782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lang="en-US" sz="2800" spc="-15" dirty="0">
                <a:latin typeface="Carlito"/>
                <a:cs typeface="Carlito"/>
              </a:rPr>
              <a:t>Create a new file in the repository </a:t>
            </a:r>
          </a:p>
          <a:p>
            <a:pPr marL="767715" lvl="1" indent="-37782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sz="2800" spc="-15" dirty="0">
                <a:solidFill>
                  <a:srgbClr val="2D75B6"/>
                </a:solidFill>
                <a:latin typeface="Arial"/>
                <a:cs typeface="Arial"/>
              </a:rPr>
              <a:t>add</a:t>
            </a:r>
            <a:r>
              <a:rPr sz="2800" spc="-8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Carlito"/>
                <a:cs typeface="Carlito"/>
              </a:rPr>
              <a:t>changes</a:t>
            </a:r>
            <a:endParaRPr lang="en-US" sz="2800" dirty="0">
              <a:latin typeface="Carlito"/>
              <a:cs typeface="Carlito"/>
            </a:endParaRPr>
          </a:p>
          <a:p>
            <a:pPr marL="767715" lvl="1" indent="-377825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sz="2800" spc="25" dirty="0">
                <a:solidFill>
                  <a:srgbClr val="2D75B6"/>
                </a:solidFill>
                <a:latin typeface="Arial"/>
                <a:cs typeface="Arial"/>
              </a:rPr>
              <a:t>commit</a:t>
            </a:r>
            <a:r>
              <a:rPr sz="2800" spc="-55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Carlito"/>
                <a:cs typeface="Carlito"/>
              </a:rPr>
              <a:t>changes</a:t>
            </a:r>
          </a:p>
          <a:p>
            <a:pPr marL="767715" lvl="1" indent="-377825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768350" algn="l"/>
              </a:tabLst>
            </a:pPr>
            <a:r>
              <a:rPr sz="2800" spc="75" dirty="0">
                <a:solidFill>
                  <a:srgbClr val="2D75B6"/>
                </a:solidFill>
                <a:latin typeface="Arial"/>
                <a:cs typeface="Arial"/>
              </a:rPr>
              <a:t>branch</a:t>
            </a:r>
            <a:r>
              <a:rPr sz="2800" spc="-55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Carlito"/>
                <a:cs typeface="Carlito"/>
              </a:rPr>
              <a:t>repository</a:t>
            </a:r>
            <a:r>
              <a:rPr lang="en-US" sz="2800" dirty="0">
                <a:latin typeface="Carlito"/>
                <a:cs typeface="Carlito"/>
              </a:rPr>
              <a:t> </a:t>
            </a:r>
          </a:p>
          <a:p>
            <a:pPr marL="767715" lvl="1" indent="-377825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768350" algn="l"/>
              </a:tabLst>
            </a:pPr>
            <a:r>
              <a:rPr lang="en-US" sz="2800" spc="90" dirty="0">
                <a:solidFill>
                  <a:srgbClr val="2D75B6"/>
                </a:solidFill>
                <a:latin typeface="Arial"/>
                <a:cs typeface="Arial"/>
              </a:rPr>
              <a:t>checkout </a:t>
            </a:r>
            <a:r>
              <a:rPr lang="en-US" sz="2800" spc="-5" dirty="0">
                <a:latin typeface="Carlito"/>
                <a:cs typeface="Carlito"/>
              </a:rPr>
              <a:t>new</a:t>
            </a:r>
            <a:r>
              <a:rPr lang="en-US" sz="2800" spc="-114" dirty="0">
                <a:latin typeface="Carlito"/>
                <a:cs typeface="Carlito"/>
              </a:rPr>
              <a:t> </a:t>
            </a:r>
            <a:r>
              <a:rPr lang="en-US" sz="2800" spc="-5" dirty="0">
                <a:latin typeface="Carlito"/>
                <a:cs typeface="Carlito"/>
              </a:rPr>
              <a:t>branch</a:t>
            </a:r>
            <a:endParaRPr lang="en-US" sz="2800" dirty="0">
              <a:latin typeface="Carlito"/>
              <a:cs typeface="Carlito"/>
            </a:endParaRPr>
          </a:p>
          <a:p>
            <a:pPr marL="955675" lvl="2" indent="-18923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956310" algn="l"/>
              </a:tabLst>
            </a:pPr>
            <a:r>
              <a:rPr sz="2800" dirty="0">
                <a:latin typeface="Carlito"/>
                <a:cs typeface="Carlito"/>
              </a:rPr>
              <a:t>make </a:t>
            </a:r>
            <a:r>
              <a:rPr sz="2800" spc="5" dirty="0">
                <a:latin typeface="Carlito"/>
                <a:cs typeface="Carlito"/>
              </a:rPr>
              <a:t>changes </a:t>
            </a:r>
            <a:r>
              <a:rPr sz="2800" dirty="0">
                <a:latin typeface="Carlito"/>
                <a:cs typeface="Carlito"/>
              </a:rPr>
              <a:t>to new branch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5" dirty="0">
                <a:latin typeface="Carlito"/>
                <a:cs typeface="Carlito"/>
              </a:rPr>
              <a:t>files</a:t>
            </a:r>
            <a:endParaRPr sz="2800" dirty="0">
              <a:latin typeface="Carlito"/>
              <a:cs typeface="Carlito"/>
            </a:endParaRPr>
          </a:p>
          <a:p>
            <a:pPr marL="767715" lvl="1" indent="-37782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767715" algn="l"/>
                <a:tab pos="768350" algn="l"/>
              </a:tabLst>
            </a:pPr>
            <a:r>
              <a:rPr sz="2800" dirty="0">
                <a:latin typeface="Carlito"/>
                <a:cs typeface="Carlito"/>
              </a:rPr>
              <a:t>view </a:t>
            </a:r>
            <a:r>
              <a:rPr sz="2800" spc="5" dirty="0">
                <a:latin typeface="Carlito"/>
                <a:cs typeface="Carlito"/>
              </a:rPr>
              <a:t>the </a:t>
            </a:r>
            <a:r>
              <a:rPr sz="2800" dirty="0">
                <a:latin typeface="Carlito"/>
                <a:cs typeface="Carlito"/>
              </a:rPr>
              <a:t>changes </a:t>
            </a:r>
            <a:r>
              <a:rPr sz="2800" spc="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your </a:t>
            </a:r>
            <a:r>
              <a:rPr sz="2800" dirty="0">
                <a:latin typeface="Carlito"/>
                <a:cs typeface="Carlito"/>
              </a:rPr>
              <a:t>files: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spc="395" dirty="0">
                <a:solidFill>
                  <a:srgbClr val="2D75B6"/>
                </a:solidFill>
                <a:latin typeface="Arial"/>
                <a:cs typeface="Arial"/>
              </a:rPr>
              <a:t>diff</a:t>
            </a:r>
            <a:endParaRPr sz="2800" dirty="0">
              <a:latin typeface="Arial"/>
              <a:cs typeface="Arial"/>
            </a:endParaRPr>
          </a:p>
          <a:p>
            <a:pPr marL="767715" lvl="1" indent="-37782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768350" algn="l"/>
              </a:tabLst>
            </a:pPr>
            <a:r>
              <a:rPr sz="2800" spc="-30" dirty="0">
                <a:solidFill>
                  <a:srgbClr val="2D75B6"/>
                </a:solidFill>
                <a:latin typeface="Arial"/>
                <a:cs typeface="Arial"/>
              </a:rPr>
              <a:t>merge </a:t>
            </a:r>
            <a:r>
              <a:rPr sz="2800" spc="-5" dirty="0">
                <a:latin typeface="Carlito"/>
                <a:cs typeface="Carlito"/>
              </a:rPr>
              <a:t>branch </a:t>
            </a:r>
            <a:r>
              <a:rPr sz="2800" dirty="0">
                <a:latin typeface="Carlito"/>
                <a:cs typeface="Carlito"/>
              </a:rPr>
              <a:t>to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master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838200"/>
            <a:ext cx="5797710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85" dirty="0" err="1"/>
              <a:t>Github</a:t>
            </a:r>
            <a:r>
              <a:rPr lang="en-US" spc="-185" dirty="0"/>
              <a:t> - </a:t>
            </a:r>
            <a:r>
              <a:rPr spc="-185" dirty="0"/>
              <a:t>Getting</a:t>
            </a:r>
            <a:r>
              <a:rPr spc="-310" dirty="0"/>
              <a:t> </a:t>
            </a:r>
            <a:r>
              <a:rPr b="1" spc="-270" dirty="0">
                <a:latin typeface="Trebuchet MS"/>
                <a:cs typeface="Trebuchet MS"/>
              </a:rPr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9525000" cy="2500043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455"/>
              </a:spcBef>
              <a:buFont typeface="Arial"/>
              <a:buChar char="•"/>
              <a:tabLst>
                <a:tab pos="201930" algn="l"/>
              </a:tabLst>
            </a:pPr>
            <a:r>
              <a:rPr sz="2200" spc="-10" dirty="0">
                <a:latin typeface="Carlito"/>
                <a:cs typeface="Carlito"/>
              </a:rPr>
              <a:t>Create </a:t>
            </a:r>
            <a:r>
              <a:rPr sz="2200" spc="5" dirty="0">
                <a:latin typeface="Carlito"/>
                <a:cs typeface="Carlito"/>
              </a:rPr>
              <a:t>a </a:t>
            </a:r>
            <a:r>
              <a:rPr sz="2200" dirty="0">
                <a:latin typeface="Carlito"/>
                <a:cs typeface="Carlito"/>
              </a:rPr>
              <a:t>Github account </a:t>
            </a:r>
            <a:r>
              <a:rPr sz="2200" spc="-10" dirty="0">
                <a:latin typeface="Carlito"/>
                <a:cs typeface="Carlito"/>
              </a:rPr>
              <a:t>at</a:t>
            </a:r>
            <a:r>
              <a:rPr sz="2200" spc="-5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200" u="heavy" spc="2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https://github.com</a:t>
            </a:r>
            <a:endParaRPr sz="2200" dirty="0">
              <a:latin typeface="Arial"/>
              <a:cs typeface="Arial"/>
            </a:endParaRPr>
          </a:p>
          <a:p>
            <a:pPr marL="890905" lvl="1" indent="-125095">
              <a:lnSpc>
                <a:spcPct val="100000"/>
              </a:lnSpc>
              <a:spcBef>
                <a:spcPts val="1065"/>
              </a:spcBef>
              <a:buChar char="-"/>
              <a:tabLst>
                <a:tab pos="891540" algn="l"/>
              </a:tabLst>
            </a:pPr>
            <a:r>
              <a:rPr sz="2200" spc="-10" dirty="0">
                <a:latin typeface="Carlito"/>
                <a:cs typeface="Carlito"/>
              </a:rPr>
              <a:t>Create </a:t>
            </a:r>
            <a:r>
              <a:rPr sz="2200" spc="5" dirty="0">
                <a:latin typeface="Carlito"/>
                <a:cs typeface="Carlito"/>
              </a:rPr>
              <a:t>a </a:t>
            </a:r>
            <a:r>
              <a:rPr sz="2200" dirty="0">
                <a:latin typeface="Carlito"/>
                <a:cs typeface="Carlito"/>
              </a:rPr>
              <a:t>new </a:t>
            </a:r>
            <a:r>
              <a:rPr sz="2200" b="1" spc="-5" dirty="0">
                <a:latin typeface="Carlito"/>
                <a:cs typeface="Carlito"/>
              </a:rPr>
              <a:t>repository </a:t>
            </a:r>
            <a:r>
              <a:rPr sz="2200" spc="-10" dirty="0">
                <a:latin typeface="Carlito"/>
                <a:cs typeface="Carlito"/>
              </a:rPr>
              <a:t>(leave </a:t>
            </a:r>
            <a:r>
              <a:rPr sz="2200" dirty="0">
                <a:latin typeface="Carlito"/>
                <a:cs typeface="Carlito"/>
              </a:rPr>
              <a:t>it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blank)</a:t>
            </a:r>
          </a:p>
          <a:p>
            <a:pPr marL="890905" lvl="1" indent="-125095">
              <a:lnSpc>
                <a:spcPct val="100000"/>
              </a:lnSpc>
              <a:spcBef>
                <a:spcPts val="755"/>
              </a:spcBef>
              <a:buChar char="-"/>
              <a:tabLst>
                <a:tab pos="891540" algn="l"/>
              </a:tabLst>
            </a:pPr>
            <a:r>
              <a:rPr sz="2200" spc="-15" dirty="0">
                <a:latin typeface="Carlito"/>
                <a:cs typeface="Carlito"/>
              </a:rPr>
              <a:t>It’s </a:t>
            </a:r>
            <a:r>
              <a:rPr sz="2200" spc="5" dirty="0">
                <a:latin typeface="Carlito"/>
                <a:cs typeface="Carlito"/>
              </a:rPr>
              <a:t>a </a:t>
            </a:r>
            <a:r>
              <a:rPr sz="2200" dirty="0">
                <a:latin typeface="Carlito"/>
                <a:cs typeface="Carlito"/>
              </a:rPr>
              <a:t>good idea to </a:t>
            </a:r>
            <a:r>
              <a:rPr sz="2200" spc="-5" dirty="0">
                <a:latin typeface="Carlito"/>
                <a:cs typeface="Carlito"/>
              </a:rPr>
              <a:t>give your </a:t>
            </a:r>
            <a:r>
              <a:rPr sz="2200" dirty="0">
                <a:latin typeface="Carlito"/>
                <a:cs typeface="Carlito"/>
              </a:rPr>
              <a:t>repository and </a:t>
            </a:r>
            <a:r>
              <a:rPr sz="2200" spc="-5" dirty="0">
                <a:latin typeface="Carlito"/>
                <a:cs typeface="Carlito"/>
              </a:rPr>
              <a:t>project </a:t>
            </a:r>
            <a:r>
              <a:rPr sz="2200" dirty="0">
                <a:latin typeface="Carlito"/>
                <a:cs typeface="Carlito"/>
              </a:rPr>
              <a:t>the </a:t>
            </a:r>
            <a:r>
              <a:rPr sz="2200" spc="5" dirty="0">
                <a:latin typeface="Carlito"/>
                <a:cs typeface="Carlito"/>
              </a:rPr>
              <a:t>same</a:t>
            </a:r>
            <a:r>
              <a:rPr sz="2200" spc="10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name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Font typeface="Carlito"/>
              <a:buChar char="-"/>
            </a:pPr>
            <a:endParaRPr sz="22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Font typeface="Arial"/>
              <a:buChar char="•"/>
              <a:tabLst>
                <a:tab pos="201930" algn="l"/>
                <a:tab pos="2540000" algn="l"/>
              </a:tabLst>
            </a:pPr>
            <a:r>
              <a:rPr sz="2200" dirty="0">
                <a:latin typeface="Carlito"/>
                <a:cs typeface="Carlito"/>
              </a:rPr>
              <a:t>Add </a:t>
            </a:r>
            <a:r>
              <a:rPr sz="2200" spc="5" dirty="0">
                <a:latin typeface="Carlito"/>
                <a:cs typeface="Carlito"/>
              </a:rPr>
              <a:t>a</a:t>
            </a:r>
            <a:r>
              <a:rPr sz="2200" spc="18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remote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295" dirty="0">
                <a:latin typeface="Carlito"/>
                <a:cs typeface="Carlito"/>
              </a:rPr>
              <a:t>[</a:t>
            </a:r>
            <a:r>
              <a:rPr sz="2200" u="heavy" spc="29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git	</a:t>
            </a:r>
            <a:r>
              <a:rPr sz="2200" u="heavy" spc="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remote</a:t>
            </a:r>
            <a:r>
              <a:rPr sz="2200" spc="65" dirty="0">
                <a:latin typeface="Carlito"/>
                <a:cs typeface="Carlito"/>
              </a:rPr>
              <a:t>]</a:t>
            </a:r>
            <a:endParaRPr sz="2200" dirty="0">
              <a:latin typeface="Carlito"/>
              <a:cs typeface="Carlito"/>
            </a:endParaRPr>
          </a:p>
          <a:p>
            <a:pPr marL="577850" indent="-187960">
              <a:lnSpc>
                <a:spcPct val="100000"/>
              </a:lnSpc>
              <a:spcBef>
                <a:spcPts val="275"/>
              </a:spcBef>
              <a:buChar char="•"/>
              <a:tabLst>
                <a:tab pos="578485" algn="l"/>
              </a:tabLst>
            </a:pPr>
            <a:r>
              <a:rPr sz="2200" spc="-10" dirty="0">
                <a:solidFill>
                  <a:srgbClr val="70AC46"/>
                </a:solidFill>
                <a:latin typeface="Arial"/>
                <a:cs typeface="Arial"/>
              </a:rPr>
              <a:t>$ </a:t>
            </a:r>
            <a:r>
              <a:rPr sz="2200" spc="325" dirty="0">
                <a:solidFill>
                  <a:srgbClr val="70AC46"/>
                </a:solidFill>
                <a:latin typeface="Arial"/>
                <a:cs typeface="Arial"/>
              </a:rPr>
              <a:t>git </a:t>
            </a:r>
            <a:r>
              <a:rPr sz="2200" spc="50" dirty="0">
                <a:solidFill>
                  <a:srgbClr val="70AC46"/>
                </a:solidFill>
                <a:latin typeface="Arial"/>
                <a:cs typeface="Arial"/>
              </a:rPr>
              <a:t>remote </a:t>
            </a:r>
            <a:r>
              <a:rPr sz="2200" spc="-10" dirty="0">
                <a:solidFill>
                  <a:srgbClr val="70AC46"/>
                </a:solidFill>
                <a:latin typeface="Arial"/>
                <a:cs typeface="Arial"/>
              </a:rPr>
              <a:t>add </a:t>
            </a:r>
            <a:r>
              <a:rPr sz="2200" b="1" spc="140" dirty="0">
                <a:solidFill>
                  <a:srgbClr val="70AC46"/>
                </a:solidFill>
                <a:latin typeface="Arial"/>
                <a:cs typeface="Arial"/>
              </a:rPr>
              <a:t>origin</a:t>
            </a:r>
            <a:r>
              <a:rPr sz="2200" b="1" spc="550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200" spc="160" dirty="0">
                <a:solidFill>
                  <a:srgbClr val="70AC46"/>
                </a:solidFill>
                <a:latin typeface="Arial"/>
                <a:cs typeface="Arial"/>
              </a:rPr>
              <a:t>https://github.com/</a:t>
            </a:r>
            <a:r>
              <a:rPr sz="2200" b="1" spc="160" dirty="0">
                <a:solidFill>
                  <a:srgbClr val="3B3838"/>
                </a:solidFill>
                <a:latin typeface="Arial"/>
                <a:cs typeface="Arial"/>
              </a:rPr>
              <a:t>name</a:t>
            </a:r>
            <a:r>
              <a:rPr sz="2200" spc="160" dirty="0">
                <a:solidFill>
                  <a:srgbClr val="70AC46"/>
                </a:solidFill>
                <a:latin typeface="Arial"/>
                <a:cs typeface="Arial"/>
              </a:rPr>
              <a:t>/</a:t>
            </a:r>
            <a:r>
              <a:rPr sz="2200" b="1" spc="160" dirty="0">
                <a:solidFill>
                  <a:srgbClr val="3B3838"/>
                </a:solidFill>
                <a:latin typeface="Arial"/>
                <a:cs typeface="Arial"/>
              </a:rPr>
              <a:t>project</a:t>
            </a:r>
            <a:r>
              <a:rPr sz="2200" spc="160" dirty="0">
                <a:solidFill>
                  <a:srgbClr val="70AC46"/>
                </a:solidFill>
                <a:latin typeface="Arial"/>
                <a:cs typeface="Arial"/>
              </a:rPr>
              <a:t>.git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72" y="5028747"/>
            <a:ext cx="5264428" cy="85856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1930" algn="l"/>
                <a:tab pos="2472055" algn="l"/>
                <a:tab pos="3117850" algn="l"/>
              </a:tabLst>
            </a:pPr>
            <a:r>
              <a:rPr sz="2200" spc="10" dirty="0">
                <a:latin typeface="Carlito"/>
                <a:cs typeface="Carlito"/>
              </a:rPr>
              <a:t>P</a:t>
            </a:r>
            <a:r>
              <a:rPr sz="2200" spc="-10" dirty="0">
                <a:latin typeface="Carlito"/>
                <a:cs typeface="Carlito"/>
              </a:rPr>
              <a:t>u</a:t>
            </a:r>
            <a:r>
              <a:rPr sz="2200" dirty="0">
                <a:latin typeface="Carlito"/>
                <a:cs typeface="Carlito"/>
              </a:rPr>
              <a:t>s</a:t>
            </a:r>
            <a:r>
              <a:rPr sz="2200" spc="5" dirty="0">
                <a:latin typeface="Carlito"/>
                <a:cs typeface="Carlito"/>
              </a:rPr>
              <a:t>h</a:t>
            </a:r>
            <a:r>
              <a:rPr sz="2200" spc="20" dirty="0">
                <a:latin typeface="Carlito"/>
                <a:cs typeface="Carlito"/>
              </a:rPr>
              <a:t> </a:t>
            </a:r>
            <a:r>
              <a:rPr sz="2200" spc="5" dirty="0">
                <a:latin typeface="Carlito"/>
                <a:cs typeface="Carlito"/>
              </a:rPr>
              <a:t>a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40" dirty="0">
                <a:latin typeface="Carlito"/>
                <a:cs typeface="Carlito"/>
              </a:rPr>
              <a:t>r</a:t>
            </a:r>
            <a:r>
              <a:rPr sz="2200" spc="10" dirty="0">
                <a:latin typeface="Carlito"/>
                <a:cs typeface="Carlito"/>
              </a:rPr>
              <a:t>e</a:t>
            </a:r>
            <a:r>
              <a:rPr sz="2200" spc="-10" dirty="0">
                <a:latin typeface="Carlito"/>
                <a:cs typeface="Carlito"/>
              </a:rPr>
              <a:t>p</a:t>
            </a:r>
            <a:r>
              <a:rPr sz="2200" spc="10" dirty="0">
                <a:latin typeface="Carlito"/>
                <a:cs typeface="Carlito"/>
              </a:rPr>
              <a:t>o</a:t>
            </a:r>
            <a:r>
              <a:rPr sz="2200" dirty="0">
                <a:latin typeface="Carlito"/>
                <a:cs typeface="Carlito"/>
              </a:rPr>
              <a:t>si</a:t>
            </a:r>
            <a:r>
              <a:rPr sz="2200" spc="-30" dirty="0">
                <a:latin typeface="Carlito"/>
                <a:cs typeface="Carlito"/>
              </a:rPr>
              <a:t>t</a:t>
            </a:r>
            <a:r>
              <a:rPr sz="2200" spc="10" dirty="0">
                <a:latin typeface="Carlito"/>
                <a:cs typeface="Carlito"/>
              </a:rPr>
              <a:t>o</a:t>
            </a:r>
            <a:r>
              <a:rPr sz="2200" spc="30" dirty="0">
                <a:latin typeface="Carlito"/>
                <a:cs typeface="Carlito"/>
              </a:rPr>
              <a:t>r</a:t>
            </a:r>
            <a:r>
              <a:rPr sz="2200" spc="5" dirty="0">
                <a:latin typeface="Carlito"/>
                <a:cs typeface="Carlito"/>
              </a:rPr>
              <a:t>y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5" dirty="0">
                <a:latin typeface="Carlito"/>
                <a:cs typeface="Carlito"/>
              </a:rPr>
              <a:t>[</a:t>
            </a:r>
            <a:r>
              <a:rPr sz="22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g</a:t>
            </a:r>
            <a:r>
              <a:rPr sz="2200" u="heavy" spc="6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i</a:t>
            </a:r>
            <a:r>
              <a:rPr sz="2200" u="heavy" spc="54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t</a:t>
            </a:r>
            <a:r>
              <a:rPr sz="2200" u="heavy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	p</a:t>
            </a:r>
            <a:r>
              <a:rPr sz="2200" u="heavy" spc="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u</a:t>
            </a:r>
            <a:r>
              <a:rPr sz="2200" u="heavy" spc="1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s</a:t>
            </a:r>
            <a:r>
              <a:rPr sz="2200" u="heavy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</a:rPr>
              <a:t>h</a:t>
            </a:r>
            <a:r>
              <a:rPr sz="2200" dirty="0">
                <a:latin typeface="Carlito"/>
                <a:cs typeface="Carlito"/>
              </a:rPr>
              <a:t>]</a:t>
            </a:r>
          </a:p>
          <a:p>
            <a:pPr marL="390525">
              <a:lnSpc>
                <a:spcPct val="100000"/>
              </a:lnSpc>
              <a:spcBef>
                <a:spcPts val="1250"/>
              </a:spcBef>
            </a:pPr>
            <a:r>
              <a:rPr sz="2200" spc="-10" dirty="0">
                <a:solidFill>
                  <a:srgbClr val="70AC46"/>
                </a:solidFill>
                <a:latin typeface="Arial"/>
                <a:cs typeface="Arial"/>
              </a:rPr>
              <a:t>$  </a:t>
            </a:r>
            <a:r>
              <a:rPr sz="2200" spc="325" dirty="0">
                <a:solidFill>
                  <a:srgbClr val="70AC46"/>
                </a:solidFill>
                <a:latin typeface="Arial"/>
                <a:cs typeface="Arial"/>
              </a:rPr>
              <a:t>git </a:t>
            </a:r>
            <a:r>
              <a:rPr sz="2200" spc="15" dirty="0">
                <a:solidFill>
                  <a:srgbClr val="70AC46"/>
                </a:solidFill>
                <a:latin typeface="Arial"/>
                <a:cs typeface="Arial"/>
              </a:rPr>
              <a:t>push  </a:t>
            </a:r>
            <a:r>
              <a:rPr sz="2200" spc="-20" dirty="0">
                <a:solidFill>
                  <a:srgbClr val="70AC46"/>
                </a:solidFill>
                <a:latin typeface="Arial"/>
                <a:cs typeface="Arial"/>
              </a:rPr>
              <a:t>–u  </a:t>
            </a:r>
            <a:r>
              <a:rPr sz="2200" b="1" spc="140" dirty="0">
                <a:solidFill>
                  <a:srgbClr val="70AC46"/>
                </a:solidFill>
                <a:latin typeface="Arial"/>
                <a:cs typeface="Arial"/>
              </a:rPr>
              <a:t>origin</a:t>
            </a:r>
            <a:r>
              <a:rPr sz="2200" b="1" spc="509" dirty="0">
                <a:solidFill>
                  <a:srgbClr val="70AC46"/>
                </a:solidFill>
                <a:latin typeface="Arial"/>
                <a:cs typeface="Arial"/>
              </a:rPr>
              <a:t> </a:t>
            </a:r>
            <a:r>
              <a:rPr sz="2200" spc="60" dirty="0">
                <a:solidFill>
                  <a:srgbClr val="70AC46"/>
                </a:solidFill>
                <a:latin typeface="Arial"/>
                <a:cs typeface="Arial"/>
              </a:rPr>
              <a:t>master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5200" y="4724400"/>
            <a:ext cx="2015489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5" dirty="0">
                <a:latin typeface="Carlito"/>
                <a:cs typeface="Carlito"/>
              </a:rPr>
              <a:t>name </a:t>
            </a:r>
            <a:r>
              <a:rPr sz="2200" spc="10" dirty="0">
                <a:latin typeface="Carlito"/>
                <a:cs typeface="Carlito"/>
              </a:rPr>
              <a:t>= </a:t>
            </a:r>
            <a:r>
              <a:rPr sz="2200" spc="5" dirty="0">
                <a:latin typeface="Carlito"/>
                <a:cs typeface="Carlito"/>
              </a:rPr>
              <a:t>github account</a:t>
            </a:r>
            <a:r>
              <a:rPr sz="2200" spc="-95" dirty="0">
                <a:latin typeface="Carlito"/>
                <a:cs typeface="Carlito"/>
              </a:rPr>
              <a:t> </a:t>
            </a:r>
            <a:r>
              <a:rPr sz="2200" spc="10" dirty="0">
                <a:latin typeface="Carlito"/>
                <a:cs typeface="Carlito"/>
              </a:rPr>
              <a:t>name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5200" y="5486400"/>
            <a:ext cx="1751330" cy="1369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sz="2200" b="1" dirty="0">
                <a:latin typeface="Carlito"/>
                <a:cs typeface="Carlito"/>
              </a:rPr>
              <a:t>project </a:t>
            </a:r>
            <a:r>
              <a:rPr sz="2200" spc="10" dirty="0">
                <a:latin typeface="Carlito"/>
                <a:cs typeface="Carlito"/>
              </a:rPr>
              <a:t>= name </a:t>
            </a:r>
            <a:r>
              <a:rPr sz="2200" spc="5" dirty="0">
                <a:latin typeface="Carlito"/>
                <a:cs typeface="Carlito"/>
              </a:rPr>
              <a:t>of your  </a:t>
            </a:r>
            <a:r>
              <a:rPr sz="2200" dirty="0">
                <a:latin typeface="Carlito"/>
                <a:cs typeface="Carlito"/>
              </a:rPr>
              <a:t>project and/or</a:t>
            </a:r>
            <a:r>
              <a:rPr sz="2200" spc="-30" dirty="0">
                <a:latin typeface="Carlito"/>
                <a:cs typeface="Carlito"/>
              </a:rPr>
              <a:t> </a:t>
            </a:r>
            <a:r>
              <a:rPr sz="2200" spc="5" dirty="0">
                <a:latin typeface="Carlito"/>
                <a:cs typeface="Carlito"/>
              </a:rPr>
              <a:t>repository</a:t>
            </a:r>
            <a:endParaRPr sz="2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446659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70" dirty="0"/>
              <a:t>Collaborating </a:t>
            </a:r>
            <a:r>
              <a:rPr spc="-195" dirty="0"/>
              <a:t>via</a:t>
            </a:r>
            <a:r>
              <a:rPr spc="-409" dirty="0"/>
              <a:t> </a:t>
            </a:r>
            <a:r>
              <a:rPr b="1" spc="-245" dirty="0">
                <a:latin typeface="Trebuchet MS"/>
                <a:cs typeface="Trebuchet MS"/>
              </a:rPr>
              <a:t>Github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38400" y="2864867"/>
            <a:ext cx="5344795" cy="170713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1930" algn="l"/>
                <a:tab pos="2571750" algn="l"/>
                <a:tab pos="3218180" algn="l"/>
              </a:tabLst>
            </a:pPr>
            <a:r>
              <a:rPr sz="2300" dirty="0">
                <a:latin typeface="Carlito"/>
                <a:cs typeface="Carlito"/>
              </a:rPr>
              <a:t>Clone</a:t>
            </a:r>
            <a:r>
              <a:rPr sz="2300" spc="-5" dirty="0">
                <a:latin typeface="Carlito"/>
                <a:cs typeface="Carlito"/>
              </a:rPr>
              <a:t> </a:t>
            </a:r>
            <a:r>
              <a:rPr sz="2300" spc="5" dirty="0">
                <a:latin typeface="Carlito"/>
                <a:cs typeface="Carlito"/>
              </a:rPr>
              <a:t>a</a:t>
            </a:r>
            <a:r>
              <a:rPr sz="2300" spc="-5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repository	</a:t>
            </a:r>
            <a:r>
              <a:rPr sz="2300" spc="300" dirty="0">
                <a:latin typeface="Carlito"/>
                <a:cs typeface="Carlito"/>
              </a:rPr>
              <a:t>[</a:t>
            </a:r>
            <a:r>
              <a:rPr sz="1950" spc="300" dirty="0">
                <a:solidFill>
                  <a:srgbClr val="70AC46"/>
                </a:solidFill>
                <a:latin typeface="Arial"/>
                <a:cs typeface="Arial"/>
              </a:rPr>
              <a:t>git	</a:t>
            </a:r>
            <a:r>
              <a:rPr sz="1950" spc="130" dirty="0">
                <a:solidFill>
                  <a:srgbClr val="70AC46"/>
                </a:solidFill>
                <a:latin typeface="Arial"/>
                <a:cs typeface="Arial"/>
              </a:rPr>
              <a:t>clone</a:t>
            </a:r>
            <a:r>
              <a:rPr sz="2300" spc="130" dirty="0">
                <a:latin typeface="Carlito"/>
                <a:cs typeface="Carlito"/>
              </a:rPr>
              <a:t>]</a:t>
            </a:r>
            <a:endParaRPr sz="23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 dirty="0">
              <a:latin typeface="Carlito"/>
              <a:cs typeface="Carlito"/>
            </a:endParaRPr>
          </a:p>
          <a:p>
            <a:pPr marL="201295" marR="5080" indent="-189230">
              <a:lnSpc>
                <a:spcPts val="2220"/>
              </a:lnSpc>
              <a:buFont typeface="Arial"/>
              <a:buChar char="•"/>
              <a:tabLst>
                <a:tab pos="201930" algn="l"/>
                <a:tab pos="4361180" algn="l"/>
              </a:tabLst>
            </a:pPr>
            <a:r>
              <a:rPr sz="2300" spc="-5" dirty="0">
                <a:latin typeface="Carlito"/>
                <a:cs typeface="Carlito"/>
              </a:rPr>
              <a:t>Having </a:t>
            </a:r>
            <a:r>
              <a:rPr sz="2300" spc="5" dirty="0">
                <a:latin typeface="Carlito"/>
                <a:cs typeface="Carlito"/>
              </a:rPr>
              <a:t>made </a:t>
            </a:r>
            <a:r>
              <a:rPr sz="2300" dirty="0">
                <a:latin typeface="Carlito"/>
                <a:cs typeface="Carlito"/>
              </a:rPr>
              <a:t>local </a:t>
            </a:r>
            <a:r>
              <a:rPr sz="2300" spc="-5" dirty="0">
                <a:latin typeface="Carlito"/>
                <a:cs typeface="Carlito"/>
              </a:rPr>
              <a:t>changes, you can </a:t>
            </a:r>
            <a:r>
              <a:rPr sz="1950" spc="30" dirty="0">
                <a:solidFill>
                  <a:srgbClr val="2D75B6"/>
                </a:solidFill>
                <a:latin typeface="Arial"/>
                <a:cs typeface="Arial"/>
              </a:rPr>
              <a:t>push </a:t>
            </a:r>
            <a:r>
              <a:rPr sz="1950" spc="30" dirty="0">
                <a:latin typeface="Arial"/>
                <a:cs typeface="Arial"/>
              </a:rPr>
              <a:t> </a:t>
            </a:r>
            <a:r>
              <a:rPr sz="2300" spc="15" dirty="0">
                <a:latin typeface="Carlito"/>
                <a:cs typeface="Carlito"/>
              </a:rPr>
              <a:t>(</a:t>
            </a:r>
            <a:r>
              <a:rPr sz="2300" spc="-5" dirty="0">
                <a:latin typeface="Carlito"/>
                <a:cs typeface="Carlito"/>
              </a:rPr>
              <a:t>w</a:t>
            </a:r>
            <a:r>
              <a:rPr sz="2300" dirty="0">
                <a:latin typeface="Carlito"/>
                <a:cs typeface="Carlito"/>
              </a:rPr>
              <a:t>i</a:t>
            </a:r>
            <a:r>
              <a:rPr sz="2300" spc="15" dirty="0">
                <a:latin typeface="Carlito"/>
                <a:cs typeface="Carlito"/>
              </a:rPr>
              <a:t>t</a:t>
            </a:r>
            <a:r>
              <a:rPr sz="2300" spc="5" dirty="0">
                <a:latin typeface="Carlito"/>
                <a:cs typeface="Carlito"/>
              </a:rPr>
              <a:t>h</a:t>
            </a:r>
            <a:r>
              <a:rPr sz="2300" spc="-25" dirty="0">
                <a:latin typeface="Carlito"/>
                <a:cs typeface="Carlito"/>
              </a:rPr>
              <a:t> </a:t>
            </a:r>
            <a:r>
              <a:rPr sz="2300" spc="-10" dirty="0">
                <a:latin typeface="Carlito"/>
                <a:cs typeface="Carlito"/>
              </a:rPr>
              <a:t>p</a:t>
            </a:r>
            <a:r>
              <a:rPr sz="2300" spc="10" dirty="0">
                <a:latin typeface="Carlito"/>
                <a:cs typeface="Carlito"/>
              </a:rPr>
              <a:t>e</a:t>
            </a:r>
            <a:r>
              <a:rPr sz="2300" spc="-15" dirty="0">
                <a:latin typeface="Carlito"/>
                <a:cs typeface="Carlito"/>
              </a:rPr>
              <a:t>r</a:t>
            </a:r>
            <a:r>
              <a:rPr sz="2300" spc="5" dirty="0">
                <a:latin typeface="Carlito"/>
                <a:cs typeface="Carlito"/>
              </a:rPr>
              <a:t>mi</a:t>
            </a:r>
            <a:r>
              <a:rPr sz="2300" dirty="0">
                <a:latin typeface="Carlito"/>
                <a:cs typeface="Carlito"/>
              </a:rPr>
              <a:t>ssi</a:t>
            </a:r>
            <a:r>
              <a:rPr sz="2300" spc="-15" dirty="0">
                <a:latin typeface="Carlito"/>
                <a:cs typeface="Carlito"/>
              </a:rPr>
              <a:t>o</a:t>
            </a:r>
            <a:r>
              <a:rPr sz="2300" spc="15" dirty="0">
                <a:latin typeface="Carlito"/>
                <a:cs typeface="Carlito"/>
              </a:rPr>
              <a:t>n</a:t>
            </a:r>
            <a:r>
              <a:rPr sz="2300" spc="-10" dirty="0">
                <a:latin typeface="Carlito"/>
                <a:cs typeface="Carlito"/>
              </a:rPr>
              <a:t>)</a:t>
            </a:r>
            <a:r>
              <a:rPr sz="2300" dirty="0">
                <a:latin typeface="Carlito"/>
                <a:cs typeface="Carlito"/>
              </a:rPr>
              <a:t>,</a:t>
            </a:r>
            <a:r>
              <a:rPr sz="2300" spc="10" dirty="0">
                <a:latin typeface="Carlito"/>
                <a:cs typeface="Carlito"/>
              </a:rPr>
              <a:t> o</a:t>
            </a:r>
            <a:r>
              <a:rPr sz="2300" spc="5" dirty="0">
                <a:latin typeface="Carlito"/>
                <a:cs typeface="Carlito"/>
              </a:rPr>
              <a:t>r</a:t>
            </a:r>
            <a:r>
              <a:rPr sz="2300" spc="-10" dirty="0">
                <a:latin typeface="Carlito"/>
                <a:cs typeface="Carlito"/>
              </a:rPr>
              <a:t> </a:t>
            </a:r>
            <a:r>
              <a:rPr sz="2300" spc="10" dirty="0">
                <a:latin typeface="Carlito"/>
                <a:cs typeface="Carlito"/>
              </a:rPr>
              <a:t>m</a:t>
            </a:r>
            <a:r>
              <a:rPr sz="2300" spc="-20" dirty="0">
                <a:latin typeface="Carlito"/>
                <a:cs typeface="Carlito"/>
              </a:rPr>
              <a:t>a</a:t>
            </a:r>
            <a:r>
              <a:rPr sz="2300" spc="-55" dirty="0">
                <a:latin typeface="Carlito"/>
                <a:cs typeface="Carlito"/>
              </a:rPr>
              <a:t>k</a:t>
            </a:r>
            <a:r>
              <a:rPr sz="2300" spc="5" dirty="0">
                <a:latin typeface="Carlito"/>
                <a:cs typeface="Carlito"/>
              </a:rPr>
              <a:t>e</a:t>
            </a:r>
            <a:r>
              <a:rPr sz="2300" spc="-5" dirty="0">
                <a:latin typeface="Carlito"/>
                <a:cs typeface="Carlito"/>
              </a:rPr>
              <a:t> </a:t>
            </a:r>
            <a:r>
              <a:rPr sz="2300" spc="5" dirty="0">
                <a:latin typeface="Carlito"/>
                <a:cs typeface="Carlito"/>
              </a:rPr>
              <a:t>a</a:t>
            </a:r>
            <a:r>
              <a:rPr sz="2300" spc="-5" dirty="0">
                <a:latin typeface="Carlito"/>
                <a:cs typeface="Carlito"/>
              </a:rPr>
              <a:t> </a:t>
            </a:r>
            <a:r>
              <a:rPr sz="1950" dirty="0">
                <a:solidFill>
                  <a:srgbClr val="2D75B6"/>
                </a:solidFill>
                <a:latin typeface="Arial"/>
                <a:cs typeface="Arial"/>
              </a:rPr>
              <a:t>pu</a:t>
            </a:r>
            <a:r>
              <a:rPr sz="1950" spc="655" dirty="0">
                <a:solidFill>
                  <a:srgbClr val="2D75B6"/>
                </a:solidFill>
                <a:latin typeface="Arial"/>
                <a:cs typeface="Arial"/>
              </a:rPr>
              <a:t>ll</a:t>
            </a:r>
            <a:r>
              <a:rPr sz="1950" dirty="0">
                <a:solidFill>
                  <a:srgbClr val="2D75B6"/>
                </a:solidFill>
                <a:latin typeface="Arial"/>
                <a:cs typeface="Arial"/>
              </a:rPr>
              <a:t>	</a:t>
            </a:r>
            <a:r>
              <a:rPr sz="1950" spc="434" dirty="0">
                <a:solidFill>
                  <a:srgbClr val="2D75B6"/>
                </a:solidFill>
                <a:latin typeface="Arial"/>
                <a:cs typeface="Arial"/>
              </a:rPr>
              <a:t>r</a:t>
            </a:r>
            <a:r>
              <a:rPr sz="1950" dirty="0">
                <a:solidFill>
                  <a:srgbClr val="2D75B6"/>
                </a:solidFill>
                <a:latin typeface="Arial"/>
                <a:cs typeface="Arial"/>
              </a:rPr>
              <a:t>equ</a:t>
            </a:r>
            <a:r>
              <a:rPr sz="1950" spc="20" dirty="0">
                <a:solidFill>
                  <a:srgbClr val="2D75B6"/>
                </a:solidFill>
                <a:latin typeface="Arial"/>
                <a:cs typeface="Arial"/>
              </a:rPr>
              <a:t>e</a:t>
            </a:r>
            <a:r>
              <a:rPr sz="1950" spc="110" dirty="0">
                <a:solidFill>
                  <a:srgbClr val="2D75B6"/>
                </a:solidFill>
                <a:latin typeface="Arial"/>
                <a:cs typeface="Arial"/>
              </a:rPr>
              <a:t>s</a:t>
            </a:r>
            <a:r>
              <a:rPr sz="1950" spc="545" dirty="0">
                <a:solidFill>
                  <a:srgbClr val="2D75B6"/>
                </a:solidFill>
                <a:latin typeface="Arial"/>
                <a:cs typeface="Arial"/>
              </a:rPr>
              <a:t>t  </a:t>
            </a:r>
            <a:r>
              <a:rPr sz="2300" spc="-5" dirty="0">
                <a:latin typeface="Carlito"/>
                <a:cs typeface="Carlito"/>
              </a:rPr>
              <a:t>to </a:t>
            </a:r>
            <a:r>
              <a:rPr sz="2300" spc="5" dirty="0">
                <a:latin typeface="Carlito"/>
                <a:cs typeface="Carlito"/>
              </a:rPr>
              <a:t>the </a:t>
            </a:r>
            <a:r>
              <a:rPr sz="2300" spc="-5" dirty="0">
                <a:latin typeface="Carlito"/>
                <a:cs typeface="Carlito"/>
              </a:rPr>
              <a:t>repository</a:t>
            </a:r>
            <a:r>
              <a:rPr sz="2300" spc="-10" dirty="0">
                <a:latin typeface="Carlito"/>
                <a:cs typeface="Carlito"/>
              </a:rPr>
              <a:t> </a:t>
            </a:r>
            <a:r>
              <a:rPr sz="2300" dirty="0">
                <a:latin typeface="Carlito"/>
                <a:cs typeface="Carlito"/>
              </a:rPr>
              <a:t>owner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765746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335" dirty="0">
                <a:latin typeface="Trebuchet MS"/>
                <a:cs typeface="Trebuchet MS"/>
              </a:rPr>
              <a:t>Exercise</a:t>
            </a:r>
            <a:r>
              <a:rPr spc="-335" dirty="0"/>
              <a:t>:</a:t>
            </a:r>
            <a:r>
              <a:rPr spc="-225" dirty="0"/>
              <a:t> </a:t>
            </a:r>
            <a:r>
              <a:rPr spc="-190" dirty="0"/>
              <a:t>Add, </a:t>
            </a:r>
            <a:r>
              <a:rPr spc="-195" dirty="0"/>
              <a:t>Commit, </a:t>
            </a:r>
            <a:r>
              <a:rPr spc="-200" dirty="0"/>
              <a:t>Pull</a:t>
            </a:r>
            <a:r>
              <a:rPr spc="-509" dirty="0"/>
              <a:t> </a:t>
            </a:r>
            <a:r>
              <a:rPr spc="-160" dirty="0"/>
              <a:t>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0800" y="2743200"/>
            <a:ext cx="4800600" cy="28385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9230">
              <a:lnSpc>
                <a:spcPts val="2315"/>
              </a:lnSpc>
              <a:spcBef>
                <a:spcPts val="95"/>
              </a:spcBef>
              <a:buFont typeface="Arial"/>
              <a:buChar char="•"/>
              <a:tabLst>
                <a:tab pos="201930" algn="l"/>
              </a:tabLst>
            </a:pPr>
            <a:r>
              <a:rPr sz="2400" spc="-45" dirty="0">
                <a:latin typeface="Carlito"/>
                <a:cs typeface="Carlito"/>
              </a:rPr>
              <a:t>Try </a:t>
            </a:r>
            <a:r>
              <a:rPr sz="2400" spc="-5" dirty="0">
                <a:latin typeface="Carlito"/>
                <a:cs typeface="Carlito"/>
              </a:rPr>
              <a:t>this typical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collaborative</a:t>
            </a:r>
            <a:endParaRPr sz="2400" dirty="0">
              <a:latin typeface="Carlito"/>
              <a:cs typeface="Carlito"/>
            </a:endParaRPr>
          </a:p>
          <a:p>
            <a:pPr marL="201295">
              <a:lnSpc>
                <a:spcPts val="2315"/>
              </a:lnSpc>
            </a:pPr>
            <a:r>
              <a:rPr sz="2400" spc="-15" dirty="0">
                <a:latin typeface="Carlito"/>
                <a:cs typeface="Carlito"/>
              </a:rPr>
              <a:t>workflow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example: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Carlito"/>
              <a:cs typeface="Carlito"/>
            </a:endParaRPr>
          </a:p>
          <a:p>
            <a:pPr marL="767715" lvl="1" indent="-377825">
              <a:lnSpc>
                <a:spcPts val="2155"/>
              </a:lnSpc>
              <a:buAutoNum type="arabicPeriod"/>
              <a:tabLst>
                <a:tab pos="768350" algn="l"/>
                <a:tab pos="1528445" algn="l"/>
              </a:tabLst>
            </a:pPr>
            <a:r>
              <a:rPr sz="2400" spc="130" dirty="0">
                <a:solidFill>
                  <a:srgbClr val="2D75B6"/>
                </a:solidFill>
                <a:latin typeface="Arial"/>
                <a:cs typeface="Arial"/>
              </a:rPr>
              <a:t>clone	</a:t>
            </a:r>
            <a:r>
              <a:rPr sz="240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local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machine</a:t>
            </a:r>
          </a:p>
          <a:p>
            <a:pPr marL="767715" lvl="1" indent="-377825">
              <a:lnSpc>
                <a:spcPts val="2155"/>
              </a:lnSpc>
              <a:buAutoNum type="arabicPeriod"/>
              <a:tabLst>
                <a:tab pos="767715" algn="l"/>
                <a:tab pos="768350" algn="l"/>
              </a:tabLst>
            </a:pPr>
            <a:r>
              <a:rPr sz="2400" spc="-10" dirty="0">
                <a:latin typeface="Carlito"/>
                <a:cs typeface="Carlito"/>
              </a:rPr>
              <a:t>make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changes</a:t>
            </a:r>
            <a:endParaRPr sz="2400" dirty="0">
              <a:latin typeface="Carlito"/>
              <a:cs typeface="Carlito"/>
            </a:endParaRPr>
          </a:p>
          <a:p>
            <a:pPr marL="767715" lvl="1" indent="-377825">
              <a:lnSpc>
                <a:spcPts val="2155"/>
              </a:lnSpc>
              <a:buAutoNum type="arabicPeriod"/>
              <a:tabLst>
                <a:tab pos="768350" algn="l"/>
              </a:tabLst>
            </a:pPr>
            <a:r>
              <a:rPr sz="2400" spc="-5" dirty="0">
                <a:solidFill>
                  <a:srgbClr val="2D75B6"/>
                </a:solidFill>
                <a:latin typeface="Arial"/>
                <a:cs typeface="Arial"/>
              </a:rPr>
              <a:t>add</a:t>
            </a:r>
            <a:r>
              <a:rPr sz="2400" spc="32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Carlito"/>
                <a:cs typeface="Carlito"/>
              </a:rPr>
              <a:t>changes</a:t>
            </a:r>
          </a:p>
          <a:p>
            <a:pPr marL="767715" lvl="1" indent="-377825">
              <a:lnSpc>
                <a:spcPts val="2155"/>
              </a:lnSpc>
              <a:buAutoNum type="arabicPeriod"/>
              <a:tabLst>
                <a:tab pos="768350" algn="l"/>
              </a:tabLst>
            </a:pPr>
            <a:r>
              <a:rPr sz="2400" spc="25" dirty="0">
                <a:solidFill>
                  <a:srgbClr val="2D75B6"/>
                </a:solidFill>
                <a:latin typeface="Arial"/>
                <a:cs typeface="Arial"/>
              </a:rPr>
              <a:t>commit</a:t>
            </a:r>
            <a:r>
              <a:rPr sz="2400" spc="345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Carlito"/>
                <a:cs typeface="Carlito"/>
              </a:rPr>
              <a:t>changes</a:t>
            </a:r>
          </a:p>
          <a:p>
            <a:pPr marL="767715" lvl="1" indent="-377825">
              <a:lnSpc>
                <a:spcPct val="100000"/>
              </a:lnSpc>
              <a:buAutoNum type="arabicPeriod"/>
              <a:tabLst>
                <a:tab pos="768350" algn="l"/>
              </a:tabLst>
            </a:pPr>
            <a:r>
              <a:rPr sz="2400" spc="15" dirty="0">
                <a:solidFill>
                  <a:srgbClr val="2D75B6"/>
                </a:solidFill>
                <a:latin typeface="Arial"/>
                <a:cs typeface="Arial"/>
              </a:rPr>
              <a:t>push </a:t>
            </a:r>
            <a:r>
              <a:rPr sz="2400" dirty="0">
                <a:latin typeface="Carlito"/>
                <a:cs typeface="Carlito"/>
              </a:rPr>
              <a:t>to repository</a:t>
            </a:r>
          </a:p>
          <a:p>
            <a:pPr marL="767715" lvl="1" indent="-377825">
              <a:lnSpc>
                <a:spcPct val="100000"/>
              </a:lnSpc>
              <a:buAutoNum type="arabicPeriod"/>
              <a:tabLst>
                <a:tab pos="768350" algn="l"/>
                <a:tab pos="1656714" algn="l"/>
              </a:tabLst>
            </a:pPr>
            <a:r>
              <a:rPr sz="2400" spc="105" dirty="0">
                <a:solidFill>
                  <a:srgbClr val="2D75B6"/>
                </a:solidFill>
                <a:latin typeface="Arial"/>
                <a:cs typeface="Arial"/>
              </a:rPr>
              <a:t>submit	</a:t>
            </a:r>
            <a:r>
              <a:rPr sz="2400" dirty="0">
                <a:latin typeface="Carlito"/>
                <a:cs typeface="Carlito"/>
              </a:rPr>
              <a:t>pull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request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3300729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120" dirty="0">
                <a:latin typeface="Trebuchet MS"/>
                <a:cs typeface="Trebuchet MS"/>
              </a:rPr>
              <a:t>More</a:t>
            </a:r>
            <a:r>
              <a:rPr b="1" spc="-395" dirty="0">
                <a:latin typeface="Trebuchet MS"/>
                <a:cs typeface="Trebuchet MS"/>
              </a:rPr>
              <a:t> </a:t>
            </a:r>
            <a:r>
              <a:rPr spc="-16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34" y="2549147"/>
            <a:ext cx="5558790" cy="3544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2150" u="heavy" spc="-1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h</a:t>
            </a:r>
            <a:r>
              <a:rPr sz="2150" spc="605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ttp://git-scm.com/about</a:t>
            </a:r>
            <a:r>
              <a:rPr sz="2150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latin typeface="Carlito"/>
                <a:cs typeface="Carlito"/>
              </a:rPr>
              <a:t>for </a:t>
            </a:r>
            <a:r>
              <a:rPr sz="2150" spc="-15" dirty="0">
                <a:latin typeface="Carlito"/>
                <a:cs typeface="Carlito"/>
              </a:rPr>
              <a:t>introduction </a:t>
            </a:r>
            <a:r>
              <a:rPr sz="2150" spc="-10" dirty="0">
                <a:latin typeface="Carlito"/>
                <a:cs typeface="Carlito"/>
              </a:rPr>
              <a:t>to</a:t>
            </a:r>
            <a:r>
              <a:rPr sz="2150" spc="45" dirty="0">
                <a:latin typeface="Carlito"/>
                <a:cs typeface="Carlito"/>
              </a:rPr>
              <a:t> </a:t>
            </a:r>
            <a:r>
              <a:rPr sz="2150" b="1" spc="-5" dirty="0">
                <a:latin typeface="Carlito"/>
                <a:cs typeface="Carlito"/>
              </a:rPr>
              <a:t>Git</a:t>
            </a:r>
            <a:endParaRPr sz="21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0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2150" u="heavy" spc="-1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h</a:t>
            </a:r>
            <a:r>
              <a:rPr sz="2150" spc="605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ttp://git-scm.com/book</a:t>
            </a:r>
            <a:r>
              <a:rPr sz="2150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latin typeface="Carlito"/>
                <a:cs typeface="Carlito"/>
              </a:rPr>
              <a:t>for </a:t>
            </a:r>
            <a:r>
              <a:rPr sz="2150" spc="-5" dirty="0">
                <a:latin typeface="Carlito"/>
                <a:cs typeface="Carlito"/>
              </a:rPr>
              <a:t>the </a:t>
            </a:r>
            <a:r>
              <a:rPr sz="2150" spc="-15" dirty="0">
                <a:latin typeface="Carlito"/>
                <a:cs typeface="Carlito"/>
              </a:rPr>
              <a:t>nitty</a:t>
            </a:r>
            <a:r>
              <a:rPr sz="2150" spc="45" dirty="0">
                <a:latin typeface="Carlito"/>
                <a:cs typeface="Carlito"/>
              </a:rPr>
              <a:t> </a:t>
            </a:r>
            <a:r>
              <a:rPr sz="2150" spc="-15" dirty="0">
                <a:latin typeface="Carlito"/>
                <a:cs typeface="Carlito"/>
              </a:rPr>
              <a:t>gritty</a:t>
            </a:r>
            <a:endParaRPr sz="21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0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2150" u="heavy" spc="-1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h</a:t>
            </a:r>
            <a:r>
              <a:rPr sz="2150" spc="6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u="heavy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ttp://gitref.org</a:t>
            </a:r>
            <a:r>
              <a:rPr sz="2150" spc="-25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latin typeface="Carlito"/>
                <a:cs typeface="Carlito"/>
              </a:rPr>
              <a:t>for </a:t>
            </a:r>
            <a:r>
              <a:rPr sz="2150" spc="-5" dirty="0">
                <a:latin typeface="Carlito"/>
                <a:cs typeface="Carlito"/>
              </a:rPr>
              <a:t>a basic </a:t>
            </a:r>
            <a:r>
              <a:rPr sz="2150" spc="-15" dirty="0">
                <a:latin typeface="Carlito"/>
                <a:cs typeface="Carlito"/>
              </a:rPr>
              <a:t>how-to</a:t>
            </a:r>
            <a:r>
              <a:rPr sz="2150" spc="60" dirty="0">
                <a:latin typeface="Carlito"/>
                <a:cs typeface="Carlito"/>
              </a:rPr>
              <a:t> </a:t>
            </a:r>
            <a:r>
              <a:rPr sz="2150" spc="-5" dirty="0">
                <a:latin typeface="Carlito"/>
                <a:cs typeface="Carlito"/>
              </a:rPr>
              <a:t>guide</a:t>
            </a:r>
            <a:endParaRPr sz="21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0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2150" u="heavy" spc="-1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h</a:t>
            </a:r>
            <a:r>
              <a:rPr sz="2150" spc="60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u="heavy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ttps://github.com/</a:t>
            </a:r>
            <a:r>
              <a:rPr sz="2150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latin typeface="Carlito"/>
                <a:cs typeface="Carlito"/>
              </a:rPr>
              <a:t>for </a:t>
            </a:r>
            <a:r>
              <a:rPr sz="2150" spc="-10" dirty="0">
                <a:latin typeface="Carlito"/>
                <a:cs typeface="Carlito"/>
              </a:rPr>
              <a:t>overview </a:t>
            </a:r>
            <a:r>
              <a:rPr sz="2150" spc="-15" dirty="0">
                <a:latin typeface="Carlito"/>
                <a:cs typeface="Carlito"/>
              </a:rPr>
              <a:t>of</a:t>
            </a:r>
            <a:r>
              <a:rPr sz="2150" spc="35" dirty="0">
                <a:latin typeface="Carlito"/>
                <a:cs typeface="Carlito"/>
              </a:rPr>
              <a:t> </a:t>
            </a:r>
            <a:r>
              <a:rPr sz="2150" b="1" spc="-5" dirty="0">
                <a:latin typeface="Carlito"/>
                <a:cs typeface="Carlito"/>
              </a:rPr>
              <a:t>Github</a:t>
            </a:r>
            <a:endParaRPr sz="21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000" dirty="0">
              <a:latin typeface="Carlito"/>
              <a:cs typeface="Carlito"/>
            </a:endParaRPr>
          </a:p>
          <a:p>
            <a:pPr marL="201295" indent="-18923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01930" algn="l"/>
              </a:tabLst>
            </a:pPr>
            <a:r>
              <a:rPr sz="2150" u="heavy" spc="-1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h</a:t>
            </a:r>
            <a:r>
              <a:rPr sz="2150" spc="6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u="heavy" spc="-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</a:rPr>
              <a:t>ttps://try.github.io</a:t>
            </a:r>
            <a:r>
              <a:rPr sz="2150" spc="-15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2150" spc="-20" dirty="0">
                <a:latin typeface="Carlito"/>
                <a:cs typeface="Carlito"/>
              </a:rPr>
              <a:t>for </a:t>
            </a:r>
            <a:r>
              <a:rPr sz="2150" spc="-5" dirty="0">
                <a:latin typeface="Carlito"/>
                <a:cs typeface="Carlito"/>
              </a:rPr>
              <a:t>an </a:t>
            </a:r>
            <a:r>
              <a:rPr sz="2150" spc="-15" dirty="0">
                <a:latin typeface="Carlito"/>
                <a:cs typeface="Carlito"/>
              </a:rPr>
              <a:t>interactive</a:t>
            </a:r>
            <a:r>
              <a:rPr sz="2150" spc="50" dirty="0">
                <a:latin typeface="Carlito"/>
                <a:cs typeface="Carlito"/>
              </a:rPr>
              <a:t> </a:t>
            </a:r>
            <a:r>
              <a:rPr sz="2150" spc="-5" dirty="0">
                <a:latin typeface="Carlito"/>
                <a:cs typeface="Carlito"/>
              </a:rPr>
              <a:t>trial</a:t>
            </a:r>
            <a:endParaRPr sz="215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46164" y="2857952"/>
            <a:ext cx="3026663" cy="2798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10411</TotalTime>
  <Words>806</Words>
  <Application>Microsoft Macintosh PowerPoint</Application>
  <PresentationFormat>Custom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Carlito</vt:lpstr>
      <vt:lpstr>Times New Roman</vt:lpstr>
      <vt:lpstr>Trebuchet MS</vt:lpstr>
      <vt:lpstr>Wingdings</vt:lpstr>
      <vt:lpstr>Office Theme</vt:lpstr>
      <vt:lpstr>Introduction to Git and Github</vt:lpstr>
      <vt:lpstr>What is Git?</vt:lpstr>
      <vt:lpstr>Why Git?</vt:lpstr>
      <vt:lpstr>What is Github?</vt:lpstr>
      <vt:lpstr>About version control</vt:lpstr>
      <vt:lpstr>About version control</vt:lpstr>
      <vt:lpstr>Getting started</vt:lpstr>
      <vt:lpstr>Setting up</vt:lpstr>
      <vt:lpstr>The basics</vt:lpstr>
      <vt:lpstr>PowerPoint Presentation</vt:lpstr>
      <vt:lpstr>PowerPoint Presentation</vt:lpstr>
      <vt:lpstr>Git branching</vt:lpstr>
      <vt:lpstr>Branching, merging, tracking</vt:lpstr>
      <vt:lpstr>Exercise: Add, Commit, Branch, Merge</vt:lpstr>
      <vt:lpstr>Github - Getting started</vt:lpstr>
      <vt:lpstr>Collaborating via Github</vt:lpstr>
      <vt:lpstr>Exercise: Add, Commit, Pull Request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Introduction to Git and Github.pptx</dc:title>
  <dc:creator>wangp</dc:creator>
  <cp:lastModifiedBy>S M Towhidul Islam</cp:lastModifiedBy>
  <cp:revision>33</cp:revision>
  <dcterms:created xsi:type="dcterms:W3CDTF">2023-01-17T18:49:13Z</dcterms:created>
  <dcterms:modified xsi:type="dcterms:W3CDTF">2024-12-03T04:52:18Z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2022-08-30T00:00:00Z</vt:filetime>
  </property>
  <property fmtid="{D5CDD505-2E9C-101B-9397-08002B2CF9AE}" pid="3" name="LastSaved">
    <vt:filetime>2023-01-17T00:00:00Z</vt:filetime>
  </property>
</Properties>
</file>