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gbdY6XEQKem2reVAgnCGyN+2tm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Lab 11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428650" y="978500"/>
            <a:ext cx="11763600" cy="56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Task 1: Write a Python Module named ‘</a:t>
            </a:r>
            <a:r>
              <a:rPr lang="en-US" sz="2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FileProcessor.py</a:t>
            </a:r>
            <a:r>
              <a:rPr lang="en-US" sz="2300">
                <a:solidFill>
                  <a:schemeClr val="dk1"/>
                </a:solidFill>
              </a:rPr>
              <a:t>’ with following functionalities. Make sure any possible exceptions within these methods are handled gracefully.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merge</a:t>
            </a:r>
            <a:r>
              <a:rPr lang="en-US" sz="2300">
                <a:solidFill>
                  <a:schemeClr val="dk1"/>
                </a:solidFill>
              </a:rPr>
              <a:t>(file1_path, file2_path, result_path): Merges the content of file1.txt and file2.txt and writes the result to ‘result.txt’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duplicate</a:t>
            </a:r>
            <a:r>
              <a:rPr lang="en-US" sz="2300">
                <a:solidFill>
                  <a:schemeClr val="dk1"/>
                </a:solidFill>
              </a:rPr>
              <a:t>(file_path): Creates a copy of the given file.txt within the same folder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convert_to_csv</a:t>
            </a:r>
            <a:r>
              <a:rPr lang="en-US" sz="2300">
                <a:solidFill>
                  <a:schemeClr val="dk1"/>
                </a:solidFill>
              </a:rPr>
              <a:t>(text_file_path, csv_file_path): Writes the contents of a given text file to a new CSV file. Each row of the CSV file should contain the corresponding line from the text file. Each cell of a line should contain a word of that line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print_file_statistics</a:t>
            </a:r>
            <a:r>
              <a:rPr lang="en-US" sz="2300">
                <a:solidFill>
                  <a:schemeClr val="dk1"/>
                </a:solidFill>
              </a:rPr>
              <a:t>(file_path): prints the number of words and  lines of the given text file.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Task 2: Write another python program named ‘</a:t>
            </a:r>
            <a:r>
              <a:rPr lang="en-US" sz="2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Test.py</a:t>
            </a:r>
            <a:r>
              <a:rPr lang="en-US" sz="2300">
                <a:solidFill>
                  <a:schemeClr val="dk1"/>
                </a:solidFill>
              </a:rPr>
              <a:t>’ that imports the module and demonstrates the usage of the above functions.</a:t>
            </a:r>
            <a:endParaRPr sz="2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4381951" y="140493"/>
            <a:ext cx="34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Assignment</a:t>
            </a:r>
            <a:endParaRPr sz="2400"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Submission Instructions</a:t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838200" y="1740145"/>
            <a:ext cx="11343000" cy="3084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Submit the following in iCollege: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source code file for Task 1 (YOUR_FULL_NAME_Lab11_FileProcessor.py)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source code file for Task 2 (YOUR_FULL_NAME_Lab11_Test.py)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Screenshots of the  program output (jpg/png)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Due date/time: Same Day within the lab period (strongly recommended)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Late submission (10% late submission penalty) 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Same Day - after the lab period but before 11:59PM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highlight>
                  <a:srgbClr val="E69138"/>
                </a:highlight>
                <a:latin typeface="Calibri"/>
                <a:ea typeface="Calibri"/>
                <a:cs typeface="Calibri"/>
                <a:sym typeface="Calibri"/>
              </a:rPr>
              <a:t>Demonstrate your solution to the Lab Instructor and be prepared to answer 1-2 questions on your solution. This activity will be counted as your lab attendance. </a:t>
            </a:r>
            <a:endParaRPr sz="2400">
              <a:highlight>
                <a:srgbClr val="E69138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2024-03-17T22:03:54Z</dcterms:created>
  <dc:creator>Towhid Islam</dc:creator>
</cp:coreProperties>
</file>