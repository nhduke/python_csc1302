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gfF6JIEjBP9FIMb3eTRczBXrDi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lab08.py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Lab Exam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884750" y="819100"/>
            <a:ext cx="11101500" cy="42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 THE PEOPLE</a:t>
            </a:r>
            <a:endParaRPr sz="1700" u="sng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an array of strings names and an array heights that consists of distinct positive integers, both of length n.</a:t>
            </a:r>
            <a:endParaRPr sz="1800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 people by their heights in descending order and return an array of names sorted accordingly.</a:t>
            </a:r>
            <a:endParaRPr sz="1800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need to implement your own sorting algorithm to solve this problem. </a:t>
            </a:r>
            <a:endParaRPr sz="1800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&gt;&gt;&gt; </a:t>
            </a:r>
            <a:r>
              <a:rPr b="1" lang="en-US" sz="1800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NOT USE THE BUILT-IN SORT FUNCTION</a:t>
            </a:r>
            <a:r>
              <a:rPr lang="en-US" sz="1800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&lt;&lt;&lt;</a:t>
            </a:r>
            <a:endParaRPr sz="1800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need to select a sorting algorithm that has a time complexity of O(n log n) or better.</a:t>
            </a:r>
            <a:endParaRPr sz="1800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will be graded based on </a:t>
            </a:r>
            <a:r>
              <a:rPr b="1" lang="en-US" sz="18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correctness </a:t>
            </a:r>
            <a:r>
              <a:rPr lang="en-US" sz="18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(60%) and </a:t>
            </a:r>
            <a:r>
              <a:rPr b="1" lang="en-US" sz="18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efficiency </a:t>
            </a:r>
            <a:r>
              <a:rPr lang="en-US" sz="18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(40%).</a:t>
            </a:r>
            <a:endParaRPr sz="1800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may use The starter file </a:t>
            </a: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lab08.py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contains an auto grader to show your results.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will be evaluated based on your explanation and your oral answers.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Sample Input and Output</a:t>
            </a:r>
            <a:endParaRPr/>
          </a:p>
        </p:txBody>
      </p:sp>
      <p:sp>
        <p:nvSpPr>
          <p:cNvPr id="95" name="Google Shape;95;p3"/>
          <p:cNvSpPr txBox="1"/>
          <p:nvPr/>
        </p:nvSpPr>
        <p:spPr>
          <a:xfrm>
            <a:off x="2458204" y="1690700"/>
            <a:ext cx="8298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Inputs: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names: Adam, Kimberly, Amy, Shirley, Michael, Diane, Mark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heights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142, 121, 160, 129, 140, 169, 170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Mark, Diane, Amy, Adam, Michael, Shirley, Kimberly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>
            <p:ph type="title"/>
          </p:nvPr>
        </p:nvSpPr>
        <p:spPr>
          <a:xfrm>
            <a:off x="1303150" y="95909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Submission Instructions</a:t>
            </a:r>
            <a:br>
              <a:rPr lang="en-US" sz="2400"/>
            </a:br>
            <a:br>
              <a:rPr lang="en-US" sz="2400"/>
            </a:br>
            <a:endParaRPr sz="2400"/>
          </a:p>
        </p:txBody>
      </p:sp>
      <p:sp>
        <p:nvSpPr>
          <p:cNvPr id="101" name="Google Shape;101;p4"/>
          <p:cNvSpPr txBox="1"/>
          <p:nvPr/>
        </p:nvSpPr>
        <p:spPr>
          <a:xfrm>
            <a:off x="1766807" y="1928195"/>
            <a:ext cx="809708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Your solution will be evaluated by the lab instructor/proctor during the exam.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the evaluation, make sure to upload your solution in corresponding iCollege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folder within the lab period. </a:t>
            </a:r>
            <a:r>
              <a:rPr lang="en-US" sz="180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There is no late submission option for lab exam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2024-02-26T02:43:46Z</dcterms:created>
  <dc:creator>Towhid Islam</dc:creator>
</cp:coreProperties>
</file>