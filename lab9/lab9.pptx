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qt71uZQMjbSZDtVj1waJhNKI5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Lab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902622" y="1125415"/>
            <a:ext cx="10949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provided example code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r>
              <a:rPr b="1" lang="en-US" sz="1800">
                <a:solidFill>
                  <a:schemeClr val="dk1"/>
                </a:solidFill>
              </a:rPr>
              <a:t>9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a sample binary tree has been provided. Implement the incomplete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traversePreOrder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method should print the values of the given binary tree nodes according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to pre-order traversal strategy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method should decrease the values of every node of the tree by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trim_leaves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method should decrease the values of every LEAF node by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mirror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method should swap the left and right subtrees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Only complete the #TODO items of the given code. If your implementation is correct,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output of the program should be similar to: 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5298824" y="515825"/>
            <a:ext cx="22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1884523" y="4265525"/>
            <a:ext cx="3345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Tree 1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tree: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3 9 4 5 8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trimming entire tree: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2 8 3 4 7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trimming the leaves: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2 8 2 3 6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switching branch values: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2 6 8 3 2 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6790873" y="4265525"/>
            <a:ext cx="3345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Tree 2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tree: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3 9 4 </a:t>
            </a:r>
            <a:r>
              <a:rPr lang="en-US" sz="1800">
                <a:solidFill>
                  <a:schemeClr val="dk1"/>
                </a:solidFill>
              </a:rPr>
              <a:t>8 5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trimming entire tree: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2 8 3 </a:t>
            </a:r>
            <a:r>
              <a:rPr lang="en-US" sz="1800">
                <a:solidFill>
                  <a:schemeClr val="dk1"/>
                </a:solidFill>
              </a:rPr>
              <a:t>7 4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trimming the leaves: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2 8 2 </a:t>
            </a:r>
            <a:r>
              <a:rPr lang="en-US" sz="1800">
                <a:solidFill>
                  <a:schemeClr val="dk1"/>
                </a:solidFill>
              </a:rPr>
              <a:t>7 3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switching branch values: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solidFill>
                  <a:schemeClr val="dk1"/>
                </a:solidFill>
              </a:rPr>
              <a:t>7 3 8 2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2687858" y="401830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050036" y="1434763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303102" y="1389608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1231592" y="2580585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913636" y="2569296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102" name="Google Shape;102;p3"/>
          <p:cNvCxnSpPr>
            <a:stCxn id="97" idx="3"/>
            <a:endCxn id="98" idx="0"/>
          </p:cNvCxnSpPr>
          <p:nvPr/>
        </p:nvCxnSpPr>
        <p:spPr>
          <a:xfrm flipH="1">
            <a:off x="2278713" y="782783"/>
            <a:ext cx="476100" cy="651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>
            <a:stCxn id="97" idx="5"/>
            <a:endCxn id="99" idx="0"/>
          </p:cNvCxnSpPr>
          <p:nvPr/>
        </p:nvCxnSpPr>
        <p:spPr>
          <a:xfrm>
            <a:off x="3078103" y="782783"/>
            <a:ext cx="453600" cy="606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>
            <a:stCxn id="100" idx="0"/>
            <a:endCxn id="98" idx="3"/>
          </p:cNvCxnSpPr>
          <p:nvPr/>
        </p:nvCxnSpPr>
        <p:spPr>
          <a:xfrm flipH="1" rot="10800000">
            <a:off x="1460192" y="1815585"/>
            <a:ext cx="656700" cy="765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3"/>
          <p:cNvCxnSpPr>
            <a:stCxn id="101" idx="0"/>
            <a:endCxn id="98" idx="5"/>
          </p:cNvCxnSpPr>
          <p:nvPr/>
        </p:nvCxnSpPr>
        <p:spPr>
          <a:xfrm rot="10800000">
            <a:off x="2440236" y="1815696"/>
            <a:ext cx="702000" cy="753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8498915" y="411363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861093" y="1444296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114159" y="1399141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042649" y="2590118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724693" y="2578829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11" name="Google Shape;111;p3"/>
          <p:cNvCxnSpPr>
            <a:stCxn id="106" idx="3"/>
            <a:endCxn id="107" idx="0"/>
          </p:cNvCxnSpPr>
          <p:nvPr/>
        </p:nvCxnSpPr>
        <p:spPr>
          <a:xfrm flipH="1">
            <a:off x="8089770" y="792316"/>
            <a:ext cx="476100" cy="651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>
            <a:stCxn id="106" idx="5"/>
            <a:endCxn id="108" idx="0"/>
          </p:cNvCxnSpPr>
          <p:nvPr/>
        </p:nvCxnSpPr>
        <p:spPr>
          <a:xfrm>
            <a:off x="8889160" y="792316"/>
            <a:ext cx="453600" cy="606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>
            <a:stCxn id="109" idx="0"/>
            <a:endCxn id="107" idx="3"/>
          </p:cNvCxnSpPr>
          <p:nvPr/>
        </p:nvCxnSpPr>
        <p:spPr>
          <a:xfrm flipH="1" rot="10800000">
            <a:off x="7271249" y="1825118"/>
            <a:ext cx="656700" cy="765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3"/>
          <p:cNvCxnSpPr>
            <a:stCxn id="110" idx="0"/>
            <a:endCxn id="107" idx="5"/>
          </p:cNvCxnSpPr>
          <p:nvPr/>
        </p:nvCxnSpPr>
        <p:spPr>
          <a:xfrm rot="10800000">
            <a:off x="8251293" y="1825229"/>
            <a:ext cx="702000" cy="753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8813447" y="3821569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8175625" y="4854502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9428691" y="4809347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357181" y="6000324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9039225" y="5989035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20" name="Google Shape;120;p3"/>
          <p:cNvCxnSpPr>
            <a:stCxn id="115" idx="3"/>
            <a:endCxn id="116" idx="0"/>
          </p:cNvCxnSpPr>
          <p:nvPr/>
        </p:nvCxnSpPr>
        <p:spPr>
          <a:xfrm flipH="1">
            <a:off x="8404302" y="4202522"/>
            <a:ext cx="476100" cy="651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>
            <a:stCxn id="115" idx="5"/>
            <a:endCxn id="117" idx="0"/>
          </p:cNvCxnSpPr>
          <p:nvPr/>
        </p:nvCxnSpPr>
        <p:spPr>
          <a:xfrm>
            <a:off x="9203692" y="4202522"/>
            <a:ext cx="453600" cy="606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>
            <a:stCxn id="118" idx="0"/>
            <a:endCxn id="116" idx="3"/>
          </p:cNvCxnSpPr>
          <p:nvPr/>
        </p:nvCxnSpPr>
        <p:spPr>
          <a:xfrm flipH="1" rot="10800000">
            <a:off x="7585781" y="5235324"/>
            <a:ext cx="656700" cy="765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>
            <a:stCxn id="119" idx="0"/>
            <a:endCxn id="116" idx="5"/>
          </p:cNvCxnSpPr>
          <p:nvPr/>
        </p:nvCxnSpPr>
        <p:spPr>
          <a:xfrm rot="10800000">
            <a:off x="8565825" y="5235435"/>
            <a:ext cx="702000" cy="753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3"/>
          <p:cNvSpPr/>
          <p:nvPr/>
        </p:nvSpPr>
        <p:spPr>
          <a:xfrm>
            <a:off x="2553686" y="3583769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915864" y="4616702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168930" y="4571547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2356536" y="5727793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4038580" y="5716504"/>
            <a:ext cx="457200" cy="446314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29" name="Google Shape;129;p3"/>
          <p:cNvCxnSpPr>
            <a:stCxn id="124" idx="3"/>
            <a:endCxn id="125" idx="0"/>
          </p:cNvCxnSpPr>
          <p:nvPr/>
        </p:nvCxnSpPr>
        <p:spPr>
          <a:xfrm flipH="1">
            <a:off x="2144541" y="3964722"/>
            <a:ext cx="476100" cy="651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3"/>
          <p:cNvCxnSpPr>
            <a:stCxn id="124" idx="5"/>
            <a:endCxn id="126" idx="0"/>
          </p:cNvCxnSpPr>
          <p:nvPr/>
        </p:nvCxnSpPr>
        <p:spPr>
          <a:xfrm>
            <a:off x="2943931" y="3964722"/>
            <a:ext cx="453600" cy="606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>
            <a:stCxn id="127" idx="0"/>
          </p:cNvCxnSpPr>
          <p:nvPr/>
        </p:nvCxnSpPr>
        <p:spPr>
          <a:xfrm flipH="1" rot="10800000">
            <a:off x="2585136" y="4962793"/>
            <a:ext cx="656700" cy="765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>
            <a:stCxn id="128" idx="0"/>
          </p:cNvCxnSpPr>
          <p:nvPr/>
        </p:nvCxnSpPr>
        <p:spPr>
          <a:xfrm rot="10800000">
            <a:off x="3565180" y="4962904"/>
            <a:ext cx="702000" cy="753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3"/>
          <p:cNvSpPr/>
          <p:nvPr/>
        </p:nvSpPr>
        <p:spPr>
          <a:xfrm>
            <a:off x="4220308" y="1845455"/>
            <a:ext cx="2625969" cy="22953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159215" y="1437632"/>
            <a:ext cx="7537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8089693" y="3176954"/>
            <a:ext cx="228600" cy="111375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576365" y="3530504"/>
            <a:ext cx="1540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trim_leaves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4279536" y="5122831"/>
            <a:ext cx="2822341" cy="237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88019" y="867663"/>
            <a:ext cx="1424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Tree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5295373" y="4772406"/>
            <a:ext cx="9723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mirror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786610" y="5357974"/>
            <a:ext cx="11310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Tree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Submission Instructions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838200" y="1740145"/>
            <a:ext cx="11342914" cy="352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the following in iCollege:</a:t>
            </a:r>
            <a:endParaRPr/>
          </a:p>
          <a:p>
            <a:pPr indent="-571500" lvl="1" marL="10287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AutoNum type="roman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code file (</a:t>
            </a: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YOUR_FULL_NAME_Lab9.py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571500" lvl="1" marL="10287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AutoNum type="roman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Screenshot of the  program output (</a:t>
            </a: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jpg/png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Due date/time: Same Day within the lab period (strongly recommended)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 submission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10% late submission penalty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1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Same Day - after the lab period but before 11:59PM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Demonstrate your solution to the Lab Instructor and be prepared to answer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1-2 questions on your solution. This activity will be counted as your lab attendance. </a:t>
            </a:r>
            <a:endParaRPr b="0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2024-03-17T22:03:54Z</dcterms:created>
  <dc:creator>Towhid Islam</dc:creator>
</cp:coreProperties>
</file>