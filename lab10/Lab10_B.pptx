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3"/>
    <p:sldId id="29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40DA96-9D3D-4327-A23A-2BCEABA8E0EC}" v="5" dt="2025-10-27T20:53:25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5694"/>
  </p:normalViewPr>
  <p:slideViewPr>
    <p:cSldViewPr snapToGrid="0">
      <p:cViewPr>
        <p:scale>
          <a:sx n="125" d="100"/>
          <a:sy n="125" d="100"/>
        </p:scale>
        <p:origin x="376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davan Sassani" userId="4576cf50-cc58-47c5-ae97-f174e2109531" providerId="ADAL" clId="{FEAD2C1F-50A5-4C33-8FA3-A238CB273191}"/>
    <pc:docChg chg="custSel addSld delSld modSld">
      <pc:chgData name="Ardavan Sassani" userId="4576cf50-cc58-47c5-ae97-f174e2109531" providerId="ADAL" clId="{FEAD2C1F-50A5-4C33-8FA3-A238CB273191}" dt="2025-10-27T20:54:39.130" v="293" actId="20577"/>
      <pc:docMkLst>
        <pc:docMk/>
      </pc:docMkLst>
      <pc:sldChg chg="modSp mod">
        <pc:chgData name="Ardavan Sassani" userId="4576cf50-cc58-47c5-ae97-f174e2109531" providerId="ADAL" clId="{FEAD2C1F-50A5-4C33-8FA3-A238CB273191}" dt="2025-10-27T20:06:20.025" v="5" actId="403"/>
        <pc:sldMkLst>
          <pc:docMk/>
          <pc:sldMk cId="2929813220" sldId="256"/>
        </pc:sldMkLst>
        <pc:spChg chg="mod">
          <ac:chgData name="Ardavan Sassani" userId="4576cf50-cc58-47c5-ae97-f174e2109531" providerId="ADAL" clId="{FEAD2C1F-50A5-4C33-8FA3-A238CB273191}" dt="2025-10-27T20:06:20.025" v="5" actId="403"/>
          <ac:spMkLst>
            <pc:docMk/>
            <pc:sldMk cId="2929813220" sldId="256"/>
            <ac:spMk id="3" creationId="{DD0E1A35-C2C3-3449-39AF-CE9B98881520}"/>
          </ac:spMkLst>
        </pc:spChg>
      </pc:sldChg>
      <pc:sldChg chg="del">
        <pc:chgData name="Ardavan Sassani" userId="4576cf50-cc58-47c5-ae97-f174e2109531" providerId="ADAL" clId="{FEAD2C1F-50A5-4C33-8FA3-A238CB273191}" dt="2025-10-27T20:18:19.061" v="174" actId="47"/>
        <pc:sldMkLst>
          <pc:docMk/>
          <pc:sldMk cId="1543891711" sldId="257"/>
        </pc:sldMkLst>
      </pc:sldChg>
      <pc:sldChg chg="modSp mod">
        <pc:chgData name="Ardavan Sassani" userId="4576cf50-cc58-47c5-ae97-f174e2109531" providerId="ADAL" clId="{FEAD2C1F-50A5-4C33-8FA3-A238CB273191}" dt="2025-10-27T20:18:36.488" v="177" actId="20577"/>
        <pc:sldMkLst>
          <pc:docMk/>
          <pc:sldMk cId="298344549" sldId="294"/>
        </pc:sldMkLst>
        <pc:spChg chg="mod">
          <ac:chgData name="Ardavan Sassani" userId="4576cf50-cc58-47c5-ae97-f174e2109531" providerId="ADAL" clId="{FEAD2C1F-50A5-4C33-8FA3-A238CB273191}" dt="2025-10-27T20:18:36.488" v="177" actId="20577"/>
          <ac:spMkLst>
            <pc:docMk/>
            <pc:sldMk cId="298344549" sldId="294"/>
            <ac:spMk id="9" creationId="{F2338A41-AB0C-6620-52B8-F9F3B7089747}"/>
          </ac:spMkLst>
        </pc:spChg>
      </pc:sldChg>
      <pc:sldChg chg="modSp new mod">
        <pc:chgData name="Ardavan Sassani" userId="4576cf50-cc58-47c5-ae97-f174e2109531" providerId="ADAL" clId="{FEAD2C1F-50A5-4C33-8FA3-A238CB273191}" dt="2025-10-27T20:54:39.130" v="293" actId="20577"/>
        <pc:sldMkLst>
          <pc:docMk/>
          <pc:sldMk cId="2631800748" sldId="295"/>
        </pc:sldMkLst>
        <pc:spChg chg="mod">
          <ac:chgData name="Ardavan Sassani" userId="4576cf50-cc58-47c5-ae97-f174e2109531" providerId="ADAL" clId="{FEAD2C1F-50A5-4C33-8FA3-A238CB273191}" dt="2025-10-27T20:54:39.130" v="293" actId="20577"/>
          <ac:spMkLst>
            <pc:docMk/>
            <pc:sldMk cId="2631800748" sldId="295"/>
            <ac:spMk id="2" creationId="{F1DECA8D-3955-D390-C3B5-D8591A526140}"/>
          </ac:spMkLst>
        </pc:spChg>
        <pc:spChg chg="mod">
          <ac:chgData name="Ardavan Sassani" userId="4576cf50-cc58-47c5-ae97-f174e2109531" providerId="ADAL" clId="{FEAD2C1F-50A5-4C33-8FA3-A238CB273191}" dt="2025-10-27T20:54:30.503" v="289" actId="20577"/>
          <ac:spMkLst>
            <pc:docMk/>
            <pc:sldMk cId="2631800748" sldId="295"/>
            <ac:spMk id="3" creationId="{CD02F439-D5D9-616D-0E0D-2EFC0C0DE0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01734-84FB-D0EB-EAA8-E8AC42C23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C24C2-F8D1-2D09-0A74-F65857D44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11DA8-1A1F-AF2E-F71F-FA8ABF26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E3BE-E1E1-ECA0-01AD-EB60C5F9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0E653-6FC6-16EB-E41D-90B59439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9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65F4-54C6-1836-3923-ED7B7EB2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D42C9-9E92-8270-0698-F6F4DD6D8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3399B-FE44-4F30-641E-8C5F9831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C7002-DF4C-52B0-CCD4-2670008F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6EB59-D4AB-7783-B3CD-AD938E44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1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4409-FCEB-B1A3-2A3F-8729D04A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394CE-9D73-6E34-6875-02ACB0AEB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828FA-CAEA-8E3F-879F-58AA6086F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915B3-FB8B-B4FE-E51B-19E422303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F3780-8172-3242-1076-0B949D2D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5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A402-D5EA-49E0-E04C-2A22E4E8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3C728-6A2C-0C52-670A-DBBE64AD1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1EB57-3A31-B5FE-13CE-A75216551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10C98-2686-6B20-F96F-93D63046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57853-B109-6D78-C7A7-B90B4E1F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F7203-41A1-0D86-9437-0FCCF0C2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8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C9D7-75B6-DB82-419D-1E67DB77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847DB-3A77-CAFC-DB9D-ECE6FBB13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FF839-474E-F287-8023-2C177051C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C1805-4841-4C00-AE16-67009889E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2BC41-D191-A07C-D4E2-0DED44952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5E7C7-C2E3-3891-039C-2B908FDC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F337C8-84FE-B724-2A33-E7D8E97E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9539C-D8EA-6F40-16FF-CBCC27AF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3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6F89-1FDC-069F-6619-630094D2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9B030-1406-C455-D7AB-C7C55817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2BAFD-E96D-30B1-F2D4-5D9A52F5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5D610-AC4F-114B-27E7-428B626D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4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CD62-CDB0-B75D-3FE4-BCE80369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6ADD4-6E32-4CEE-963C-3A93EC0F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F88EC-B7EA-A02B-BAA9-85FE7BD8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3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7F19-3FD7-BDF8-B632-77836970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C43B-7EEC-4717-77AB-CA2596EE2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43B03-8C3A-E5F5-0CBF-EBBBC7FDD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A30BF-DD38-A27B-DBA6-C006AAA4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41DEE-50E3-84C2-BF1A-8EC3AA34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7C116-2BE8-6F4D-F91D-915467D1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3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6E79-9363-7E2F-7DD1-08DBCE61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93BBE-B1A1-B90B-F349-1D28E8264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FD125-FD71-C319-76FA-FE679065A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AC36F-0D9A-F376-76A5-7B2BE2A2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1C50C-355F-C846-F1D7-12476A7E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C7A96-8C72-5E01-85DC-E5E7394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3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C454-54C5-A284-2394-B22F64F58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1E675-A509-92DD-C29C-196560BAC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118D7-3A92-9A95-C429-4411F671D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A6B63-1BF8-EE71-925C-87363957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F60C3-E5AA-859D-EC79-8E7E94A3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0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749A8-B294-B565-9122-C8B8A3772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7C0E7-B819-020C-CA6D-4D5298717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3604B-B21F-C409-8D89-51A0D0B8C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26BDE-99C1-3BEF-53BA-B1806B18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28B74-4907-382F-4AD1-A9274A52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9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F03A2-8BCC-FC1C-92C7-AC850FCB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C35C1-7FA2-BF07-AD8A-270492263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9953-952F-A2AA-74BF-7FFE04466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50817-9778-0645-8914-5F9C39C7BF4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29D6-A685-B08D-3057-ACDE9ABA9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03D8-51DB-5FEE-CAC7-D08392616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2A8A7-2D50-2B4F-888B-6D146D76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8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1F4F-BC49-0AD7-24FA-ED39CF0C4F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E1A35-C2C3-3449-39AF-CE9B98881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Stacks &amp; Queues</a:t>
            </a:r>
          </a:p>
        </p:txBody>
      </p:sp>
    </p:spTree>
    <p:extLst>
      <p:ext uri="{BB962C8B-B14F-4D97-AF65-F5344CB8AC3E}">
        <p14:creationId xmlns:p14="http://schemas.microsoft.com/office/powerpoint/2010/main" val="292981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CA8D-3955-D390-C3B5-D8591A52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2F439-D5D9-616D-0E0D-2EFC0C0DE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Goal: </a:t>
            </a:r>
            <a:r>
              <a:rPr lang="en-US" dirty="0"/>
              <a:t>Learn how stacks (LIFO) and queues (FIFO) work by implementing them in Python and using them in simple problems.</a:t>
            </a:r>
          </a:p>
          <a:p>
            <a:r>
              <a:rPr lang="en-US" dirty="0"/>
              <a:t>Part 1- Stack</a:t>
            </a:r>
          </a:p>
          <a:p>
            <a:pPr marL="457200" lvl="1" indent="0">
              <a:buNone/>
            </a:pPr>
            <a:r>
              <a:rPr lang="en-US" sz="2000" dirty="0"/>
              <a:t> Implement a Stack class using a Python list.</a:t>
            </a:r>
          </a:p>
          <a:p>
            <a:pPr marL="457200" lvl="1" indent="0">
              <a:buNone/>
            </a:pPr>
            <a:r>
              <a:rPr lang="en-US" sz="2000" dirty="0"/>
              <a:t>This class contains 3 methods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(item),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()]</a:t>
            </a:r>
          </a:p>
          <a:p>
            <a:r>
              <a:rPr lang="en-US" dirty="0"/>
              <a:t>Part 2 – Queue</a:t>
            </a:r>
          </a:p>
          <a:p>
            <a:pPr marL="457200" lvl="1" indent="0">
              <a:buNone/>
            </a:pPr>
            <a:r>
              <a:rPr lang="en-US" sz="2000" dirty="0"/>
              <a:t>Implement a Queue class using a Python list with a front index.</a:t>
            </a:r>
          </a:p>
          <a:p>
            <a:pPr marL="457200" lvl="1" indent="0">
              <a:buNone/>
            </a:pPr>
            <a:r>
              <a:rPr lang="en-US" sz="2000" dirty="0"/>
              <a:t>This class contains 3 methods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(item),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()]</a:t>
            </a:r>
            <a:endParaRPr lang="en-US" sz="2000" dirty="0"/>
          </a:p>
          <a:p>
            <a:r>
              <a:rPr lang="en-US" dirty="0"/>
              <a:t>Part 3 - Apply &amp; Test</a:t>
            </a:r>
          </a:p>
          <a:p>
            <a:pPr marL="457200" lvl="1" indent="0">
              <a:buNone/>
            </a:pPr>
            <a:r>
              <a:rPr lang="en-US" sz="1600" dirty="0"/>
              <a:t>Use Stack to reverse a string and Queue for a simple printing job log.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Please use the helper python file for more details.</a:t>
            </a:r>
          </a:p>
        </p:txBody>
      </p:sp>
    </p:spTree>
    <p:extLst>
      <p:ext uri="{BB962C8B-B14F-4D97-AF65-F5344CB8AC3E}">
        <p14:creationId xmlns:p14="http://schemas.microsoft.com/office/powerpoint/2010/main" val="2631800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FD35-8A4D-3B4A-AC25-A89E0E5C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38A41-AB0C-6620-52B8-F9F3B7089747}"/>
              </a:ext>
            </a:extLst>
          </p:cNvPr>
          <p:cNvSpPr txBox="1"/>
          <p:nvPr/>
        </p:nvSpPr>
        <p:spPr>
          <a:xfrm>
            <a:off x="838200" y="1647579"/>
            <a:ext cx="10935878" cy="352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the following in iCollege: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code file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YOUR_FULL_NAME_Lab10.py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Screenshots of the  program output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jpg/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date/time: Same Day within the lab period (strongly recommended)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 submission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 late submission penalty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Same Day - after the lab period but before 11:59PM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Demonstrate your solution to the Lab Instructor and be prepared to answer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     1-2 questions on your solution. This activity will be counted as your lab attendance.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4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222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Lab 10</vt:lpstr>
      <vt:lpstr>Code</vt:lpstr>
      <vt:lpstr>Submission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12</dc:title>
  <dc:creator>Towhid Islam</dc:creator>
  <cp:lastModifiedBy>Ardavan Sassani</cp:lastModifiedBy>
  <cp:revision>16</cp:revision>
  <dcterms:created xsi:type="dcterms:W3CDTF">2024-03-31T18:40:39Z</dcterms:created>
  <dcterms:modified xsi:type="dcterms:W3CDTF">2025-10-27T20:54:52Z</dcterms:modified>
</cp:coreProperties>
</file>